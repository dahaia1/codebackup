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849" r:id="rId1"/>
  </p:sldMasterIdLst>
  <p:notesMasterIdLst>
    <p:notesMasterId r:id="rId69"/>
  </p:notesMasterIdLst>
  <p:handoutMasterIdLst>
    <p:handoutMasterId r:id="rId70"/>
  </p:handoutMasterIdLst>
  <p:sldIdLst>
    <p:sldId id="257" r:id="rId2"/>
    <p:sldId id="262" r:id="rId3"/>
    <p:sldId id="341" r:id="rId4"/>
    <p:sldId id="273" r:id="rId5"/>
    <p:sldId id="274" r:id="rId6"/>
    <p:sldId id="275" r:id="rId7"/>
    <p:sldId id="276" r:id="rId8"/>
    <p:sldId id="279" r:id="rId9"/>
    <p:sldId id="280" r:id="rId10"/>
    <p:sldId id="281" r:id="rId11"/>
    <p:sldId id="283" r:id="rId12"/>
    <p:sldId id="284" r:id="rId13"/>
    <p:sldId id="285" r:id="rId14"/>
    <p:sldId id="287" r:id="rId15"/>
    <p:sldId id="289" r:id="rId16"/>
    <p:sldId id="290" r:id="rId17"/>
    <p:sldId id="291" r:id="rId18"/>
    <p:sldId id="292" r:id="rId19"/>
    <p:sldId id="293" r:id="rId20"/>
    <p:sldId id="339" r:id="rId21"/>
    <p:sldId id="342" r:id="rId22"/>
    <p:sldId id="294" r:id="rId23"/>
    <p:sldId id="295" r:id="rId24"/>
    <p:sldId id="296" r:id="rId25"/>
    <p:sldId id="297" r:id="rId26"/>
    <p:sldId id="298" r:id="rId27"/>
    <p:sldId id="299" r:id="rId28"/>
    <p:sldId id="300" r:id="rId29"/>
    <p:sldId id="301" r:id="rId30"/>
    <p:sldId id="302" r:id="rId31"/>
    <p:sldId id="303" r:id="rId32"/>
    <p:sldId id="304" r:id="rId33"/>
    <p:sldId id="305" r:id="rId34"/>
    <p:sldId id="306" r:id="rId35"/>
    <p:sldId id="340" r:id="rId36"/>
    <p:sldId id="343" r:id="rId37"/>
    <p:sldId id="307" r:id="rId38"/>
    <p:sldId id="308" r:id="rId39"/>
    <p:sldId id="309" r:id="rId40"/>
    <p:sldId id="310" r:id="rId41"/>
    <p:sldId id="311" r:id="rId42"/>
    <p:sldId id="312" r:id="rId43"/>
    <p:sldId id="313" r:id="rId44"/>
    <p:sldId id="314" r:id="rId45"/>
    <p:sldId id="315" r:id="rId46"/>
    <p:sldId id="316" r:id="rId47"/>
    <p:sldId id="317" r:id="rId48"/>
    <p:sldId id="321" r:id="rId49"/>
    <p:sldId id="318" r:id="rId50"/>
    <p:sldId id="319" r:id="rId51"/>
    <p:sldId id="320" r:id="rId52"/>
    <p:sldId id="322" r:id="rId53"/>
    <p:sldId id="323" r:id="rId54"/>
    <p:sldId id="324" r:id="rId55"/>
    <p:sldId id="325" r:id="rId56"/>
    <p:sldId id="326" r:id="rId57"/>
    <p:sldId id="327" r:id="rId58"/>
    <p:sldId id="328" r:id="rId59"/>
    <p:sldId id="329" r:id="rId60"/>
    <p:sldId id="330" r:id="rId61"/>
    <p:sldId id="332" r:id="rId62"/>
    <p:sldId id="334" r:id="rId63"/>
    <p:sldId id="335" r:id="rId64"/>
    <p:sldId id="336" r:id="rId65"/>
    <p:sldId id="337" r:id="rId66"/>
    <p:sldId id="338" r:id="rId67"/>
    <p:sldId id="272" r:id="rId68"/>
  </p:sldIdLst>
  <p:sldSz cx="12192000" cy="6858000"/>
  <p:notesSz cx="6797675" cy="9926638"/>
  <p:defaultTex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userDrawn="1">
          <p15:clr>
            <a:srgbClr val="A4A3A4"/>
          </p15:clr>
        </p15:guide>
        <p15:guide id="2" pos="214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9002F"/>
    <a:srgbClr val="B5B5B5"/>
    <a:srgbClr val="231815"/>
    <a:srgbClr val="C00000"/>
    <a:srgbClr val="151515"/>
    <a:srgbClr val="C7000B"/>
    <a:srgbClr val="575756"/>
    <a:srgbClr val="FFFFFF"/>
    <a:srgbClr val="DD4654"/>
    <a:srgbClr val="F3D2D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72833802-FEF1-4C79-8D5D-14CF1EAF98D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18603FDC-E32A-4AB5-989C-0864C3EAD2B8}" styleName="主题样式 2 - 强调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308" autoAdjust="0"/>
    <p:restoredTop sz="86450" autoAdjust="0"/>
  </p:normalViewPr>
  <p:slideViewPr>
    <p:cSldViewPr snapToGrid="0" snapToObjects="1">
      <p:cViewPr varScale="1">
        <p:scale>
          <a:sx n="83" d="100"/>
          <a:sy n="83" d="100"/>
        </p:scale>
        <p:origin x="60" y="444"/>
      </p:cViewPr>
      <p:guideLst/>
    </p:cSldViewPr>
  </p:slideViewPr>
  <p:outlineViewPr>
    <p:cViewPr>
      <p:scale>
        <a:sx n="33" d="100"/>
        <a:sy n="33" d="100"/>
      </p:scale>
      <p:origin x="0" y="-30786"/>
    </p:cViewPr>
  </p:outlineViewPr>
  <p:notesTextViewPr>
    <p:cViewPr>
      <p:scale>
        <a:sx n="1" d="1"/>
        <a:sy n="1" d="1"/>
      </p:scale>
      <p:origin x="0" y="0"/>
    </p:cViewPr>
  </p:notesTextViewPr>
  <p:sorterViewPr>
    <p:cViewPr>
      <p:scale>
        <a:sx n="66" d="100"/>
        <a:sy n="66" d="100"/>
      </p:scale>
      <p:origin x="0" y="0"/>
    </p:cViewPr>
  </p:sorterViewPr>
  <p:notesViewPr>
    <p:cSldViewPr snapToGrid="0" snapToObjects="1">
      <p:cViewPr varScale="1">
        <p:scale>
          <a:sx n="50" d="100"/>
          <a:sy n="50" d="100"/>
        </p:scale>
        <p:origin x="1998" y="42"/>
      </p:cViewPr>
      <p:guideLst>
        <p:guide orient="horz"/>
        <p:guide pos="2141"/>
      </p:guideLst>
    </p:cSldViewPr>
  </p:notesViewPr>
  <p:gridSpacing cx="72000" cy="720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 xmlns:a16="http://schemas.microsoft.com/office/drawing/2014/main" id="{8CC198DB-AFBD-584A-8986-364FF2B03F46}"/>
              </a:ext>
            </a:extLst>
          </p:cNvPr>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en-US" dirty="0">
              <a:latin typeface="Huawei Sans" panose="020C0503030203020204" pitchFamily="34" charset="0"/>
            </a:endParaRPr>
          </a:p>
        </p:txBody>
      </p:sp>
      <p:sp>
        <p:nvSpPr>
          <p:cNvPr id="3" name="Date Placeholder 2">
            <a:extLst>
              <a:ext uri="{FF2B5EF4-FFF2-40B4-BE49-F238E27FC236}">
                <a16:creationId xmlns="" xmlns:a16="http://schemas.microsoft.com/office/drawing/2014/main" id="{AD01315C-523F-A043-8029-B9921497126E}"/>
              </a:ext>
            </a:extLst>
          </p:cNvPr>
          <p:cNvSpPr>
            <a:spLocks noGrp="1"/>
          </p:cNvSpPr>
          <p:nvPr>
            <p:ph type="dt" sz="quarter" idx="1"/>
          </p:nvPr>
        </p:nvSpPr>
        <p:spPr>
          <a:xfrm>
            <a:off x="3850443" y="0"/>
            <a:ext cx="2945659" cy="498056"/>
          </a:xfrm>
          <a:prstGeom prst="rect">
            <a:avLst/>
          </a:prstGeom>
        </p:spPr>
        <p:txBody>
          <a:bodyPr vert="horz" lIns="91440" tIns="45720" rIns="91440" bIns="45720" rtlCol="0"/>
          <a:lstStyle>
            <a:lvl1pPr algn="r">
              <a:defRPr sz="1200"/>
            </a:lvl1pPr>
          </a:lstStyle>
          <a:p>
            <a:fld id="{E8CF71B8-DF2A-2E41-BE66-2E18A767DA8A}" type="datetimeFigureOut">
              <a:rPr lang="en-US" smtClean="0">
                <a:latin typeface="Huawei Sans" panose="020C0503030203020204" pitchFamily="34" charset="0"/>
              </a:rPr>
              <a:t>8/10/2020</a:t>
            </a:fld>
            <a:endParaRPr lang="en-US" dirty="0">
              <a:latin typeface="Huawei Sans" panose="020C0503030203020204" pitchFamily="34" charset="0"/>
            </a:endParaRPr>
          </a:p>
        </p:txBody>
      </p:sp>
      <p:sp>
        <p:nvSpPr>
          <p:cNvPr id="4" name="Footer Placeholder 3">
            <a:extLst>
              <a:ext uri="{FF2B5EF4-FFF2-40B4-BE49-F238E27FC236}">
                <a16:creationId xmlns="" xmlns:a16="http://schemas.microsoft.com/office/drawing/2014/main" id="{B9601424-70F4-1643-8E3A-557A0258D6B6}"/>
              </a:ext>
            </a:extLst>
          </p:cNvPr>
          <p:cNvSpPr>
            <a:spLocks noGrp="1"/>
          </p:cNvSpPr>
          <p:nvPr>
            <p:ph type="ftr" sz="quarter" idx="2"/>
          </p:nvPr>
        </p:nvSpPr>
        <p:spPr>
          <a:xfrm>
            <a:off x="0" y="9428584"/>
            <a:ext cx="2945659" cy="498055"/>
          </a:xfrm>
          <a:prstGeom prst="rect">
            <a:avLst/>
          </a:prstGeom>
        </p:spPr>
        <p:txBody>
          <a:bodyPr vert="horz" lIns="91440" tIns="45720" rIns="91440" bIns="45720" rtlCol="0" anchor="b"/>
          <a:lstStyle>
            <a:lvl1pPr algn="l">
              <a:defRPr sz="1200"/>
            </a:lvl1pPr>
          </a:lstStyle>
          <a:p>
            <a:endParaRPr lang="en-US" dirty="0">
              <a:latin typeface="Huawei Sans" panose="020C0503030203020204" pitchFamily="34" charset="0"/>
            </a:endParaRPr>
          </a:p>
        </p:txBody>
      </p:sp>
      <p:sp>
        <p:nvSpPr>
          <p:cNvPr id="5" name="Slide Number Placeholder 4">
            <a:extLst>
              <a:ext uri="{FF2B5EF4-FFF2-40B4-BE49-F238E27FC236}">
                <a16:creationId xmlns="" xmlns:a16="http://schemas.microsoft.com/office/drawing/2014/main" id="{E85BF48A-FF5C-8145-95A7-EE66A87C73DF}"/>
              </a:ext>
            </a:extLst>
          </p:cNvPr>
          <p:cNvSpPr>
            <a:spLocks noGrp="1"/>
          </p:cNvSpPr>
          <p:nvPr>
            <p:ph type="sldNum" sz="quarter" idx="3"/>
          </p:nvPr>
        </p:nvSpPr>
        <p:spPr>
          <a:xfrm>
            <a:off x="3850443" y="9428584"/>
            <a:ext cx="2945659" cy="498055"/>
          </a:xfrm>
          <a:prstGeom prst="rect">
            <a:avLst/>
          </a:prstGeom>
        </p:spPr>
        <p:txBody>
          <a:bodyPr vert="horz" lIns="91440" tIns="45720" rIns="91440" bIns="45720" rtlCol="0" anchor="b"/>
          <a:lstStyle>
            <a:lvl1pPr algn="r">
              <a:defRPr sz="1200"/>
            </a:lvl1pPr>
          </a:lstStyle>
          <a:p>
            <a:fld id="{A35F0CC5-85BE-A64A-BD47-54C66F7E93E3}" type="slidenum">
              <a:rPr lang="en-US" smtClean="0">
                <a:latin typeface="Huawei Sans" panose="020C0503030203020204" pitchFamily="34" charset="0"/>
              </a:rPr>
              <a:t>‹#›</a:t>
            </a:fld>
            <a:endParaRPr lang="en-US" dirty="0">
              <a:latin typeface="Huawei Sans" panose="020C0503030203020204" pitchFamily="34" charset="0"/>
            </a:endParaRPr>
          </a:p>
        </p:txBody>
      </p:sp>
    </p:spTree>
    <p:extLst>
      <p:ext uri="{BB962C8B-B14F-4D97-AF65-F5344CB8AC3E}">
        <p14:creationId xmlns:p14="http://schemas.microsoft.com/office/powerpoint/2010/main" val="401909529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454896" y="766800"/>
            <a:ext cx="5932800" cy="3337748"/>
          </a:xfrm>
          <a:prstGeom prst="rect">
            <a:avLst/>
          </a:prstGeom>
          <a:noFill/>
          <a:ln w="12700">
            <a:solidFill>
              <a:prstClr val="black"/>
            </a:solidFill>
          </a:ln>
        </p:spPr>
        <p:txBody>
          <a:bodyPr vert="horz" lIns="91440" tIns="45720" rIns="91440" bIns="45720" rtlCol="0" anchor="t" anchorCtr="0"/>
          <a:lstStyle/>
          <a:p>
            <a:endParaRPr lang="en-US"/>
          </a:p>
        </p:txBody>
      </p:sp>
      <p:sp>
        <p:nvSpPr>
          <p:cNvPr id="5" name="Notes Placeholder 4"/>
          <p:cNvSpPr>
            <a:spLocks noGrp="1"/>
          </p:cNvSpPr>
          <p:nvPr>
            <p:ph type="body" sz="quarter" idx="3"/>
          </p:nvPr>
        </p:nvSpPr>
        <p:spPr>
          <a:xfrm>
            <a:off x="454896" y="4603008"/>
            <a:ext cx="5932800" cy="5108400"/>
          </a:xfrm>
          <a:prstGeom prst="rect">
            <a:avLst/>
          </a:prstGeom>
        </p:spPr>
        <p:txBody>
          <a:bodyPr vert="horz" lIns="97200" tIns="45720" rIns="97200" bIns="4572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744632111"/>
      </p:ext>
    </p:extLst>
  </p:cSld>
  <p:clrMap bg1="lt1" tx1="dk1" bg2="lt2" tx2="dk2" accent1="accent1" accent2="accent2" accent3="accent3" accent4="accent4" accent5="accent5" accent6="accent6" hlink="hlink" folHlink="folHlink"/>
  <p:notesStyle>
    <a:lvl1pPr marL="180000" indent="-180000" algn="l" defTabSz="1219304" rtl="0" eaLnBrk="1" fontAlgn="ctr" latinLnBrk="0" hangingPunct="1">
      <a:lnSpc>
        <a:spcPct val="125000"/>
      </a:lnSpc>
      <a:spcAft>
        <a:spcPts val="600"/>
      </a:spcAft>
      <a:buFont typeface="Huawei Sans" panose="020C0503030203020204" pitchFamily="34" charset="0"/>
      <a:buChar char="•"/>
      <a:defRPr sz="1100" kern="1200" baseline="0">
        <a:solidFill>
          <a:schemeClr val="tx1"/>
        </a:solidFill>
        <a:latin typeface="Huawei Sans" panose="020C0503030203020204" pitchFamily="34" charset="0"/>
        <a:ea typeface="方正兰亭黑简体" panose="02000000000000000000" pitchFamily="2" charset="-122"/>
        <a:cs typeface="+mn-cs"/>
      </a:defRPr>
    </a:lvl1pPr>
    <a:lvl2pPr marL="540000" indent="-180000" algn="l" defTabSz="1219304" rtl="0" eaLnBrk="1" fontAlgn="ctr" latinLnBrk="0" hangingPunct="1">
      <a:lnSpc>
        <a:spcPct val="125000"/>
      </a:lnSpc>
      <a:spcAft>
        <a:spcPts val="600"/>
      </a:spcAft>
      <a:buClrTx/>
      <a:buFont typeface="Huawei Sans" panose="020C0503030203020204" pitchFamily="34" charset="0"/>
      <a:buChar char="▫"/>
      <a:defRPr sz="1100" kern="1200" baseline="0">
        <a:solidFill>
          <a:schemeClr val="tx1"/>
        </a:solidFill>
        <a:latin typeface="Huawei Sans" panose="020C0503030203020204" pitchFamily="34" charset="0"/>
        <a:ea typeface="方正兰亭黑简体" panose="02000000000000000000" pitchFamily="2" charset="-122"/>
        <a:cs typeface="+mn-cs"/>
      </a:defRPr>
    </a:lvl2pPr>
    <a:lvl3pPr marL="900000" indent="-180000" algn="l" defTabSz="1219304" rtl="0" eaLnBrk="1" fontAlgn="ctr" latinLnBrk="0" hangingPunct="1">
      <a:lnSpc>
        <a:spcPct val="125000"/>
      </a:lnSpc>
      <a:spcAft>
        <a:spcPts val="600"/>
      </a:spcAft>
      <a:buFont typeface="微软雅黑" panose="020B0503020204020204" pitchFamily="34" charset="-122"/>
      <a:buChar char="▪"/>
      <a:defRPr sz="1100" kern="1200" baseline="0">
        <a:solidFill>
          <a:schemeClr val="tx1"/>
        </a:solidFill>
        <a:latin typeface="Huawei Sans" panose="020C0503030203020204" pitchFamily="34" charset="0"/>
        <a:ea typeface="方正兰亭黑简体" panose="02000000000000000000" pitchFamily="2" charset="-122"/>
        <a:cs typeface="+mn-cs"/>
      </a:defRPr>
    </a:lvl3pPr>
    <a:lvl4pPr marL="1260000" indent="-180000" algn="l" defTabSz="1219304" rtl="0" eaLnBrk="1" fontAlgn="ctr" latinLnBrk="0" hangingPunct="1">
      <a:lnSpc>
        <a:spcPct val="125000"/>
      </a:lnSpc>
      <a:spcAft>
        <a:spcPts val="600"/>
      </a:spcAft>
      <a:buFont typeface="Huawei Sans" panose="020C0503030203020204" pitchFamily="34" charset="0"/>
      <a:buChar char="−"/>
      <a:defRPr sz="1100" kern="1200" baseline="0">
        <a:solidFill>
          <a:schemeClr val="tx1"/>
        </a:solidFill>
        <a:latin typeface="Huawei Sans" panose="020C0503030203020204" pitchFamily="34" charset="0"/>
        <a:ea typeface="方正兰亭黑简体" panose="02000000000000000000" pitchFamily="2" charset="-122"/>
        <a:cs typeface="+mn-cs"/>
      </a:defRPr>
    </a:lvl4pPr>
    <a:lvl5pPr marL="1620000" indent="-180000" algn="l" defTabSz="1219304" rtl="0" eaLnBrk="1" fontAlgn="ctr" latinLnBrk="0" hangingPunct="1">
      <a:lnSpc>
        <a:spcPct val="125000"/>
      </a:lnSpc>
      <a:spcAft>
        <a:spcPts val="600"/>
      </a:spcAft>
      <a:buFont typeface="Huawei Sans" panose="020C0503030203020204" pitchFamily="34" charset="0"/>
      <a:buChar char="~"/>
      <a:defRPr sz="1100" kern="1200" baseline="0">
        <a:solidFill>
          <a:schemeClr val="tx1"/>
        </a:solidFill>
        <a:latin typeface="Huawei Sans" panose="020C0503030203020204" pitchFamily="34" charset="0"/>
        <a:ea typeface="方正兰亭黑简体" panose="02000000000000000000" pitchFamily="2" charset="-122"/>
        <a:cs typeface="+mn-cs"/>
      </a:defRPr>
    </a:lvl5pPr>
    <a:lvl6pPr marL="3048261" algn="l" defTabSz="1219304" rtl="0" eaLnBrk="1" latinLnBrk="0" hangingPunct="1">
      <a:defRPr sz="1600" kern="1200">
        <a:solidFill>
          <a:schemeClr val="tx1"/>
        </a:solidFill>
        <a:latin typeface="+mn-lt"/>
        <a:ea typeface="+mn-ea"/>
        <a:cs typeface="+mn-cs"/>
      </a:defRPr>
    </a:lvl6pPr>
    <a:lvl7pPr marL="3657913" algn="l" defTabSz="1219304" rtl="0" eaLnBrk="1" latinLnBrk="0" hangingPunct="1">
      <a:defRPr sz="1600" kern="1200">
        <a:solidFill>
          <a:schemeClr val="tx1"/>
        </a:solidFill>
        <a:latin typeface="+mn-lt"/>
        <a:ea typeface="+mn-ea"/>
        <a:cs typeface="+mn-cs"/>
      </a:defRPr>
    </a:lvl7pPr>
    <a:lvl8pPr marL="4267566" algn="l" defTabSz="1219304" rtl="0" eaLnBrk="1" latinLnBrk="0" hangingPunct="1">
      <a:defRPr sz="1600" kern="1200">
        <a:solidFill>
          <a:schemeClr val="tx1"/>
        </a:solidFill>
        <a:latin typeface="+mn-lt"/>
        <a:ea typeface="+mn-ea"/>
        <a:cs typeface="+mn-cs"/>
      </a:defRPr>
    </a:lvl8pPr>
    <a:lvl9pPr marL="4877219" algn="l" defTabSz="1219304" rtl="0" eaLnBrk="1" latinLnBrk="0" hangingPunct="1">
      <a:defRPr sz="1600" kern="1200">
        <a:solidFill>
          <a:schemeClr val="tx1"/>
        </a:solidFill>
        <a:latin typeface="+mn-lt"/>
        <a:ea typeface="+mn-ea"/>
        <a:cs typeface="+mn-cs"/>
      </a:defRPr>
    </a:lvl9pPr>
  </p:notesStyle>
  <p:extLst>
    <p:ext uri="{620B2872-D7B9-4A21-9093-7833F8D536E1}">
      <p15:sldGuideLst xmlns:p15="http://schemas.microsoft.com/office/powerpoint/2012/main">
        <p15:guide id="2" orient="horz" pos="2886" userDrawn="1">
          <p15:clr>
            <a:srgbClr val="F26B43"/>
          </p15:clr>
        </p15:guide>
        <p15:guide id="3" orient="horz" pos="482" userDrawn="1">
          <p15:clr>
            <a:srgbClr val="F26B43"/>
          </p15:clr>
        </p15:guide>
        <p15:guide id="4" orient="horz" pos="2591" userDrawn="1">
          <p15:clr>
            <a:srgbClr val="F26B43"/>
          </p15:clr>
        </p15:guide>
        <p15:guide id="5" orient="horz" pos="2160" userDrawn="1">
          <p15:clr>
            <a:srgbClr val="F26B43"/>
          </p15:clr>
        </p15:guide>
        <p15:guide id="6" pos="4021" userDrawn="1">
          <p15:clr>
            <a:srgbClr val="F26B43"/>
          </p15:clr>
        </p15:guide>
        <p15:guide id="7" pos="279" userDrawn="1">
          <p15:clr>
            <a:srgbClr val="F26B43"/>
          </p15:clr>
        </p15:guide>
        <p15:guide id="8" pos="2139"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455613" y="766763"/>
            <a:ext cx="5932487" cy="3338512"/>
          </a:xfrm>
        </p:spPr>
      </p:sp>
      <p:sp>
        <p:nvSpPr>
          <p:cNvPr id="5" name="备注占位符 4"/>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8659770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455613" y="766763"/>
            <a:ext cx="5932487" cy="3338512"/>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42336661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455613" y="766763"/>
            <a:ext cx="5932487" cy="3338512"/>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2466824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55613" y="766763"/>
            <a:ext cx="5932487" cy="3338512"/>
          </a:xfrm>
        </p:spPr>
      </p:sp>
      <p:sp>
        <p:nvSpPr>
          <p:cNvPr id="3" name="备注占位符 2"/>
          <p:cNvSpPr>
            <a:spLocks noGrp="1"/>
          </p:cNvSpPr>
          <p:nvPr>
            <p:ph type="body" idx="1"/>
          </p:nvPr>
        </p:nvSpPr>
        <p:spPr/>
        <p:txBody>
          <a:bodyPr/>
          <a:lstStyle/>
          <a:p>
            <a:pPr indent="266700" algn="just">
              <a:spcAft>
                <a:spcPts val="0"/>
              </a:spcAft>
            </a:pP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a:t>
            </a:r>
            <a:r>
              <a:rPr lang="en-US" altLang="zh-CN" sz="1800" kern="100" dirty="0">
                <a:effectLst/>
                <a:latin typeface="宋体" panose="02010600030101010101" pitchFamily="2" charset="-122"/>
                <a:ea typeface="宋体" panose="02010600030101010101" pitchFamily="2" charset="-122"/>
                <a:cs typeface="Times New Roman" panose="02020603050405020304" pitchFamily="18" charset="0"/>
              </a:rPr>
              <a:t>1</a:t>
            </a: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）能够提供的地址空间不足且分配不均</a:t>
            </a:r>
          </a:p>
          <a:p>
            <a:pPr indent="266700" algn="just">
              <a:spcAft>
                <a:spcPts val="0"/>
              </a:spcAft>
            </a:pP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互联网起源于</a:t>
            </a:r>
            <a:r>
              <a:rPr lang="en-US" altLang="zh-CN" sz="1800" kern="100" dirty="0">
                <a:effectLst/>
                <a:latin typeface="宋体" panose="02010600030101010101" pitchFamily="2" charset="-122"/>
                <a:ea typeface="宋体" panose="02010600030101010101" pitchFamily="2" charset="-122"/>
                <a:cs typeface="Times New Roman" panose="02020603050405020304" pitchFamily="18" charset="0"/>
              </a:rPr>
              <a:t>20</a:t>
            </a: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世纪</a:t>
            </a:r>
            <a:r>
              <a:rPr lang="en-US" altLang="zh-CN" sz="1800" kern="100" dirty="0">
                <a:effectLst/>
                <a:latin typeface="宋体" panose="02010600030101010101" pitchFamily="2" charset="-122"/>
                <a:ea typeface="宋体" panose="02010600030101010101" pitchFamily="2" charset="-122"/>
                <a:cs typeface="Times New Roman" panose="02020603050405020304" pitchFamily="18" charset="0"/>
              </a:rPr>
              <a:t>60</a:t>
            </a: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年代的美国国防部，每台连上网的设备都需要一个</a:t>
            </a:r>
            <a:r>
              <a:rPr lang="en-US" altLang="zh-CN" sz="1800" kern="100" dirty="0">
                <a:effectLst/>
                <a:latin typeface="宋体" panose="02010600030101010101" pitchFamily="2" charset="-122"/>
                <a:ea typeface="宋体" panose="02010600030101010101" pitchFamily="2" charset="-122"/>
                <a:cs typeface="Times New Roman" panose="02020603050405020304" pitchFamily="18" charset="0"/>
              </a:rPr>
              <a:t>IP</a:t>
            </a: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地址，初期只有上千台设备联网，使得采用</a:t>
            </a:r>
            <a:r>
              <a:rPr lang="en-US" altLang="zh-CN" sz="1800" kern="100" dirty="0">
                <a:effectLst/>
                <a:latin typeface="宋体" panose="02010600030101010101" pitchFamily="2" charset="-122"/>
                <a:ea typeface="宋体" panose="02010600030101010101" pitchFamily="2" charset="-122"/>
                <a:cs typeface="Times New Roman" panose="02020603050405020304" pitchFamily="18" charset="0"/>
              </a:rPr>
              <a:t>32</a:t>
            </a: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位长度的</a:t>
            </a:r>
            <a:r>
              <a:rPr lang="en-US" altLang="zh-CN" sz="1800" kern="100" dirty="0">
                <a:effectLst/>
                <a:latin typeface="宋体" panose="02010600030101010101" pitchFamily="2" charset="-122"/>
                <a:ea typeface="宋体" panose="02010600030101010101" pitchFamily="2" charset="-122"/>
                <a:cs typeface="Times New Roman" panose="02020603050405020304" pitchFamily="18" charset="0"/>
              </a:rPr>
              <a:t>IP</a:t>
            </a: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地址看来几乎不可能被耗尽。但随着互联网的发展，用户数量大量增加，尤其是随着互联网的商业化后，用户呈现几何倍数的增长，</a:t>
            </a:r>
            <a:r>
              <a:rPr lang="en-US" altLang="zh-CN" sz="1800" kern="100" dirty="0">
                <a:effectLst/>
                <a:latin typeface="宋体" panose="02010600030101010101" pitchFamily="2" charset="-122"/>
                <a:ea typeface="宋体" panose="02010600030101010101" pitchFamily="2" charset="-122"/>
                <a:cs typeface="Times New Roman" panose="02020603050405020304" pitchFamily="18" charset="0"/>
              </a:rPr>
              <a:t>IPv4</a:t>
            </a: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地址资源即将耗尽，</a:t>
            </a:r>
            <a:r>
              <a:rPr lang="en-US" altLang="zh-CN" sz="1800" kern="100" dirty="0">
                <a:effectLst/>
                <a:latin typeface="宋体" panose="02010600030101010101" pitchFamily="2" charset="-122"/>
                <a:ea typeface="宋体" panose="02010600030101010101" pitchFamily="2" charset="-122"/>
                <a:cs typeface="Times New Roman" panose="02020603050405020304" pitchFamily="18" charset="0"/>
              </a:rPr>
              <a:t>IPv4</a:t>
            </a: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可以提供的</a:t>
            </a:r>
            <a:r>
              <a:rPr lang="en-US" altLang="zh-CN" sz="1800" kern="100" dirty="0">
                <a:effectLst/>
                <a:latin typeface="宋体" panose="02010600030101010101" pitchFamily="2" charset="-122"/>
                <a:ea typeface="宋体" panose="02010600030101010101" pitchFamily="2" charset="-122"/>
                <a:cs typeface="Times New Roman" panose="02020603050405020304" pitchFamily="18" charset="0"/>
              </a:rPr>
              <a:t>2</a:t>
            </a:r>
            <a:r>
              <a:rPr lang="en-US" altLang="zh-CN" sz="1800" kern="100" baseline="30000" dirty="0">
                <a:effectLst/>
                <a:latin typeface="宋体" panose="02010600030101010101" pitchFamily="2" charset="-122"/>
                <a:ea typeface="宋体" panose="02010600030101010101" pitchFamily="2" charset="-122"/>
                <a:cs typeface="Times New Roman" panose="02020603050405020304" pitchFamily="18" charset="0"/>
              </a:rPr>
              <a:t>32</a:t>
            </a: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个地址，由于协议设计初的规划问题，部分地址不能被分配使用，如</a:t>
            </a:r>
            <a:r>
              <a:rPr lang="en-US" altLang="zh-CN" sz="1800" kern="100" dirty="0">
                <a:effectLst/>
                <a:latin typeface="宋体" panose="02010600030101010101" pitchFamily="2" charset="-122"/>
                <a:ea typeface="宋体" panose="02010600030101010101" pitchFamily="2" charset="-122"/>
                <a:cs typeface="Times New Roman" panose="02020603050405020304" pitchFamily="18" charset="0"/>
              </a:rPr>
              <a:t>D</a:t>
            </a: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类地址（组播地址）和</a:t>
            </a:r>
            <a:r>
              <a:rPr lang="en-US" altLang="zh-CN" sz="1800" kern="100" dirty="0">
                <a:effectLst/>
                <a:latin typeface="宋体" panose="02010600030101010101" pitchFamily="2" charset="-122"/>
                <a:ea typeface="宋体" panose="02010600030101010101" pitchFamily="2" charset="-122"/>
                <a:cs typeface="Times New Roman" panose="02020603050405020304" pitchFamily="18" charset="0"/>
              </a:rPr>
              <a:t>E</a:t>
            </a: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类地址（实验保留），造成整个地址空间进一步缩小。</a:t>
            </a:r>
          </a:p>
          <a:p>
            <a:pPr indent="266700" algn="just">
              <a:spcAft>
                <a:spcPts val="0"/>
              </a:spcAft>
            </a:pP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另外，在初期看来是不可能被耗尽的</a:t>
            </a:r>
            <a:r>
              <a:rPr lang="en-US" altLang="zh-CN" sz="1800" kern="100" dirty="0">
                <a:effectLst/>
                <a:latin typeface="宋体" panose="02010600030101010101" pitchFamily="2" charset="-122"/>
                <a:ea typeface="宋体" panose="02010600030101010101" pitchFamily="2" charset="-122"/>
                <a:cs typeface="Times New Roman" panose="02020603050405020304" pitchFamily="18" charset="0"/>
              </a:rPr>
              <a:t>IP</a:t>
            </a: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地址，在具体数量的分配上也是非常不均匀的，美国占了一半以上的</a:t>
            </a:r>
            <a:r>
              <a:rPr lang="en-US" altLang="zh-CN" sz="1800" kern="100" dirty="0">
                <a:effectLst/>
                <a:latin typeface="宋体" panose="02010600030101010101" pitchFamily="2" charset="-122"/>
                <a:ea typeface="宋体" panose="02010600030101010101" pitchFamily="2" charset="-122"/>
                <a:cs typeface="Times New Roman" panose="02020603050405020304" pitchFamily="18" charset="0"/>
              </a:rPr>
              <a:t>IP</a:t>
            </a: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地址数量，特别是一些大型公司比如</a:t>
            </a:r>
            <a:r>
              <a:rPr lang="en-US" altLang="zh-CN" sz="1800" kern="100" dirty="0">
                <a:effectLst/>
                <a:latin typeface="宋体" panose="02010600030101010101" pitchFamily="2" charset="-122"/>
                <a:ea typeface="宋体" panose="02010600030101010101" pitchFamily="2" charset="-122"/>
                <a:cs typeface="Times New Roman" panose="02020603050405020304" pitchFamily="18" charset="0"/>
              </a:rPr>
              <a:t>IBM</a:t>
            </a: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，申请并获得了</a:t>
            </a:r>
            <a:r>
              <a:rPr lang="en-US" altLang="zh-CN" sz="1800" kern="100" dirty="0">
                <a:effectLst/>
                <a:latin typeface="宋体" panose="02010600030101010101" pitchFamily="2" charset="-122"/>
                <a:ea typeface="宋体" panose="02010600030101010101" pitchFamily="2" charset="-122"/>
                <a:cs typeface="Times New Roman" panose="02020603050405020304" pitchFamily="18" charset="0"/>
              </a:rPr>
              <a:t>1000</a:t>
            </a: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万个以上的</a:t>
            </a:r>
            <a:r>
              <a:rPr lang="en-US" altLang="zh-CN" sz="1800" kern="100" dirty="0">
                <a:effectLst/>
                <a:latin typeface="宋体" panose="02010600030101010101" pitchFamily="2" charset="-122"/>
                <a:ea typeface="宋体" panose="02010600030101010101" pitchFamily="2" charset="-122"/>
                <a:cs typeface="Times New Roman" panose="02020603050405020304" pitchFamily="18" charset="0"/>
              </a:rPr>
              <a:t>IP</a:t>
            </a: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地址，但实际上往往用不了，造成非常大的浪费。另一方面，亚洲人口众多，但获得的地址却非常有限，互联网发展起步较晚，地址不足这个问题显得更加突出，进一步地限制了互联网的发展和壮大。</a:t>
            </a:r>
          </a:p>
          <a:p>
            <a:pPr indent="266700" algn="just">
              <a:spcAft>
                <a:spcPts val="0"/>
              </a:spcAft>
            </a:pP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a:t>
            </a:r>
            <a:r>
              <a:rPr lang="en-US" altLang="zh-CN" sz="1800" kern="100" dirty="0">
                <a:effectLst/>
                <a:latin typeface="宋体" panose="02010600030101010101" pitchFamily="2" charset="-122"/>
                <a:ea typeface="宋体" panose="02010600030101010101" pitchFamily="2" charset="-122"/>
                <a:cs typeface="Times New Roman" panose="02020603050405020304" pitchFamily="18" charset="0"/>
              </a:rPr>
              <a:t>2</a:t>
            </a: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）互联网骨干路由器的路由表非常庞大</a:t>
            </a:r>
          </a:p>
          <a:p>
            <a:pPr indent="266700" algn="just">
              <a:spcAft>
                <a:spcPts val="0"/>
              </a:spcAft>
            </a:pP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由于</a:t>
            </a:r>
            <a:r>
              <a:rPr lang="en-US" altLang="zh-CN" sz="1800" kern="100" dirty="0">
                <a:effectLst/>
                <a:latin typeface="宋体" panose="02010600030101010101" pitchFamily="2" charset="-122"/>
                <a:ea typeface="宋体" panose="02010600030101010101" pitchFamily="2" charset="-122"/>
                <a:cs typeface="Times New Roman" panose="02020603050405020304" pitchFamily="18" charset="0"/>
              </a:rPr>
              <a:t>IPv4</a:t>
            </a: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发展初期缺乏合理的地址规划，造成地址分配的不连续，导致当今互联网骨干设备的</a:t>
            </a:r>
            <a:r>
              <a:rPr lang="en-US" altLang="zh-CN" sz="1800" kern="100" dirty="0">
                <a:effectLst/>
                <a:latin typeface="宋体" panose="02010600030101010101" pitchFamily="2" charset="-122"/>
                <a:ea typeface="宋体" panose="02010600030101010101" pitchFamily="2" charset="-122"/>
                <a:cs typeface="Times New Roman" panose="02020603050405020304" pitchFamily="18" charset="0"/>
              </a:rPr>
              <a:t>BGP</a:t>
            </a: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路由表非常庞大，已经达到数十万条的规模，并且还在持续增长中。由于缺乏合理的规划，也导致无法实现进一步的路由汇总，这样对骨干设备的处理能力和内存空间带来较大压力，影响了数据包的转发效率。</a:t>
            </a:r>
          </a:p>
          <a:p>
            <a:endParaRPr lang="zh-CN" altLang="en-US" dirty="0"/>
          </a:p>
        </p:txBody>
      </p:sp>
    </p:spTree>
    <p:extLst>
      <p:ext uri="{BB962C8B-B14F-4D97-AF65-F5344CB8AC3E}">
        <p14:creationId xmlns:p14="http://schemas.microsoft.com/office/powerpoint/2010/main" val="17814443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55613" y="766763"/>
            <a:ext cx="5932487" cy="3338512"/>
          </a:xfrm>
        </p:spPr>
      </p:sp>
      <p:sp>
        <p:nvSpPr>
          <p:cNvPr id="3" name="备注占位符 2"/>
          <p:cNvSpPr>
            <a:spLocks noGrp="1"/>
          </p:cNvSpPr>
          <p:nvPr>
            <p:ph type="body" idx="1"/>
          </p:nvPr>
        </p:nvSpPr>
        <p:spPr/>
        <p:txBody>
          <a:bodyPr/>
          <a:lstStyle/>
          <a:p>
            <a:r>
              <a:rPr lang="zh-CN" altLang="en-US" dirty="0"/>
              <a:t>（</a:t>
            </a:r>
            <a:r>
              <a:rPr lang="en-US" altLang="zh-CN" dirty="0"/>
              <a:t>1</a:t>
            </a:r>
            <a:r>
              <a:rPr lang="zh-CN" altLang="en-US" dirty="0"/>
              <a:t>）地址空间巨大</a:t>
            </a:r>
          </a:p>
          <a:p>
            <a:r>
              <a:rPr lang="zh-CN" altLang="en-US" dirty="0"/>
              <a:t>相比</a:t>
            </a:r>
            <a:r>
              <a:rPr lang="en-US" altLang="zh-CN" dirty="0"/>
              <a:t>IPv4</a:t>
            </a:r>
            <a:r>
              <a:rPr lang="zh-CN" altLang="en-US" dirty="0"/>
              <a:t>的地址空间而言，</a:t>
            </a:r>
            <a:r>
              <a:rPr lang="en-US" altLang="zh-CN" dirty="0"/>
              <a:t>IPv6</a:t>
            </a:r>
            <a:r>
              <a:rPr lang="zh-CN" altLang="en-US" dirty="0"/>
              <a:t>可以提供</a:t>
            </a:r>
            <a:r>
              <a:rPr lang="en-US" altLang="zh-CN" dirty="0"/>
              <a:t>2128</a:t>
            </a:r>
            <a:r>
              <a:rPr lang="zh-CN" altLang="en-US" dirty="0"/>
              <a:t>个地址空间，几乎不会被耗尽，可以满足未来网络的任何应用，比如物联网等新应用。</a:t>
            </a:r>
          </a:p>
          <a:p>
            <a:r>
              <a:rPr lang="zh-CN" altLang="en-US" dirty="0"/>
              <a:t>（</a:t>
            </a:r>
            <a:r>
              <a:rPr lang="en-US" altLang="zh-CN" dirty="0"/>
              <a:t>2</a:t>
            </a:r>
            <a:r>
              <a:rPr lang="zh-CN" altLang="en-US" dirty="0"/>
              <a:t>）层次化的路由设计</a:t>
            </a:r>
          </a:p>
          <a:p>
            <a:r>
              <a:rPr lang="en-US" altLang="zh-CN" dirty="0"/>
              <a:t>IPv6</a:t>
            </a:r>
            <a:r>
              <a:rPr lang="zh-CN" altLang="en-US" dirty="0"/>
              <a:t>地址规划设计时，吸取了</a:t>
            </a:r>
            <a:r>
              <a:rPr lang="en-US" altLang="zh-CN" dirty="0"/>
              <a:t>IPv4</a:t>
            </a:r>
            <a:r>
              <a:rPr lang="zh-CN" altLang="en-US" dirty="0"/>
              <a:t>地址分配不连续带来的问题，采用了层次化的设计方法，前</a:t>
            </a:r>
            <a:r>
              <a:rPr lang="en-US" altLang="zh-CN" dirty="0"/>
              <a:t>3</a:t>
            </a:r>
            <a:r>
              <a:rPr lang="zh-CN" altLang="en-US" dirty="0"/>
              <a:t>位固定，第</a:t>
            </a:r>
            <a:r>
              <a:rPr lang="en-US" altLang="zh-CN" dirty="0"/>
              <a:t>4~16</a:t>
            </a:r>
            <a:r>
              <a:rPr lang="zh-CN" altLang="en-US" dirty="0"/>
              <a:t>位是顶级聚合，理论上，互联网骨干设备上的</a:t>
            </a:r>
            <a:r>
              <a:rPr lang="en-US" altLang="zh-CN" dirty="0"/>
              <a:t>IPv6</a:t>
            </a:r>
            <a:r>
              <a:rPr lang="zh-CN" altLang="en-US" dirty="0"/>
              <a:t>路由表只有</a:t>
            </a:r>
            <a:r>
              <a:rPr lang="en-US" altLang="zh-CN" dirty="0"/>
              <a:t>213=8192</a:t>
            </a:r>
            <a:r>
              <a:rPr lang="zh-CN" altLang="en-US" dirty="0"/>
              <a:t>条路由信息。</a:t>
            </a:r>
          </a:p>
          <a:p>
            <a:r>
              <a:rPr lang="zh-CN" altLang="en-US" dirty="0"/>
              <a:t>（</a:t>
            </a:r>
            <a:r>
              <a:rPr lang="en-US" altLang="zh-CN" dirty="0"/>
              <a:t>3</a:t>
            </a:r>
            <a:r>
              <a:rPr lang="zh-CN" altLang="en-US" dirty="0"/>
              <a:t>）效率高，扩展灵活</a:t>
            </a:r>
          </a:p>
          <a:p>
            <a:r>
              <a:rPr lang="zh-CN" altLang="en-US" dirty="0"/>
              <a:t>相对于</a:t>
            </a:r>
            <a:r>
              <a:rPr lang="en-US" altLang="zh-CN" dirty="0"/>
              <a:t>IPv4</a:t>
            </a:r>
            <a:r>
              <a:rPr lang="zh-CN" altLang="en-US" dirty="0"/>
              <a:t>报头大小的可变成</a:t>
            </a:r>
            <a:r>
              <a:rPr lang="en-US" altLang="zh-CN" dirty="0"/>
              <a:t>20~60Byte</a:t>
            </a:r>
            <a:r>
              <a:rPr lang="zh-CN" altLang="en-US" dirty="0"/>
              <a:t>，</a:t>
            </a:r>
            <a:r>
              <a:rPr lang="en-US" altLang="zh-CN" dirty="0"/>
              <a:t>IPv6</a:t>
            </a:r>
            <a:r>
              <a:rPr lang="zh-CN" altLang="en-US" dirty="0"/>
              <a:t>报头采用定长设计，大小固定为</a:t>
            </a:r>
            <a:r>
              <a:rPr lang="en-US" altLang="zh-CN" dirty="0"/>
              <a:t>40Byte</a:t>
            </a:r>
            <a:r>
              <a:rPr lang="zh-CN" altLang="en-US" dirty="0"/>
              <a:t>。相对</a:t>
            </a:r>
            <a:r>
              <a:rPr lang="en-US" altLang="zh-CN" dirty="0"/>
              <a:t>IPv4</a:t>
            </a:r>
            <a:r>
              <a:rPr lang="zh-CN" altLang="en-US" dirty="0"/>
              <a:t>报头中数量多达</a:t>
            </a:r>
            <a:r>
              <a:rPr lang="en-US" altLang="zh-CN" dirty="0"/>
              <a:t>12</a:t>
            </a:r>
            <a:r>
              <a:rPr lang="zh-CN" altLang="en-US" dirty="0"/>
              <a:t>个的选项，</a:t>
            </a:r>
            <a:r>
              <a:rPr lang="en-US" altLang="zh-CN" dirty="0"/>
              <a:t>IPv6</a:t>
            </a:r>
            <a:r>
              <a:rPr lang="zh-CN" altLang="en-US" dirty="0"/>
              <a:t>把报头分为基本报头和扩展报头，基本报头中只包含选路所需要的</a:t>
            </a:r>
            <a:r>
              <a:rPr lang="en-US" altLang="zh-CN" dirty="0"/>
              <a:t>8</a:t>
            </a:r>
            <a:r>
              <a:rPr lang="zh-CN" altLang="en-US" dirty="0"/>
              <a:t>个基本选项，很多其他的功能都设计为扩展报头，这样有利于路由器的转发效率，同时可以根据新的需求设计出新的扩展报头，具有良好的扩展性。</a:t>
            </a:r>
          </a:p>
          <a:p>
            <a:r>
              <a:rPr lang="zh-CN" altLang="en-US" dirty="0"/>
              <a:t>（</a:t>
            </a:r>
            <a:r>
              <a:rPr lang="en-US" altLang="zh-CN" dirty="0"/>
              <a:t>4</a:t>
            </a:r>
            <a:r>
              <a:rPr lang="zh-CN" altLang="en-US" dirty="0"/>
              <a:t>）支持即插即用</a:t>
            </a:r>
          </a:p>
          <a:p>
            <a:r>
              <a:rPr lang="zh-CN" altLang="en-US" dirty="0"/>
              <a:t>设备连接到网络中，可以通过自动配置的方式获取网络前缀和参数，并自动结合设备自身的链路地址生成</a:t>
            </a:r>
            <a:r>
              <a:rPr lang="en-US" altLang="zh-CN" dirty="0"/>
              <a:t>IP</a:t>
            </a:r>
            <a:r>
              <a:rPr lang="zh-CN" altLang="en-US" dirty="0"/>
              <a:t>地址，简化了网络管理。</a:t>
            </a:r>
          </a:p>
          <a:p>
            <a:r>
              <a:rPr lang="zh-CN" altLang="en-US" dirty="0"/>
              <a:t>（</a:t>
            </a:r>
            <a:r>
              <a:rPr lang="en-US" altLang="zh-CN" dirty="0"/>
              <a:t>5</a:t>
            </a:r>
            <a:r>
              <a:rPr lang="zh-CN" altLang="en-US" dirty="0"/>
              <a:t>）更好的安全性保障</a:t>
            </a:r>
          </a:p>
          <a:p>
            <a:r>
              <a:rPr lang="zh-CN" altLang="en-US" dirty="0"/>
              <a:t>由于</a:t>
            </a:r>
            <a:r>
              <a:rPr lang="en-US" altLang="zh-CN" dirty="0"/>
              <a:t>IPv6</a:t>
            </a:r>
            <a:r>
              <a:rPr lang="zh-CN" altLang="en-US" dirty="0"/>
              <a:t>协议通过扩展报头的形式支持</a:t>
            </a:r>
            <a:r>
              <a:rPr lang="en-US" altLang="zh-CN" dirty="0" err="1"/>
              <a:t>IPSec</a:t>
            </a:r>
            <a:r>
              <a:rPr lang="zh-CN" altLang="en-US" dirty="0"/>
              <a:t>协议，无需借助其他安全加密设备，可以直接为上层数据提供加密和身份验证，保障数据传输的安全。</a:t>
            </a:r>
          </a:p>
          <a:p>
            <a:r>
              <a:rPr lang="zh-CN" altLang="en-US" dirty="0"/>
              <a:t>（</a:t>
            </a:r>
            <a:r>
              <a:rPr lang="en-US" altLang="zh-CN" dirty="0"/>
              <a:t>6</a:t>
            </a:r>
            <a:r>
              <a:rPr lang="zh-CN" altLang="en-US" dirty="0"/>
              <a:t>）引入了流标签的概念</a:t>
            </a:r>
          </a:p>
          <a:p>
            <a:r>
              <a:rPr lang="zh-CN" altLang="en-US" dirty="0"/>
              <a:t>使用</a:t>
            </a:r>
            <a:r>
              <a:rPr lang="en-US" altLang="zh-CN" dirty="0"/>
              <a:t>IPv6</a:t>
            </a:r>
            <a:r>
              <a:rPr lang="zh-CN" altLang="en-US" dirty="0"/>
              <a:t>新增加的</a:t>
            </a:r>
            <a:r>
              <a:rPr lang="en-US" altLang="zh-CN" dirty="0"/>
              <a:t>Flow Label</a:t>
            </a:r>
            <a:r>
              <a:rPr lang="zh-CN" altLang="en-US" dirty="0"/>
              <a:t>字段，加上相同的源地址和目的地址，可以标记数据包同属于某个相同的流量，业务可以根据不同的数据流进行更细的分类，实现优先级控制，比如基于流的</a:t>
            </a:r>
            <a:r>
              <a:rPr lang="en-US" altLang="zh-CN" dirty="0"/>
              <a:t>QOS</a:t>
            </a:r>
            <a:r>
              <a:rPr lang="zh-CN" altLang="en-US" dirty="0"/>
              <a:t>等应用，适合于对连接的服务质量有特殊要求的通信，诸如音频或视频等实时数据传输。</a:t>
            </a:r>
          </a:p>
          <a:p>
            <a:endParaRPr lang="zh-CN" altLang="en-US" dirty="0"/>
          </a:p>
        </p:txBody>
      </p:sp>
    </p:spTree>
    <p:extLst>
      <p:ext uri="{BB962C8B-B14F-4D97-AF65-F5344CB8AC3E}">
        <p14:creationId xmlns:p14="http://schemas.microsoft.com/office/powerpoint/2010/main" val="23055234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55613" y="766763"/>
            <a:ext cx="5932487" cy="3338512"/>
          </a:xfrm>
        </p:spPr>
      </p:sp>
      <p:sp>
        <p:nvSpPr>
          <p:cNvPr id="3" name="备注占位符 2"/>
          <p:cNvSpPr>
            <a:spLocks noGrp="1"/>
          </p:cNvSpPr>
          <p:nvPr>
            <p:ph type="body" idx="1"/>
          </p:nvPr>
        </p:nvSpPr>
        <p:spPr/>
        <p:txBody>
          <a:bodyPr/>
          <a:lstStyle/>
          <a:p>
            <a:pPr marL="180000" marR="0" lvl="0" indent="-180000" algn="l" defTabSz="1219304" rtl="0" eaLnBrk="1" fontAlgn="ctr" latinLnBrk="0" hangingPunct="1">
              <a:lnSpc>
                <a:spcPct val="125000"/>
              </a:lnSpc>
              <a:spcBef>
                <a:spcPts val="0"/>
              </a:spcBef>
              <a:spcAft>
                <a:spcPts val="600"/>
              </a:spcAft>
              <a:buClrTx/>
              <a:buSzTx/>
              <a:buFont typeface="Huawei Sans" panose="020C0503030203020204" pitchFamily="34" charset="0"/>
              <a:buChar char="•"/>
              <a:tabLst/>
              <a:defRPr/>
            </a:pPr>
            <a:r>
              <a:rPr lang="zh-CN" altLang="en-US" dirty="0"/>
              <a:t>由于</a:t>
            </a:r>
            <a:r>
              <a:rPr lang="en-US" altLang="zh-CN" dirty="0"/>
              <a:t>IPv4</a:t>
            </a:r>
            <a:r>
              <a:rPr lang="zh-CN" altLang="en-US" dirty="0"/>
              <a:t>中的报头功能字段过多，路由器查找选路的时候需要读取每一个字段，但往往很多字段都是空的，这样会导致转发效率低下，所以在</a:t>
            </a:r>
            <a:r>
              <a:rPr lang="en-US" altLang="zh-CN" dirty="0"/>
              <a:t>IPv6</a:t>
            </a:r>
            <a:r>
              <a:rPr lang="zh-CN" altLang="en-US" dirty="0"/>
              <a:t>中把报文的报头分为基本报头和扩展报头</a:t>
            </a:r>
            <a:r>
              <a:rPr lang="en-US" altLang="zh-CN" dirty="0"/>
              <a:t>2</a:t>
            </a:r>
            <a:r>
              <a:rPr lang="zh-CN" altLang="en-US" dirty="0"/>
              <a:t>部分，基本报头中只包含基本的必要属性比如源</a:t>
            </a:r>
            <a:r>
              <a:rPr lang="en-US" altLang="zh-CN" dirty="0"/>
              <a:t>IP</a:t>
            </a:r>
            <a:r>
              <a:rPr lang="zh-CN" altLang="en-US" dirty="0"/>
              <a:t>地址、目的</a:t>
            </a:r>
            <a:r>
              <a:rPr lang="en-US" altLang="zh-CN" dirty="0"/>
              <a:t>IP</a:t>
            </a:r>
            <a:r>
              <a:rPr lang="zh-CN" altLang="en-US" dirty="0"/>
              <a:t>地址等，扩展功能用扩展报头添加在基本报头的后面。</a:t>
            </a:r>
          </a:p>
          <a:p>
            <a:endParaRPr lang="zh-CN" altLang="en-US" dirty="0"/>
          </a:p>
          <a:p>
            <a:endParaRPr lang="zh-CN" altLang="en-US" dirty="0"/>
          </a:p>
        </p:txBody>
      </p:sp>
    </p:spTree>
    <p:extLst>
      <p:ext uri="{BB962C8B-B14F-4D97-AF65-F5344CB8AC3E}">
        <p14:creationId xmlns:p14="http://schemas.microsoft.com/office/powerpoint/2010/main" val="24963913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55613" y="766763"/>
            <a:ext cx="5932487" cy="3338512"/>
          </a:xfrm>
        </p:spPr>
      </p:sp>
      <p:sp>
        <p:nvSpPr>
          <p:cNvPr id="3" name="备注占位符 2"/>
          <p:cNvSpPr>
            <a:spLocks noGrp="1"/>
          </p:cNvSpPr>
          <p:nvPr>
            <p:ph type="body" idx="1"/>
          </p:nvPr>
        </p:nvSpPr>
        <p:spPr/>
        <p:txBody>
          <a:bodyPr/>
          <a:lstStyle/>
          <a:p>
            <a:pPr marL="342900" lvl="0" indent="-342900" algn="just">
              <a:spcAft>
                <a:spcPts val="0"/>
              </a:spcAft>
              <a:buFont typeface="Wingdings" panose="05000000000000000000" pitchFamily="2" charset="2"/>
              <a:buChar char=""/>
            </a:pPr>
            <a:r>
              <a:rPr lang="en-US" altLang="zh-CN" sz="1100" kern="100" dirty="0" smtClean="0">
                <a:effectLst/>
                <a:latin typeface="宋体" panose="02010600030101010101" pitchFamily="2" charset="-122"/>
                <a:ea typeface="宋体" panose="02010600030101010101" pitchFamily="2" charset="-122"/>
                <a:cs typeface="Times New Roman" panose="02020603050405020304" pitchFamily="18" charset="0"/>
              </a:rPr>
              <a:t>Version:4bit</a:t>
            </a:r>
            <a:r>
              <a:rPr lang="zh-CN" altLang="zh-CN" sz="1100" kern="100" dirty="0" smtClean="0">
                <a:effectLst/>
                <a:latin typeface="宋体" panose="02010600030101010101" pitchFamily="2" charset="-122"/>
                <a:ea typeface="宋体" panose="02010600030101010101" pitchFamily="2" charset="-122"/>
                <a:cs typeface="Times New Roman" panose="02020603050405020304" pitchFamily="18" charset="0"/>
              </a:rPr>
              <a:t>，指定</a:t>
            </a:r>
            <a:r>
              <a:rPr lang="en-US" altLang="zh-CN" sz="1100" kern="100" dirty="0" smtClean="0">
                <a:effectLst/>
                <a:latin typeface="宋体" panose="02010600030101010101" pitchFamily="2" charset="-122"/>
                <a:ea typeface="宋体" panose="02010600030101010101" pitchFamily="2" charset="-122"/>
                <a:cs typeface="Times New Roman" panose="02020603050405020304" pitchFamily="18" charset="0"/>
              </a:rPr>
              <a:t>IPv6</a:t>
            </a:r>
            <a:r>
              <a:rPr lang="zh-CN" altLang="zh-CN" sz="1100" kern="100" dirty="0" smtClean="0">
                <a:effectLst/>
                <a:latin typeface="宋体" panose="02010600030101010101" pitchFamily="2" charset="-122"/>
                <a:ea typeface="宋体" panose="02010600030101010101" pitchFamily="2" charset="-122"/>
                <a:cs typeface="Times New Roman" panose="02020603050405020304" pitchFamily="18" charset="0"/>
              </a:rPr>
              <a:t>，数值</a:t>
            </a:r>
            <a:r>
              <a:rPr lang="en-US" altLang="zh-CN" sz="1100" kern="100" dirty="0" smtClean="0">
                <a:effectLst/>
                <a:latin typeface="宋体" panose="02010600030101010101" pitchFamily="2" charset="-122"/>
                <a:ea typeface="宋体" panose="02010600030101010101" pitchFamily="2" charset="-122"/>
                <a:cs typeface="Times New Roman" panose="02020603050405020304" pitchFamily="18" charset="0"/>
              </a:rPr>
              <a:t>=6</a:t>
            </a:r>
            <a:r>
              <a:rPr lang="zh-CN" altLang="zh-CN" sz="1100" kern="100" dirty="0" smtClean="0">
                <a:effectLst/>
                <a:latin typeface="宋体" panose="02010600030101010101" pitchFamily="2" charset="-122"/>
                <a:ea typeface="宋体" panose="02010600030101010101" pitchFamily="2" charset="-122"/>
                <a:cs typeface="Times New Roman" panose="02020603050405020304" pitchFamily="18" charset="0"/>
              </a:rPr>
              <a:t>。</a:t>
            </a:r>
          </a:p>
          <a:p>
            <a:pPr marL="342900" lvl="0" indent="-342900" algn="just">
              <a:spcAft>
                <a:spcPts val="0"/>
              </a:spcAft>
              <a:buFont typeface="Wingdings" panose="05000000000000000000" pitchFamily="2" charset="2"/>
              <a:buChar char=""/>
            </a:pPr>
            <a:r>
              <a:rPr lang="en-US" altLang="zh-CN" sz="1100" kern="100" dirty="0" smtClean="0">
                <a:effectLst/>
                <a:latin typeface="宋体" panose="02010600030101010101" pitchFamily="2" charset="-122"/>
                <a:ea typeface="宋体" panose="02010600030101010101" pitchFamily="2" charset="-122"/>
                <a:cs typeface="Times New Roman" panose="02020603050405020304" pitchFamily="18" charset="0"/>
              </a:rPr>
              <a:t>Traffic Class:8bit</a:t>
            </a:r>
            <a:r>
              <a:rPr lang="zh-CN" altLang="zh-CN" sz="1100" kern="100" dirty="0" smtClean="0">
                <a:effectLst/>
                <a:latin typeface="宋体" panose="02010600030101010101" pitchFamily="2" charset="-122"/>
                <a:ea typeface="宋体" panose="02010600030101010101" pitchFamily="2" charset="-122"/>
                <a:cs typeface="Times New Roman" panose="02020603050405020304" pitchFamily="18" charset="0"/>
              </a:rPr>
              <a:t>，流量类别字段的功能跟</a:t>
            </a:r>
            <a:r>
              <a:rPr lang="en-US" altLang="zh-CN" sz="1100" kern="100" dirty="0" smtClean="0">
                <a:effectLst/>
                <a:latin typeface="宋体" panose="02010600030101010101" pitchFamily="2" charset="-122"/>
                <a:ea typeface="宋体" panose="02010600030101010101" pitchFamily="2" charset="-122"/>
                <a:cs typeface="Times New Roman" panose="02020603050405020304" pitchFamily="18" charset="0"/>
              </a:rPr>
              <a:t>IPv4</a:t>
            </a:r>
            <a:r>
              <a:rPr lang="zh-CN" altLang="zh-CN" sz="1100" kern="100" dirty="0" smtClean="0">
                <a:effectLst/>
                <a:latin typeface="宋体" panose="02010600030101010101" pitchFamily="2" charset="-122"/>
                <a:ea typeface="宋体" panose="02010600030101010101" pitchFamily="2" charset="-122"/>
                <a:cs typeface="Times New Roman" panose="02020603050405020304" pitchFamily="18" charset="0"/>
              </a:rPr>
              <a:t>中的</a:t>
            </a:r>
            <a:r>
              <a:rPr lang="en-US" altLang="zh-CN" sz="1100" kern="100" dirty="0" smtClean="0">
                <a:effectLst/>
                <a:latin typeface="宋体" panose="02010600030101010101" pitchFamily="2" charset="-122"/>
                <a:ea typeface="宋体" panose="02010600030101010101" pitchFamily="2" charset="-122"/>
                <a:cs typeface="Times New Roman" panose="02020603050405020304" pitchFamily="18" charset="0"/>
              </a:rPr>
              <a:t>TOS</a:t>
            </a:r>
            <a:r>
              <a:rPr lang="zh-CN" altLang="zh-CN" sz="1100" kern="100" dirty="0" smtClean="0">
                <a:effectLst/>
                <a:latin typeface="宋体" panose="02010600030101010101" pitchFamily="2" charset="-122"/>
                <a:ea typeface="宋体" panose="02010600030101010101" pitchFamily="2" charset="-122"/>
                <a:cs typeface="Times New Roman" panose="02020603050405020304" pitchFamily="18" charset="0"/>
              </a:rPr>
              <a:t>字段类似，用来区分不同类型或优先级的</a:t>
            </a:r>
            <a:r>
              <a:rPr lang="en-US" altLang="zh-CN" sz="1100" kern="100" dirty="0" smtClean="0">
                <a:effectLst/>
                <a:latin typeface="宋体" panose="02010600030101010101" pitchFamily="2" charset="-122"/>
                <a:ea typeface="宋体" panose="02010600030101010101" pitchFamily="2" charset="-122"/>
                <a:cs typeface="Times New Roman" panose="02020603050405020304" pitchFamily="18" charset="0"/>
              </a:rPr>
              <a:t>IPv6</a:t>
            </a:r>
            <a:r>
              <a:rPr lang="zh-CN" altLang="zh-CN" sz="1100" kern="100" dirty="0" smtClean="0">
                <a:effectLst/>
                <a:latin typeface="宋体" panose="02010600030101010101" pitchFamily="2" charset="-122"/>
                <a:ea typeface="宋体" panose="02010600030101010101" pitchFamily="2" charset="-122"/>
                <a:cs typeface="Times New Roman" panose="02020603050405020304" pitchFamily="18" charset="0"/>
              </a:rPr>
              <a:t>数据包，该字段根据</a:t>
            </a:r>
            <a:r>
              <a:rPr lang="en-US" altLang="zh-CN" sz="1100" kern="100" dirty="0" smtClean="0">
                <a:effectLst/>
                <a:latin typeface="宋体" panose="02010600030101010101" pitchFamily="2" charset="-122"/>
                <a:ea typeface="宋体" panose="02010600030101010101" pitchFamily="2" charset="-122"/>
                <a:cs typeface="Times New Roman" panose="02020603050405020304" pitchFamily="18" charset="0"/>
              </a:rPr>
              <a:t>RFC2647</a:t>
            </a:r>
            <a:r>
              <a:rPr lang="zh-CN" altLang="zh-CN" sz="1100" kern="100" dirty="0" smtClean="0">
                <a:effectLst/>
                <a:latin typeface="宋体" panose="02010600030101010101" pitchFamily="2" charset="-122"/>
                <a:ea typeface="宋体" panose="02010600030101010101" pitchFamily="2" charset="-122"/>
                <a:cs typeface="Times New Roman" panose="02020603050405020304" pitchFamily="18" charset="0"/>
              </a:rPr>
              <a:t>中定义的差分服务技术，使用了</a:t>
            </a:r>
            <a:r>
              <a:rPr lang="en-US" altLang="zh-CN" sz="1100" kern="100" dirty="0" smtClean="0">
                <a:effectLst/>
                <a:latin typeface="宋体" panose="02010600030101010101" pitchFamily="2" charset="-122"/>
                <a:ea typeface="宋体" panose="02010600030101010101" pitchFamily="2" charset="-122"/>
                <a:cs typeface="Times New Roman" panose="02020603050405020304" pitchFamily="18" charset="0"/>
              </a:rPr>
              <a:t>6bit</a:t>
            </a:r>
            <a:r>
              <a:rPr lang="zh-CN" altLang="zh-CN" sz="1100" kern="100" dirty="0" smtClean="0">
                <a:effectLst/>
                <a:latin typeface="宋体" panose="02010600030101010101" pitchFamily="2" charset="-122"/>
                <a:ea typeface="宋体" panose="02010600030101010101" pitchFamily="2" charset="-122"/>
                <a:cs typeface="Times New Roman" panose="02020603050405020304" pitchFamily="18" charset="0"/>
              </a:rPr>
              <a:t>作为</a:t>
            </a:r>
            <a:r>
              <a:rPr lang="en-US" altLang="zh-CN" sz="1100" kern="100" dirty="0" smtClean="0">
                <a:effectLst/>
                <a:latin typeface="宋体" panose="02010600030101010101" pitchFamily="2" charset="-122"/>
                <a:ea typeface="宋体" panose="02010600030101010101" pitchFamily="2" charset="-122"/>
                <a:cs typeface="Times New Roman" panose="02020603050405020304" pitchFamily="18" charset="0"/>
              </a:rPr>
              <a:t>DSCP</a:t>
            </a:r>
            <a:r>
              <a:rPr lang="zh-CN" altLang="zh-CN" sz="1100" kern="100" dirty="0" smtClean="0">
                <a:effectLst/>
                <a:latin typeface="宋体" panose="02010600030101010101" pitchFamily="2" charset="-122"/>
                <a:ea typeface="宋体" panose="02010600030101010101" pitchFamily="2" charset="-122"/>
                <a:cs typeface="Times New Roman" panose="02020603050405020304" pitchFamily="18" charset="0"/>
              </a:rPr>
              <a:t>，可以表示的</a:t>
            </a:r>
            <a:r>
              <a:rPr lang="en-US" altLang="zh-CN" sz="1100" kern="100" dirty="0" smtClean="0">
                <a:effectLst/>
                <a:latin typeface="宋体" panose="02010600030101010101" pitchFamily="2" charset="-122"/>
                <a:ea typeface="宋体" panose="02010600030101010101" pitchFamily="2" charset="-122"/>
                <a:cs typeface="Times New Roman" panose="02020603050405020304" pitchFamily="18" charset="0"/>
              </a:rPr>
              <a:t>DSCP</a:t>
            </a:r>
            <a:r>
              <a:rPr lang="zh-CN" altLang="zh-CN" sz="1100" kern="100" dirty="0" smtClean="0">
                <a:effectLst/>
                <a:latin typeface="宋体" panose="02010600030101010101" pitchFamily="2" charset="-122"/>
                <a:ea typeface="宋体" panose="02010600030101010101" pitchFamily="2" charset="-122"/>
                <a:cs typeface="Times New Roman" panose="02020603050405020304" pitchFamily="18" charset="0"/>
              </a:rPr>
              <a:t>值的范围为</a:t>
            </a:r>
            <a:r>
              <a:rPr lang="en-US" altLang="zh-CN" sz="1100" kern="100" dirty="0" smtClean="0">
                <a:effectLst/>
                <a:latin typeface="宋体" panose="02010600030101010101" pitchFamily="2" charset="-122"/>
                <a:ea typeface="宋体" panose="02010600030101010101" pitchFamily="2" charset="-122"/>
                <a:cs typeface="Times New Roman" panose="02020603050405020304" pitchFamily="18" charset="0"/>
              </a:rPr>
              <a:t>0~63</a:t>
            </a:r>
            <a:r>
              <a:rPr lang="zh-CN" altLang="zh-CN" sz="1100" kern="100" dirty="0" smtClean="0">
                <a:effectLst/>
                <a:latin typeface="宋体" panose="02010600030101010101" pitchFamily="2" charset="-122"/>
                <a:ea typeface="宋体" panose="02010600030101010101" pitchFamily="2" charset="-122"/>
                <a:cs typeface="Times New Roman" panose="02020603050405020304" pitchFamily="18" charset="0"/>
              </a:rPr>
              <a:t>。</a:t>
            </a:r>
          </a:p>
          <a:p>
            <a:pPr marL="342900" lvl="0" indent="-342900" algn="just">
              <a:spcAft>
                <a:spcPts val="0"/>
              </a:spcAft>
              <a:buFont typeface="Wingdings" panose="05000000000000000000" pitchFamily="2" charset="2"/>
              <a:buChar char=""/>
            </a:pPr>
            <a:r>
              <a:rPr lang="en-US" altLang="zh-CN" sz="1100" kern="100" dirty="0" smtClean="0">
                <a:effectLst/>
                <a:latin typeface="宋体" panose="02010600030101010101" pitchFamily="2" charset="-122"/>
                <a:ea typeface="宋体" panose="02010600030101010101" pitchFamily="2" charset="-122"/>
                <a:cs typeface="Times New Roman" panose="02020603050405020304" pitchFamily="18" charset="0"/>
              </a:rPr>
              <a:t>Flow Label:20bit</a:t>
            </a:r>
            <a:r>
              <a:rPr lang="zh-CN" altLang="zh-CN" sz="1100" kern="100" dirty="0" smtClean="0">
                <a:effectLst/>
                <a:latin typeface="宋体" panose="02010600030101010101" pitchFamily="2" charset="-122"/>
                <a:ea typeface="宋体" panose="02010600030101010101" pitchFamily="2" charset="-122"/>
                <a:cs typeface="Times New Roman" panose="02020603050405020304" pitchFamily="18" charset="0"/>
              </a:rPr>
              <a:t>，用作标识同一个数据流，此字段为</a:t>
            </a:r>
            <a:r>
              <a:rPr lang="en-US" altLang="zh-CN" sz="1100" kern="100" dirty="0" smtClean="0">
                <a:effectLst/>
                <a:latin typeface="宋体" panose="02010600030101010101" pitchFamily="2" charset="-122"/>
                <a:ea typeface="宋体" panose="02010600030101010101" pitchFamily="2" charset="-122"/>
                <a:cs typeface="Times New Roman" panose="02020603050405020304" pitchFamily="18" charset="0"/>
              </a:rPr>
              <a:t>IPv6</a:t>
            </a:r>
            <a:r>
              <a:rPr lang="zh-CN" altLang="zh-CN" sz="1100" kern="100" dirty="0" smtClean="0">
                <a:effectLst/>
                <a:latin typeface="宋体" panose="02010600030101010101" pitchFamily="2" charset="-122"/>
                <a:ea typeface="宋体" panose="02010600030101010101" pitchFamily="2" charset="-122"/>
                <a:cs typeface="Times New Roman" panose="02020603050405020304" pitchFamily="18" charset="0"/>
              </a:rPr>
              <a:t>新增字段。由于可以标记一个流中的所有数据包，所以路由器可以利用该字段来辨别一个流，而不用处理流中每个数据包头，提高了处理效率。目前该字段的使用还在试用阶段。</a:t>
            </a:r>
          </a:p>
          <a:p>
            <a:pPr marL="342900" lvl="0" indent="-342900" algn="just">
              <a:spcAft>
                <a:spcPts val="0"/>
              </a:spcAft>
              <a:buFont typeface="Wingdings" panose="05000000000000000000" pitchFamily="2" charset="2"/>
              <a:buChar char=""/>
            </a:pPr>
            <a:r>
              <a:rPr lang="en-US" altLang="zh-CN" sz="1100" kern="100" dirty="0" smtClean="0">
                <a:effectLst/>
                <a:latin typeface="宋体" panose="02010600030101010101" pitchFamily="2" charset="-122"/>
                <a:ea typeface="宋体" panose="02010600030101010101" pitchFamily="2" charset="-122"/>
                <a:cs typeface="Times New Roman" panose="02020603050405020304" pitchFamily="18" charset="0"/>
              </a:rPr>
              <a:t>Payload Length:16bit</a:t>
            </a:r>
            <a:r>
              <a:rPr lang="zh-CN" altLang="zh-CN" sz="1100" kern="100" dirty="0" smtClean="0">
                <a:effectLst/>
                <a:latin typeface="宋体" panose="02010600030101010101" pitchFamily="2" charset="-122"/>
                <a:ea typeface="宋体" panose="02010600030101010101" pitchFamily="2" charset="-122"/>
                <a:cs typeface="Times New Roman" panose="02020603050405020304" pitchFamily="18" charset="0"/>
              </a:rPr>
              <a:t>，数据包的有效载荷，指报头后的数据内容长度，单位是</a:t>
            </a:r>
            <a:r>
              <a:rPr lang="en-US" altLang="zh-CN" sz="1100" kern="100" dirty="0" smtClean="0">
                <a:effectLst/>
                <a:latin typeface="宋体" panose="02010600030101010101" pitchFamily="2" charset="-122"/>
                <a:ea typeface="宋体" panose="02010600030101010101" pitchFamily="2" charset="-122"/>
                <a:cs typeface="Times New Roman" panose="02020603050405020304" pitchFamily="18" charset="0"/>
              </a:rPr>
              <a:t>Byte</a:t>
            </a:r>
            <a:r>
              <a:rPr lang="zh-CN" altLang="zh-CN" sz="1100" kern="100" dirty="0" smtClean="0">
                <a:effectLst/>
                <a:latin typeface="宋体" panose="02010600030101010101" pitchFamily="2" charset="-122"/>
                <a:ea typeface="宋体" panose="02010600030101010101" pitchFamily="2" charset="-122"/>
                <a:cs typeface="Times New Roman" panose="02020603050405020304" pitchFamily="18" charset="0"/>
              </a:rPr>
              <a:t>，最大数值为</a:t>
            </a:r>
            <a:r>
              <a:rPr lang="en-US" altLang="zh-CN" sz="1100" kern="100" dirty="0" smtClean="0">
                <a:effectLst/>
                <a:latin typeface="宋体" panose="02010600030101010101" pitchFamily="2" charset="-122"/>
                <a:ea typeface="宋体" panose="02010600030101010101" pitchFamily="2" charset="-122"/>
                <a:cs typeface="Times New Roman" panose="02020603050405020304" pitchFamily="18" charset="0"/>
              </a:rPr>
              <a:t>65535</a:t>
            </a:r>
            <a:r>
              <a:rPr lang="zh-CN" altLang="zh-CN" sz="1100" kern="100" dirty="0" smtClean="0">
                <a:effectLst/>
                <a:latin typeface="宋体" panose="02010600030101010101" pitchFamily="2" charset="-122"/>
                <a:ea typeface="宋体" panose="02010600030101010101" pitchFamily="2" charset="-122"/>
                <a:cs typeface="Times New Roman" panose="02020603050405020304" pitchFamily="18" charset="0"/>
              </a:rPr>
              <a:t>，指</a:t>
            </a:r>
            <a:r>
              <a:rPr lang="en-US" altLang="zh-CN" sz="1100" kern="100" dirty="0" smtClean="0">
                <a:effectLst/>
                <a:latin typeface="宋体" panose="02010600030101010101" pitchFamily="2" charset="-122"/>
                <a:ea typeface="宋体" panose="02010600030101010101" pitchFamily="2" charset="-122"/>
                <a:cs typeface="Times New Roman" panose="02020603050405020304" pitchFamily="18" charset="0"/>
              </a:rPr>
              <a:t>IPv6</a:t>
            </a:r>
            <a:r>
              <a:rPr lang="zh-CN" altLang="zh-CN" sz="1100" kern="100" dirty="0" smtClean="0">
                <a:effectLst/>
                <a:latin typeface="宋体" panose="02010600030101010101" pitchFamily="2" charset="-122"/>
                <a:ea typeface="宋体" panose="02010600030101010101" pitchFamily="2" charset="-122"/>
                <a:cs typeface="Times New Roman" panose="02020603050405020304" pitchFamily="18" charset="0"/>
              </a:rPr>
              <a:t>基本报头后面的长度，包含扩展报头部分。该字段和</a:t>
            </a:r>
            <a:r>
              <a:rPr lang="en-US" altLang="zh-CN" sz="1100" kern="100" dirty="0" smtClean="0">
                <a:effectLst/>
                <a:latin typeface="宋体" panose="02010600030101010101" pitchFamily="2" charset="-122"/>
                <a:ea typeface="宋体" panose="02010600030101010101" pitchFamily="2" charset="-122"/>
                <a:cs typeface="Times New Roman" panose="02020603050405020304" pitchFamily="18" charset="0"/>
              </a:rPr>
              <a:t>IPv4</a:t>
            </a:r>
            <a:r>
              <a:rPr lang="zh-CN" altLang="zh-CN" sz="1100" kern="100" dirty="0" smtClean="0">
                <a:effectLst/>
                <a:latin typeface="宋体" panose="02010600030101010101" pitchFamily="2" charset="-122"/>
                <a:ea typeface="宋体" panose="02010600030101010101" pitchFamily="2" charset="-122"/>
                <a:cs typeface="Times New Roman" panose="02020603050405020304" pitchFamily="18" charset="0"/>
              </a:rPr>
              <a:t>报文头部中的总长度字段不同点在于，</a:t>
            </a:r>
            <a:r>
              <a:rPr lang="en-US" altLang="zh-CN" sz="1100" kern="100" dirty="0" smtClean="0">
                <a:effectLst/>
                <a:latin typeface="宋体" panose="02010600030101010101" pitchFamily="2" charset="-122"/>
                <a:ea typeface="宋体" panose="02010600030101010101" pitchFamily="2" charset="-122"/>
                <a:cs typeface="Times New Roman" panose="02020603050405020304" pitchFamily="18" charset="0"/>
              </a:rPr>
              <a:t>IPv4</a:t>
            </a:r>
            <a:r>
              <a:rPr lang="zh-CN" altLang="zh-CN" sz="1100" kern="100" dirty="0" smtClean="0">
                <a:effectLst/>
                <a:latin typeface="宋体" panose="02010600030101010101" pitchFamily="2" charset="-122"/>
                <a:ea typeface="宋体" panose="02010600030101010101" pitchFamily="2" charset="-122"/>
                <a:cs typeface="Times New Roman" panose="02020603050405020304" pitchFamily="18" charset="0"/>
              </a:rPr>
              <a:t>报头中总长度字段是指报头和数据两部分的长度，而</a:t>
            </a:r>
            <a:r>
              <a:rPr lang="en-US" altLang="zh-CN" sz="1100" kern="100" dirty="0" smtClean="0">
                <a:effectLst/>
                <a:latin typeface="宋体" panose="02010600030101010101" pitchFamily="2" charset="-122"/>
                <a:ea typeface="宋体" panose="02010600030101010101" pitchFamily="2" charset="-122"/>
                <a:cs typeface="Times New Roman" panose="02020603050405020304" pitchFamily="18" charset="0"/>
              </a:rPr>
              <a:t>IPv6</a:t>
            </a:r>
            <a:r>
              <a:rPr lang="zh-CN" altLang="zh-CN" sz="1100" kern="100" dirty="0" smtClean="0">
                <a:effectLst/>
                <a:latin typeface="宋体" panose="02010600030101010101" pitchFamily="2" charset="-122"/>
                <a:ea typeface="宋体" panose="02010600030101010101" pitchFamily="2" charset="-122"/>
                <a:cs typeface="Times New Roman" panose="02020603050405020304" pitchFamily="18" charset="0"/>
              </a:rPr>
              <a:t>的有效载荷字段只是指数据部分的长度，不包括</a:t>
            </a:r>
            <a:r>
              <a:rPr lang="en-US" altLang="zh-CN" sz="1100" kern="100" dirty="0" smtClean="0">
                <a:effectLst/>
                <a:latin typeface="宋体" panose="02010600030101010101" pitchFamily="2" charset="-122"/>
                <a:ea typeface="宋体" panose="02010600030101010101" pitchFamily="2" charset="-122"/>
                <a:cs typeface="Times New Roman" panose="02020603050405020304" pitchFamily="18" charset="0"/>
              </a:rPr>
              <a:t>IPv6</a:t>
            </a:r>
            <a:r>
              <a:rPr lang="zh-CN" altLang="zh-CN" sz="1100" kern="100" dirty="0" smtClean="0">
                <a:effectLst/>
                <a:latin typeface="宋体" panose="02010600030101010101" pitchFamily="2" charset="-122"/>
                <a:ea typeface="宋体" panose="02010600030101010101" pitchFamily="2" charset="-122"/>
                <a:cs typeface="Times New Roman" panose="02020603050405020304" pitchFamily="18" charset="0"/>
              </a:rPr>
              <a:t>基本报头。</a:t>
            </a:r>
          </a:p>
          <a:p>
            <a:pPr marL="342900" lvl="0" indent="-342900" algn="just">
              <a:spcAft>
                <a:spcPts val="0"/>
              </a:spcAft>
              <a:buFont typeface="Wingdings" panose="05000000000000000000" pitchFamily="2" charset="2"/>
              <a:buChar char=""/>
            </a:pPr>
            <a:r>
              <a:rPr lang="en-US" altLang="zh-CN" sz="1100" kern="100" dirty="0" smtClean="0">
                <a:effectLst/>
                <a:latin typeface="宋体" panose="02010600030101010101" pitchFamily="2" charset="-122"/>
                <a:ea typeface="宋体" panose="02010600030101010101" pitchFamily="2" charset="-122"/>
                <a:cs typeface="Times New Roman" panose="02020603050405020304" pitchFamily="18" charset="0"/>
              </a:rPr>
              <a:t>Next Header:8bit</a:t>
            </a:r>
            <a:r>
              <a:rPr lang="zh-CN" altLang="zh-CN" sz="1100" kern="100" dirty="0" smtClean="0">
                <a:effectLst/>
                <a:latin typeface="宋体" panose="02010600030101010101" pitchFamily="2" charset="-122"/>
                <a:ea typeface="宋体" panose="02010600030101010101" pitchFamily="2" charset="-122"/>
                <a:cs typeface="Times New Roman" panose="02020603050405020304" pitchFamily="18" charset="0"/>
              </a:rPr>
              <a:t>，指明跟在基本报头后面是哪种扩展报头或者上层协议中的协议类型。如果只有基本报头而无扩展报头，那么该字段的值指示的是数据部分所承载的协议类型，这一点类似于</a:t>
            </a:r>
            <a:r>
              <a:rPr lang="en-US" altLang="zh-CN" sz="1100" kern="100" dirty="0" smtClean="0">
                <a:effectLst/>
                <a:latin typeface="宋体" panose="02010600030101010101" pitchFamily="2" charset="-122"/>
                <a:ea typeface="宋体" panose="02010600030101010101" pitchFamily="2" charset="-122"/>
                <a:cs typeface="Times New Roman" panose="02020603050405020304" pitchFamily="18" charset="0"/>
              </a:rPr>
              <a:t>IPv4</a:t>
            </a:r>
            <a:r>
              <a:rPr lang="zh-CN" altLang="zh-CN" sz="1100" kern="100" dirty="0" smtClean="0">
                <a:effectLst/>
                <a:latin typeface="宋体" panose="02010600030101010101" pitchFamily="2" charset="-122"/>
                <a:ea typeface="宋体" panose="02010600030101010101" pitchFamily="2" charset="-122"/>
                <a:cs typeface="Times New Roman" panose="02020603050405020304" pitchFamily="18" charset="0"/>
              </a:rPr>
              <a:t>报头中的协议宇段，而且与</a:t>
            </a:r>
            <a:r>
              <a:rPr lang="en-US" altLang="zh-CN" sz="1100" kern="100" dirty="0" smtClean="0">
                <a:effectLst/>
                <a:latin typeface="宋体" panose="02010600030101010101" pitchFamily="2" charset="-122"/>
                <a:ea typeface="宋体" panose="02010600030101010101" pitchFamily="2" charset="-122"/>
                <a:cs typeface="Times New Roman" panose="02020603050405020304" pitchFamily="18" charset="0"/>
              </a:rPr>
              <a:t>IPv4</a:t>
            </a:r>
            <a:r>
              <a:rPr lang="zh-CN" altLang="zh-CN" sz="1100" kern="100" dirty="0" smtClean="0">
                <a:effectLst/>
                <a:latin typeface="宋体" panose="02010600030101010101" pitchFamily="2" charset="-122"/>
                <a:ea typeface="宋体" panose="02010600030101010101" pitchFamily="2" charset="-122"/>
                <a:cs typeface="Times New Roman" panose="02020603050405020304" pitchFamily="18" charset="0"/>
              </a:rPr>
              <a:t>的协议字段使用相同的协议值，比如</a:t>
            </a:r>
            <a:r>
              <a:rPr lang="en-US" altLang="zh-CN" sz="1100" kern="100" dirty="0" smtClean="0">
                <a:effectLst/>
                <a:latin typeface="宋体" panose="02010600030101010101" pitchFamily="2" charset="-122"/>
                <a:ea typeface="宋体" panose="02010600030101010101" pitchFamily="2" charset="-122"/>
                <a:cs typeface="Times New Roman" panose="02020603050405020304" pitchFamily="18" charset="0"/>
              </a:rPr>
              <a:t>UDP</a:t>
            </a:r>
            <a:r>
              <a:rPr lang="zh-CN" altLang="zh-CN" sz="1100" kern="100" dirty="0" smtClean="0">
                <a:effectLst/>
                <a:latin typeface="宋体" panose="02010600030101010101" pitchFamily="2" charset="-122"/>
                <a:ea typeface="宋体" panose="02010600030101010101" pitchFamily="2" charset="-122"/>
                <a:cs typeface="Times New Roman" panose="02020603050405020304" pitchFamily="18" charset="0"/>
              </a:rPr>
              <a:t>为</a:t>
            </a:r>
            <a:r>
              <a:rPr lang="en-US" altLang="zh-CN" sz="1100" kern="100" dirty="0" smtClean="0">
                <a:effectLst/>
                <a:latin typeface="宋体" panose="02010600030101010101" pitchFamily="2" charset="-122"/>
                <a:ea typeface="宋体" panose="02010600030101010101" pitchFamily="2" charset="-122"/>
                <a:cs typeface="Times New Roman" panose="02020603050405020304" pitchFamily="18" charset="0"/>
              </a:rPr>
              <a:t>6</a:t>
            </a:r>
            <a:r>
              <a:rPr lang="zh-CN" altLang="zh-CN" sz="1100" kern="100" dirty="0" smtClean="0">
                <a:effectLst/>
                <a:latin typeface="宋体" panose="02010600030101010101" pitchFamily="2" charset="-122"/>
                <a:ea typeface="宋体" panose="02010600030101010101" pitchFamily="2" charset="-122"/>
                <a:cs typeface="Times New Roman" panose="02020603050405020304" pitchFamily="18" charset="0"/>
              </a:rPr>
              <a:t>，</a:t>
            </a:r>
            <a:r>
              <a:rPr lang="en-US" altLang="zh-CN" sz="1100" kern="100" dirty="0" smtClean="0">
                <a:effectLst/>
                <a:latin typeface="宋体" panose="02010600030101010101" pitchFamily="2" charset="-122"/>
                <a:ea typeface="宋体" panose="02010600030101010101" pitchFamily="2" charset="-122"/>
                <a:cs typeface="Times New Roman" panose="02020603050405020304" pitchFamily="18" charset="0"/>
              </a:rPr>
              <a:t>TCP</a:t>
            </a:r>
            <a:r>
              <a:rPr lang="zh-CN" altLang="zh-CN" sz="1100" kern="100" dirty="0" smtClean="0">
                <a:effectLst/>
                <a:latin typeface="宋体" panose="02010600030101010101" pitchFamily="2" charset="-122"/>
                <a:ea typeface="宋体" panose="02010600030101010101" pitchFamily="2" charset="-122"/>
                <a:cs typeface="Times New Roman" panose="02020603050405020304" pitchFamily="18" charset="0"/>
              </a:rPr>
              <a:t>为</a:t>
            </a:r>
            <a:r>
              <a:rPr lang="en-US" altLang="zh-CN" sz="1100" kern="100" dirty="0" smtClean="0">
                <a:effectLst/>
                <a:latin typeface="宋体" panose="02010600030101010101" pitchFamily="2" charset="-122"/>
                <a:ea typeface="宋体" panose="02010600030101010101" pitchFamily="2" charset="-122"/>
                <a:cs typeface="Times New Roman" panose="02020603050405020304" pitchFamily="18" charset="0"/>
              </a:rPr>
              <a:t>17</a:t>
            </a:r>
            <a:r>
              <a:rPr lang="zh-CN" altLang="zh-CN" sz="1100" kern="100" dirty="0" smtClean="0">
                <a:effectLst/>
                <a:latin typeface="宋体" panose="02010600030101010101" pitchFamily="2" charset="-122"/>
                <a:ea typeface="宋体" panose="02010600030101010101" pitchFamily="2" charset="-122"/>
                <a:cs typeface="Times New Roman" panose="02020603050405020304" pitchFamily="18" charset="0"/>
              </a:rPr>
              <a:t>。表</a:t>
            </a:r>
            <a:r>
              <a:rPr lang="en-US" altLang="zh-CN" sz="1100" kern="100" dirty="0" smtClean="0">
                <a:effectLst/>
                <a:latin typeface="宋体" panose="02010600030101010101" pitchFamily="2" charset="-122"/>
                <a:ea typeface="宋体" panose="02010600030101010101" pitchFamily="2" charset="-122"/>
                <a:cs typeface="Times New Roman" panose="02020603050405020304" pitchFamily="18" charset="0"/>
              </a:rPr>
              <a:t>7-1</a:t>
            </a:r>
            <a:r>
              <a:rPr lang="zh-CN" altLang="zh-CN" sz="1100" kern="100" dirty="0" smtClean="0">
                <a:effectLst/>
                <a:latin typeface="宋体" panose="02010600030101010101" pitchFamily="2" charset="-122"/>
                <a:ea typeface="宋体" panose="02010600030101010101" pitchFamily="2" charset="-122"/>
                <a:cs typeface="Times New Roman" panose="02020603050405020304" pitchFamily="18" charset="0"/>
              </a:rPr>
              <a:t>列出了常用的上层协议及对应的</a:t>
            </a:r>
            <a:r>
              <a:rPr lang="en-US" altLang="zh-CN" sz="1100" kern="100" dirty="0" smtClean="0">
                <a:effectLst/>
                <a:latin typeface="宋体" panose="02010600030101010101" pitchFamily="2" charset="-122"/>
                <a:ea typeface="宋体" panose="02010600030101010101" pitchFamily="2" charset="-122"/>
                <a:cs typeface="Times New Roman" panose="02020603050405020304" pitchFamily="18" charset="0"/>
              </a:rPr>
              <a:t>Next Header</a:t>
            </a:r>
            <a:r>
              <a:rPr lang="zh-CN" altLang="zh-CN" sz="1100" kern="100" dirty="0" smtClean="0">
                <a:effectLst/>
                <a:latin typeface="宋体" panose="02010600030101010101" pitchFamily="2" charset="-122"/>
                <a:ea typeface="宋体" panose="02010600030101010101" pitchFamily="2" charset="-122"/>
                <a:cs typeface="Times New Roman" panose="02020603050405020304" pitchFamily="18" charset="0"/>
              </a:rPr>
              <a:t>值。</a:t>
            </a:r>
          </a:p>
          <a:p>
            <a:pPr marL="342900" lvl="0" indent="-342900" algn="just">
              <a:spcAft>
                <a:spcPts val="0"/>
              </a:spcAft>
              <a:buFont typeface="Wingdings" panose="05000000000000000000" pitchFamily="2" charset="2"/>
              <a:buChar char=""/>
            </a:pPr>
            <a:r>
              <a:rPr lang="en-US" altLang="zh-CN" sz="1100" kern="100" dirty="0" smtClean="0">
                <a:effectLst/>
                <a:latin typeface="宋体" panose="02010600030101010101" pitchFamily="2" charset="-122"/>
                <a:ea typeface="宋体" panose="02010600030101010101" pitchFamily="2" charset="-122"/>
                <a:cs typeface="Times New Roman" panose="02020603050405020304" pitchFamily="18" charset="0"/>
              </a:rPr>
              <a:t>Hop Limit:8bit</a:t>
            </a:r>
            <a:r>
              <a:rPr lang="zh-CN" altLang="zh-CN" sz="1100" kern="100" dirty="0" smtClean="0">
                <a:effectLst/>
                <a:latin typeface="宋体" panose="02010600030101010101" pitchFamily="2" charset="-122"/>
                <a:ea typeface="宋体" panose="02010600030101010101" pitchFamily="2" charset="-122"/>
                <a:cs typeface="Times New Roman" panose="02020603050405020304" pitchFamily="18" charset="0"/>
              </a:rPr>
              <a:t>，功能类似于</a:t>
            </a:r>
            <a:r>
              <a:rPr lang="en-US" altLang="zh-CN" sz="1100" kern="100" dirty="0" smtClean="0">
                <a:effectLst/>
                <a:latin typeface="宋体" panose="02010600030101010101" pitchFamily="2" charset="-122"/>
                <a:ea typeface="宋体" panose="02010600030101010101" pitchFamily="2" charset="-122"/>
                <a:cs typeface="Times New Roman" panose="02020603050405020304" pitchFamily="18" charset="0"/>
              </a:rPr>
              <a:t>IPv4</a:t>
            </a:r>
            <a:r>
              <a:rPr lang="zh-CN" altLang="zh-CN" sz="1100" kern="100" dirty="0" smtClean="0">
                <a:effectLst/>
                <a:latin typeface="宋体" panose="02010600030101010101" pitchFamily="2" charset="-122"/>
                <a:ea typeface="宋体" panose="02010600030101010101" pitchFamily="2" charset="-122"/>
                <a:cs typeface="Times New Roman" panose="02020603050405020304" pitchFamily="18" charset="0"/>
              </a:rPr>
              <a:t>中的</a:t>
            </a:r>
            <a:r>
              <a:rPr lang="en-US" altLang="zh-CN" sz="1100" kern="100" dirty="0" smtClean="0">
                <a:effectLst/>
                <a:latin typeface="宋体" panose="02010600030101010101" pitchFamily="2" charset="-122"/>
                <a:ea typeface="宋体" panose="02010600030101010101" pitchFamily="2" charset="-122"/>
                <a:cs typeface="Times New Roman" panose="02020603050405020304" pitchFamily="18" charset="0"/>
              </a:rPr>
              <a:t>TTL</a:t>
            </a:r>
            <a:r>
              <a:rPr lang="zh-CN" altLang="zh-CN" sz="1100" kern="100" dirty="0" smtClean="0">
                <a:effectLst/>
                <a:latin typeface="宋体" panose="02010600030101010101" pitchFamily="2" charset="-122"/>
                <a:ea typeface="宋体" panose="02010600030101010101" pitchFamily="2" charset="-122"/>
                <a:cs typeface="Times New Roman" panose="02020603050405020304" pitchFamily="18" charset="0"/>
              </a:rPr>
              <a:t>字段，最大值为</a:t>
            </a:r>
            <a:r>
              <a:rPr lang="en-US" altLang="zh-CN" sz="1100" kern="100" dirty="0" smtClean="0">
                <a:effectLst/>
                <a:latin typeface="宋体" panose="02010600030101010101" pitchFamily="2" charset="-122"/>
                <a:ea typeface="宋体" panose="02010600030101010101" pitchFamily="2" charset="-122"/>
                <a:cs typeface="Times New Roman" panose="02020603050405020304" pitchFamily="18" charset="0"/>
              </a:rPr>
              <a:t>255</a:t>
            </a:r>
            <a:r>
              <a:rPr lang="zh-CN" altLang="zh-CN" sz="1100" kern="100" dirty="0" smtClean="0">
                <a:effectLst/>
                <a:latin typeface="宋体" panose="02010600030101010101" pitchFamily="2" charset="-122"/>
                <a:ea typeface="宋体" panose="02010600030101010101" pitchFamily="2" charset="-122"/>
                <a:cs typeface="Times New Roman" panose="02020603050405020304" pitchFamily="18" charset="0"/>
              </a:rPr>
              <a:t>，报文每经过一跳，该字段值会减</a:t>
            </a:r>
            <a:r>
              <a:rPr lang="en-US" altLang="zh-CN" sz="1100" kern="100" dirty="0" smtClean="0">
                <a:effectLst/>
                <a:latin typeface="宋体" panose="02010600030101010101" pitchFamily="2" charset="-122"/>
                <a:ea typeface="宋体" panose="02010600030101010101" pitchFamily="2" charset="-122"/>
                <a:cs typeface="Times New Roman" panose="02020603050405020304" pitchFamily="18" charset="0"/>
              </a:rPr>
              <a:t>1</a:t>
            </a:r>
            <a:r>
              <a:rPr lang="zh-CN" altLang="zh-CN" sz="1100" kern="100" dirty="0" smtClean="0">
                <a:effectLst/>
                <a:latin typeface="宋体" panose="02010600030101010101" pitchFamily="2" charset="-122"/>
                <a:ea typeface="宋体" panose="02010600030101010101" pitchFamily="2" charset="-122"/>
                <a:cs typeface="Times New Roman" panose="02020603050405020304" pitchFamily="18" charset="0"/>
              </a:rPr>
              <a:t>，减到</a:t>
            </a:r>
            <a:r>
              <a:rPr lang="en-US" altLang="zh-CN" sz="1100" kern="100" dirty="0" smtClean="0">
                <a:effectLst/>
                <a:latin typeface="宋体" panose="02010600030101010101" pitchFamily="2" charset="-122"/>
                <a:ea typeface="宋体" panose="02010600030101010101" pitchFamily="2" charset="-122"/>
                <a:cs typeface="Times New Roman" panose="02020603050405020304" pitchFamily="18" charset="0"/>
              </a:rPr>
              <a:t>0</a:t>
            </a:r>
            <a:r>
              <a:rPr lang="zh-CN" altLang="zh-CN" sz="1100" kern="100" dirty="0" smtClean="0">
                <a:effectLst/>
                <a:latin typeface="宋体" panose="02010600030101010101" pitchFamily="2" charset="-122"/>
                <a:ea typeface="宋体" panose="02010600030101010101" pitchFamily="2" charset="-122"/>
                <a:cs typeface="Times New Roman" panose="02020603050405020304" pitchFamily="18" charset="0"/>
              </a:rPr>
              <a:t>后数据包被丢弃。对于</a:t>
            </a:r>
            <a:r>
              <a:rPr lang="en-US" altLang="zh-CN" sz="1100" kern="100" dirty="0" smtClean="0">
                <a:effectLst/>
                <a:latin typeface="宋体" panose="02010600030101010101" pitchFamily="2" charset="-122"/>
                <a:ea typeface="宋体" panose="02010600030101010101" pitchFamily="2" charset="-122"/>
                <a:cs typeface="Times New Roman" panose="02020603050405020304" pitchFamily="18" charset="0"/>
              </a:rPr>
              <a:t>IPv6</a:t>
            </a:r>
            <a:r>
              <a:rPr lang="zh-CN" altLang="zh-CN" sz="1100" kern="100" dirty="0" smtClean="0">
                <a:effectLst/>
                <a:latin typeface="宋体" panose="02010600030101010101" pitchFamily="2" charset="-122"/>
                <a:ea typeface="宋体" panose="02010600030101010101" pitchFamily="2" charset="-122"/>
                <a:cs typeface="Times New Roman" panose="02020603050405020304" pitchFamily="18" charset="0"/>
              </a:rPr>
              <a:t>来说，此时会发送一条</a:t>
            </a:r>
            <a:r>
              <a:rPr lang="en-US" altLang="zh-CN" sz="1100" kern="100" dirty="0" smtClean="0">
                <a:effectLst/>
                <a:latin typeface="宋体" panose="02010600030101010101" pitchFamily="2" charset="-122"/>
                <a:ea typeface="宋体" panose="02010600030101010101" pitchFamily="2" charset="-122"/>
                <a:cs typeface="Times New Roman" panose="02020603050405020304" pitchFamily="18" charset="0"/>
              </a:rPr>
              <a:t>ICMPv6</a:t>
            </a:r>
            <a:r>
              <a:rPr lang="zh-CN" altLang="zh-CN" sz="1100" kern="100" dirty="0" smtClean="0">
                <a:effectLst/>
                <a:latin typeface="宋体" panose="02010600030101010101" pitchFamily="2" charset="-122"/>
                <a:ea typeface="宋体" panose="02010600030101010101" pitchFamily="2" charset="-122"/>
                <a:cs typeface="Times New Roman" panose="02020603050405020304" pitchFamily="18" charset="0"/>
              </a:rPr>
              <a:t>超时消息，以通知数据包的源端数据已经被丢弃。</a:t>
            </a:r>
          </a:p>
          <a:p>
            <a:pPr marL="342900" lvl="0" indent="-342900" algn="just">
              <a:spcAft>
                <a:spcPts val="0"/>
              </a:spcAft>
              <a:buFont typeface="Wingdings" panose="05000000000000000000" pitchFamily="2" charset="2"/>
              <a:buChar char=""/>
            </a:pPr>
            <a:r>
              <a:rPr lang="en-US" altLang="zh-CN" sz="1100" kern="100" dirty="0" smtClean="0">
                <a:effectLst/>
                <a:latin typeface="宋体" panose="02010600030101010101" pitchFamily="2" charset="-122"/>
                <a:ea typeface="宋体" panose="02010600030101010101" pitchFamily="2" charset="-122"/>
                <a:cs typeface="Times New Roman" panose="02020603050405020304" pitchFamily="18" charset="0"/>
              </a:rPr>
              <a:t>Source Address:128bit</a:t>
            </a:r>
            <a:r>
              <a:rPr lang="zh-CN" altLang="zh-CN" sz="1100" kern="100" dirty="0" smtClean="0">
                <a:effectLst/>
                <a:latin typeface="宋体" panose="02010600030101010101" pitchFamily="2" charset="-122"/>
                <a:ea typeface="宋体" panose="02010600030101010101" pitchFamily="2" charset="-122"/>
                <a:cs typeface="Times New Roman" panose="02020603050405020304" pitchFamily="18" charset="0"/>
              </a:rPr>
              <a:t>，数据包的源</a:t>
            </a:r>
            <a:r>
              <a:rPr lang="en-US" altLang="zh-CN" sz="1100" kern="100" dirty="0" smtClean="0">
                <a:effectLst/>
                <a:latin typeface="宋体" panose="02010600030101010101" pitchFamily="2" charset="-122"/>
                <a:ea typeface="宋体" panose="02010600030101010101" pitchFamily="2" charset="-122"/>
                <a:cs typeface="Times New Roman" panose="02020603050405020304" pitchFamily="18" charset="0"/>
              </a:rPr>
              <a:t>IPv6</a:t>
            </a:r>
            <a:r>
              <a:rPr lang="zh-CN" altLang="zh-CN" sz="1100" kern="100" dirty="0" smtClean="0">
                <a:effectLst/>
                <a:latin typeface="宋体" panose="02010600030101010101" pitchFamily="2" charset="-122"/>
                <a:ea typeface="宋体" panose="02010600030101010101" pitchFamily="2" charset="-122"/>
                <a:cs typeface="Times New Roman" panose="02020603050405020304" pitchFamily="18" charset="0"/>
              </a:rPr>
              <a:t>地址，必须是单播地址。</a:t>
            </a:r>
          </a:p>
          <a:p>
            <a:pPr marL="342900" lvl="0" indent="-342900" algn="just">
              <a:spcAft>
                <a:spcPts val="0"/>
              </a:spcAft>
              <a:buFont typeface="Wingdings" panose="05000000000000000000" pitchFamily="2" charset="2"/>
              <a:buChar char=""/>
            </a:pPr>
            <a:r>
              <a:rPr lang="en-US" altLang="zh-CN" sz="1100" kern="100" dirty="0" smtClean="0">
                <a:effectLst/>
                <a:latin typeface="宋体" panose="02010600030101010101" pitchFamily="2" charset="-122"/>
                <a:ea typeface="宋体" panose="02010600030101010101" pitchFamily="2" charset="-122"/>
                <a:cs typeface="Times New Roman" panose="02020603050405020304" pitchFamily="18" charset="0"/>
              </a:rPr>
              <a:t>Destination Address:128bit</a:t>
            </a:r>
            <a:r>
              <a:rPr lang="zh-CN" altLang="zh-CN" sz="1100" kern="100" dirty="0" smtClean="0">
                <a:effectLst/>
                <a:latin typeface="宋体" panose="02010600030101010101" pitchFamily="2" charset="-122"/>
                <a:ea typeface="宋体" panose="02010600030101010101" pitchFamily="2" charset="-122"/>
                <a:cs typeface="Times New Roman" panose="02020603050405020304" pitchFamily="18" charset="0"/>
              </a:rPr>
              <a:t>，数据包的目标</a:t>
            </a:r>
            <a:r>
              <a:rPr lang="en-US" altLang="zh-CN" sz="1100" kern="100" dirty="0" smtClean="0">
                <a:effectLst/>
                <a:latin typeface="宋体" panose="02010600030101010101" pitchFamily="2" charset="-122"/>
                <a:ea typeface="宋体" panose="02010600030101010101" pitchFamily="2" charset="-122"/>
                <a:cs typeface="Times New Roman" panose="02020603050405020304" pitchFamily="18" charset="0"/>
              </a:rPr>
              <a:t>IPv6</a:t>
            </a:r>
            <a:r>
              <a:rPr lang="zh-CN" altLang="zh-CN" sz="1100" kern="100" dirty="0" smtClean="0">
                <a:effectLst/>
                <a:latin typeface="宋体" panose="02010600030101010101" pitchFamily="2" charset="-122"/>
                <a:ea typeface="宋体" panose="02010600030101010101" pitchFamily="2" charset="-122"/>
                <a:cs typeface="Times New Roman" panose="02020603050405020304" pitchFamily="18" charset="0"/>
              </a:rPr>
              <a:t>地址，可以是单播或组播地址。</a:t>
            </a:r>
            <a:endParaRPr lang="zh-CN" altLang="en-US" dirty="0"/>
          </a:p>
        </p:txBody>
      </p:sp>
    </p:spTree>
    <p:extLst>
      <p:ext uri="{BB962C8B-B14F-4D97-AF65-F5344CB8AC3E}">
        <p14:creationId xmlns:p14="http://schemas.microsoft.com/office/powerpoint/2010/main" val="22472725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55613" y="766763"/>
            <a:ext cx="5932487" cy="3338512"/>
          </a:xfrm>
        </p:spPr>
      </p:sp>
      <p:sp>
        <p:nvSpPr>
          <p:cNvPr id="3" name="备注占位符 2"/>
          <p:cNvSpPr>
            <a:spLocks noGrp="1"/>
          </p:cNvSpPr>
          <p:nvPr>
            <p:ph type="body" idx="1"/>
          </p:nvPr>
        </p:nvSpPr>
        <p:spPr/>
        <p:txBody>
          <a:bodyPr/>
          <a:lstStyle/>
          <a:p>
            <a:pPr marL="180000" marR="0" lvl="0" indent="-180000" algn="l" defTabSz="1219304" rtl="0" eaLnBrk="1" fontAlgn="ctr" latinLnBrk="0" hangingPunct="1">
              <a:lnSpc>
                <a:spcPct val="125000"/>
              </a:lnSpc>
              <a:spcBef>
                <a:spcPts val="0"/>
              </a:spcBef>
              <a:spcAft>
                <a:spcPts val="600"/>
              </a:spcAft>
              <a:buClrTx/>
              <a:buSzTx/>
              <a:buFont typeface="Huawei Sans" panose="020C0503030203020204" pitchFamily="34" charset="0"/>
              <a:buChar char="•"/>
              <a:tabLst/>
              <a:defRPr/>
            </a:pPr>
            <a:r>
              <a:rPr lang="en-US" altLang="zh-CN" sz="1800" kern="100" dirty="0">
                <a:effectLst/>
                <a:latin typeface="宋体" panose="02010600030101010101" pitchFamily="2" charset="-122"/>
                <a:ea typeface="宋体" panose="02010600030101010101" pitchFamily="2" charset="-122"/>
                <a:cs typeface="Times New Roman" panose="02020603050405020304" pitchFamily="18" charset="0"/>
              </a:rPr>
              <a:t>IPv6</a:t>
            </a: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扩展报头是可选报头，跟在</a:t>
            </a:r>
            <a:r>
              <a:rPr lang="en-US" altLang="zh-CN" sz="1800" kern="100" dirty="0">
                <a:effectLst/>
                <a:latin typeface="宋体" panose="02010600030101010101" pitchFamily="2" charset="-122"/>
                <a:ea typeface="宋体" panose="02010600030101010101" pitchFamily="2" charset="-122"/>
                <a:cs typeface="Times New Roman" panose="02020603050405020304" pitchFamily="18" charset="0"/>
              </a:rPr>
              <a:t>IPv6</a:t>
            </a: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基本报头后，其作用是取代</a:t>
            </a:r>
            <a:r>
              <a:rPr lang="en-US" altLang="zh-CN" sz="1800" kern="100" dirty="0">
                <a:effectLst/>
                <a:latin typeface="宋体" panose="02010600030101010101" pitchFamily="2" charset="-122"/>
                <a:ea typeface="宋体" panose="02010600030101010101" pitchFamily="2" charset="-122"/>
                <a:cs typeface="Times New Roman" panose="02020603050405020304" pitchFamily="18" charset="0"/>
              </a:rPr>
              <a:t>IPv4</a:t>
            </a: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报头中的选项宇段，这样可以使得</a:t>
            </a:r>
            <a:r>
              <a:rPr lang="en-US" altLang="zh-CN" sz="1800" kern="100" dirty="0">
                <a:effectLst/>
                <a:latin typeface="宋体" panose="02010600030101010101" pitchFamily="2" charset="-122"/>
                <a:ea typeface="宋体" panose="02010600030101010101" pitchFamily="2" charset="-122"/>
                <a:cs typeface="Times New Roman" panose="02020603050405020304" pitchFamily="18" charset="0"/>
              </a:rPr>
              <a:t>IPv6</a:t>
            </a: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的基本报头采用定长设计（</a:t>
            </a:r>
            <a:r>
              <a:rPr lang="en-US" altLang="zh-CN" sz="1800" kern="100" dirty="0">
                <a:effectLst/>
                <a:latin typeface="宋体" panose="02010600030101010101" pitchFamily="2" charset="-122"/>
                <a:ea typeface="宋体" panose="02010600030101010101" pitchFamily="2" charset="-122"/>
                <a:cs typeface="Times New Roman" panose="02020603050405020304" pitchFamily="18" charset="0"/>
              </a:rPr>
              <a:t>40Byte</a:t>
            </a: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），并把</a:t>
            </a:r>
            <a:r>
              <a:rPr lang="en-US" altLang="zh-CN" sz="1800" kern="100" dirty="0">
                <a:effectLst/>
                <a:latin typeface="宋体" panose="02010600030101010101" pitchFamily="2" charset="-122"/>
                <a:ea typeface="宋体" panose="02010600030101010101" pitchFamily="2" charset="-122"/>
                <a:cs typeface="Times New Roman" panose="02020603050405020304" pitchFamily="18" charset="0"/>
              </a:rPr>
              <a:t>IPv4</a:t>
            </a: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中的部分字段如分段字段独立出来，设计为</a:t>
            </a:r>
            <a:r>
              <a:rPr lang="en-US" altLang="zh-CN" sz="1800" kern="100" dirty="0">
                <a:effectLst/>
                <a:latin typeface="宋体" panose="02010600030101010101" pitchFamily="2" charset="-122"/>
                <a:ea typeface="宋体" panose="02010600030101010101" pitchFamily="2" charset="-122"/>
                <a:cs typeface="Times New Roman" panose="02020603050405020304" pitchFamily="18" charset="0"/>
              </a:rPr>
              <a:t>IPv6</a:t>
            </a: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分段扩展报头，这样做的好处是大大提高了中间节点对</a:t>
            </a:r>
            <a:r>
              <a:rPr lang="en-US" altLang="zh-CN" sz="1800" kern="100" dirty="0">
                <a:effectLst/>
                <a:latin typeface="宋体" panose="02010600030101010101" pitchFamily="2" charset="-122"/>
                <a:ea typeface="宋体" panose="02010600030101010101" pitchFamily="2" charset="-122"/>
                <a:cs typeface="Times New Roman" panose="02020603050405020304" pitchFamily="18" charset="0"/>
              </a:rPr>
              <a:t>IPv6</a:t>
            </a: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数据包的转发效率。每个</a:t>
            </a:r>
            <a:r>
              <a:rPr lang="en-US" altLang="zh-CN" sz="1800" kern="100" dirty="0">
                <a:effectLst/>
                <a:latin typeface="宋体" panose="02010600030101010101" pitchFamily="2" charset="-122"/>
                <a:ea typeface="宋体" panose="02010600030101010101" pitchFamily="2" charset="-122"/>
                <a:cs typeface="Times New Roman" panose="02020603050405020304" pitchFamily="18" charset="0"/>
              </a:rPr>
              <a:t>IPv6</a:t>
            </a: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数据包都可以有</a:t>
            </a:r>
            <a:r>
              <a:rPr lang="en-US" altLang="zh-CN" sz="1800" kern="100" dirty="0">
                <a:effectLst/>
                <a:latin typeface="宋体" panose="02010600030101010101" pitchFamily="2" charset="-122"/>
                <a:ea typeface="宋体" panose="02010600030101010101" pitchFamily="2" charset="-122"/>
                <a:cs typeface="Times New Roman" panose="02020603050405020304" pitchFamily="18" charset="0"/>
              </a:rPr>
              <a:t>0</a:t>
            </a: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个或者多个扩展报头，每个扩展报头长度都是</a:t>
            </a:r>
            <a:r>
              <a:rPr lang="en-US" altLang="zh-CN" sz="1800" kern="100" dirty="0">
                <a:effectLst/>
                <a:latin typeface="宋体" panose="02010600030101010101" pitchFamily="2" charset="-122"/>
                <a:ea typeface="宋体" panose="02010600030101010101" pitchFamily="2" charset="-122"/>
                <a:cs typeface="Times New Roman" panose="02020603050405020304" pitchFamily="18" charset="0"/>
              </a:rPr>
              <a:t>8Byte</a:t>
            </a: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的整数倍。</a:t>
            </a:r>
            <a:r>
              <a:rPr lang="en-US" altLang="zh-CN" sz="1800" kern="100" dirty="0">
                <a:effectLst/>
                <a:latin typeface="宋体" panose="02010600030101010101" pitchFamily="2" charset="-122"/>
                <a:ea typeface="宋体" panose="02010600030101010101" pitchFamily="2" charset="-122"/>
                <a:cs typeface="Times New Roman" panose="02020603050405020304" pitchFamily="18" charset="0"/>
              </a:rPr>
              <a:t>IPv6</a:t>
            </a: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基本报头和扩展报头的</a:t>
            </a:r>
            <a:r>
              <a:rPr lang="en-US" altLang="zh-CN" sz="1800" kern="100" dirty="0">
                <a:effectLst/>
                <a:latin typeface="宋体" panose="02010600030101010101" pitchFamily="2" charset="-122"/>
                <a:ea typeface="宋体" panose="02010600030101010101" pitchFamily="2" charset="-122"/>
                <a:cs typeface="Times New Roman" panose="02020603050405020304" pitchFamily="18" charset="0"/>
              </a:rPr>
              <a:t>Next Header</a:t>
            </a: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字段表明了紧跟在本报头后面的是什么内容，可能是另一个扩展报头或者是高层协议。</a:t>
            </a:r>
          </a:p>
          <a:p>
            <a:pPr marL="180000" marR="0" lvl="0" indent="-180000" algn="l" defTabSz="1219304" rtl="0" eaLnBrk="1" fontAlgn="ctr" latinLnBrk="0" hangingPunct="1">
              <a:lnSpc>
                <a:spcPct val="125000"/>
              </a:lnSpc>
              <a:spcBef>
                <a:spcPts val="0"/>
              </a:spcBef>
              <a:spcAft>
                <a:spcPts val="600"/>
              </a:spcAft>
              <a:buClrTx/>
              <a:buSzTx/>
              <a:buFont typeface="Huawei Sans" panose="020C0503030203020204" pitchFamily="34" charset="0"/>
              <a:buChar char="•"/>
              <a:tabLst/>
              <a:defRPr/>
            </a:pPr>
            <a:r>
              <a:rPr lang="zh-CN" altLang="en-US" dirty="0"/>
              <a:t>目前，</a:t>
            </a:r>
            <a:r>
              <a:rPr lang="en-US" altLang="zh-CN" dirty="0"/>
              <a:t>RFC2460</a:t>
            </a:r>
            <a:r>
              <a:rPr lang="zh-CN" altLang="en-US" dirty="0"/>
              <a:t>中定义了</a:t>
            </a:r>
            <a:r>
              <a:rPr lang="en-US" altLang="zh-CN" dirty="0"/>
              <a:t>6</a:t>
            </a:r>
            <a:r>
              <a:rPr lang="zh-CN" altLang="en-US" dirty="0"/>
              <a:t>个</a:t>
            </a:r>
            <a:r>
              <a:rPr lang="en-US" altLang="zh-CN" dirty="0"/>
              <a:t>IPv6</a:t>
            </a:r>
            <a:r>
              <a:rPr lang="zh-CN" altLang="en-US" dirty="0"/>
              <a:t>扩展报头</a:t>
            </a:r>
            <a:r>
              <a:rPr lang="en-US" altLang="zh-CN" dirty="0"/>
              <a:t>:</a:t>
            </a:r>
            <a:r>
              <a:rPr lang="zh-CN" altLang="en-US" dirty="0"/>
              <a:t>逐跳选项报头、目的选项报头、路由报头、分段报头、认证报头、封装安全净载报头。</a:t>
            </a:r>
          </a:p>
          <a:p>
            <a:endParaRPr lang="zh-CN" altLang="en-US" dirty="0"/>
          </a:p>
        </p:txBody>
      </p:sp>
    </p:spTree>
    <p:extLst>
      <p:ext uri="{BB962C8B-B14F-4D97-AF65-F5344CB8AC3E}">
        <p14:creationId xmlns:p14="http://schemas.microsoft.com/office/powerpoint/2010/main" val="38916403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Option Type:8bit</a:t>
            </a:r>
            <a:r>
              <a:rPr lang="zh-CN" altLang="en-US" dirty="0" smtClean="0"/>
              <a:t>，标识类型，最高</a:t>
            </a:r>
            <a:r>
              <a:rPr lang="en-US" altLang="zh-CN" dirty="0" smtClean="0"/>
              <a:t>2</a:t>
            </a:r>
            <a:r>
              <a:rPr lang="zh-CN" altLang="en-US" dirty="0" smtClean="0"/>
              <a:t>位表示当设备部识别此扩展报头时的处理方法。</a:t>
            </a:r>
          </a:p>
          <a:p>
            <a:r>
              <a:rPr lang="en-US" altLang="zh-CN" dirty="0" smtClean="0"/>
              <a:t>00:</a:t>
            </a:r>
            <a:r>
              <a:rPr lang="zh-CN" altLang="en-US" dirty="0" smtClean="0"/>
              <a:t>跳过这个选项。</a:t>
            </a:r>
          </a:p>
          <a:p>
            <a:r>
              <a:rPr lang="en-US" altLang="zh-CN" dirty="0" smtClean="0"/>
              <a:t>01:</a:t>
            </a:r>
            <a:r>
              <a:rPr lang="zh-CN" altLang="en-US" dirty="0" smtClean="0"/>
              <a:t>丢弃数据包，不通知发送方。</a:t>
            </a:r>
          </a:p>
          <a:p>
            <a:r>
              <a:rPr lang="en-US" altLang="zh-CN" dirty="0" smtClean="0"/>
              <a:t>10:</a:t>
            </a:r>
            <a:r>
              <a:rPr lang="zh-CN" altLang="en-US" dirty="0" smtClean="0"/>
              <a:t>丢弃数据包，不论目的地址是否为组播，向发送方发</a:t>
            </a:r>
            <a:r>
              <a:rPr lang="en-US" altLang="zh-CN" dirty="0" smtClean="0"/>
              <a:t>1</a:t>
            </a:r>
            <a:r>
              <a:rPr lang="zh-CN" altLang="en-US" dirty="0" smtClean="0"/>
              <a:t>个</a:t>
            </a:r>
            <a:r>
              <a:rPr lang="en-US" altLang="zh-CN" dirty="0" smtClean="0"/>
              <a:t>ICMPv6</a:t>
            </a:r>
            <a:r>
              <a:rPr lang="zh-CN" altLang="en-US" dirty="0" smtClean="0"/>
              <a:t>的错误信息报文。</a:t>
            </a:r>
          </a:p>
          <a:p>
            <a:r>
              <a:rPr lang="en-US" altLang="zh-CN" dirty="0" smtClean="0"/>
              <a:t>11:</a:t>
            </a:r>
            <a:r>
              <a:rPr lang="zh-CN" altLang="en-US" dirty="0" smtClean="0"/>
              <a:t>丢弃数据包，当目的地址不是组播时，向发送方发</a:t>
            </a:r>
            <a:r>
              <a:rPr lang="en-US" altLang="zh-CN" dirty="0" smtClean="0"/>
              <a:t>1</a:t>
            </a:r>
            <a:r>
              <a:rPr lang="zh-CN" altLang="en-US" dirty="0" smtClean="0"/>
              <a:t>个</a:t>
            </a:r>
            <a:r>
              <a:rPr lang="en-US" altLang="zh-CN" dirty="0" smtClean="0"/>
              <a:t>ICMPv6</a:t>
            </a:r>
            <a:r>
              <a:rPr lang="zh-CN" altLang="en-US" dirty="0" smtClean="0"/>
              <a:t>的错误信息报文。</a:t>
            </a:r>
          </a:p>
          <a:p>
            <a:r>
              <a:rPr lang="zh-CN" altLang="en-US" dirty="0" smtClean="0"/>
              <a:t>第</a:t>
            </a:r>
            <a:r>
              <a:rPr lang="en-US" altLang="zh-CN" dirty="0" smtClean="0"/>
              <a:t>3</a:t>
            </a:r>
            <a:r>
              <a:rPr lang="zh-CN" altLang="en-US" dirty="0" smtClean="0"/>
              <a:t>位表示在选路过程中，</a:t>
            </a:r>
            <a:r>
              <a:rPr lang="en-US" altLang="zh-CN" dirty="0" smtClean="0"/>
              <a:t>Data</a:t>
            </a:r>
            <a:r>
              <a:rPr lang="zh-CN" altLang="en-US" dirty="0" smtClean="0"/>
              <a:t>部分是否可以被改变。</a:t>
            </a:r>
          </a:p>
          <a:p>
            <a:r>
              <a:rPr lang="en-US" altLang="zh-CN" dirty="0" smtClean="0"/>
              <a:t>0:</a:t>
            </a:r>
            <a:r>
              <a:rPr lang="zh-CN" altLang="en-US" dirty="0" smtClean="0"/>
              <a:t>表示</a:t>
            </a:r>
            <a:r>
              <a:rPr lang="en-US" altLang="zh-CN" dirty="0" smtClean="0"/>
              <a:t>Option</a:t>
            </a:r>
            <a:r>
              <a:rPr lang="zh-CN" altLang="en-US" dirty="0" smtClean="0"/>
              <a:t>不能被改变。</a:t>
            </a:r>
          </a:p>
          <a:p>
            <a:r>
              <a:rPr lang="en-US" altLang="zh-CN" dirty="0" smtClean="0"/>
              <a:t>1:</a:t>
            </a:r>
            <a:r>
              <a:rPr lang="zh-CN" altLang="en-US" dirty="0" smtClean="0"/>
              <a:t>表示</a:t>
            </a:r>
            <a:r>
              <a:rPr lang="en-US" altLang="zh-CN" dirty="0" smtClean="0"/>
              <a:t>Option</a:t>
            </a:r>
            <a:r>
              <a:rPr lang="zh-CN" altLang="en-US" dirty="0" smtClean="0"/>
              <a:t>可以被改变。</a:t>
            </a:r>
          </a:p>
          <a:p>
            <a:r>
              <a:rPr lang="zh-CN" altLang="en-US" dirty="0" smtClean="0"/>
              <a:t>值得注意的是</a:t>
            </a:r>
            <a:r>
              <a:rPr lang="en-US" altLang="zh-CN" dirty="0" smtClean="0"/>
              <a:t>:</a:t>
            </a:r>
            <a:r>
              <a:rPr lang="zh-CN" altLang="en-US" dirty="0" smtClean="0"/>
              <a:t>如果存在认证扩展报头，在计算数据包的校验值时，可变化</a:t>
            </a:r>
            <a:r>
              <a:rPr lang="en-US" altLang="zh-CN" dirty="0" smtClean="0"/>
              <a:t>Data</a:t>
            </a:r>
            <a:r>
              <a:rPr lang="zh-CN" altLang="en-US" dirty="0" smtClean="0"/>
              <a:t>部分需要被当成</a:t>
            </a:r>
            <a:r>
              <a:rPr lang="en-US" altLang="zh-CN" dirty="0" smtClean="0"/>
              <a:t>8bit</a:t>
            </a:r>
            <a:r>
              <a:rPr lang="zh-CN" altLang="en-US" dirty="0" smtClean="0"/>
              <a:t>的全</a:t>
            </a:r>
            <a:r>
              <a:rPr lang="en-US" altLang="zh-CN" dirty="0" smtClean="0"/>
              <a:t>0</a:t>
            </a:r>
            <a:r>
              <a:rPr lang="zh-CN" altLang="en-US" dirty="0" smtClean="0"/>
              <a:t>处理。</a:t>
            </a:r>
          </a:p>
          <a:p>
            <a:r>
              <a:rPr lang="zh-CN" altLang="en-US" dirty="0" smtClean="0"/>
              <a:t></a:t>
            </a:r>
            <a:r>
              <a:rPr lang="en-US" altLang="zh-CN" dirty="0" smtClean="0"/>
              <a:t>Opt Data Len:8bit</a:t>
            </a:r>
            <a:r>
              <a:rPr lang="zh-CN" altLang="en-US" dirty="0" smtClean="0"/>
              <a:t>，标识</a:t>
            </a:r>
            <a:r>
              <a:rPr lang="en-US" altLang="zh-CN" dirty="0" smtClean="0"/>
              <a:t>Option Data</a:t>
            </a:r>
            <a:r>
              <a:rPr lang="zh-CN" altLang="en-US" dirty="0" smtClean="0"/>
              <a:t>部分的长度，最大为</a:t>
            </a:r>
            <a:r>
              <a:rPr lang="en-US" altLang="zh-CN" dirty="0" smtClean="0"/>
              <a:t>255</a:t>
            </a:r>
            <a:r>
              <a:rPr lang="zh-CN" altLang="en-US" dirty="0" smtClean="0"/>
              <a:t>，单位是</a:t>
            </a:r>
            <a:r>
              <a:rPr lang="en-US" altLang="zh-CN" dirty="0" smtClean="0"/>
              <a:t>Byte</a:t>
            </a:r>
            <a:r>
              <a:rPr lang="zh-CN" altLang="en-US" dirty="0" smtClean="0"/>
              <a:t>，不包含</a:t>
            </a:r>
            <a:r>
              <a:rPr lang="en-US" altLang="zh-CN" dirty="0" smtClean="0"/>
              <a:t>Option Type</a:t>
            </a:r>
            <a:r>
              <a:rPr lang="zh-CN" altLang="en-US" dirty="0" smtClean="0"/>
              <a:t>和</a:t>
            </a:r>
            <a:r>
              <a:rPr lang="en-US" altLang="zh-CN" dirty="0" smtClean="0"/>
              <a:t>Opt Data Len</a:t>
            </a:r>
            <a:r>
              <a:rPr lang="zh-CN" altLang="en-US" dirty="0" smtClean="0"/>
              <a:t>部分的长度。</a:t>
            </a:r>
          </a:p>
          <a:p>
            <a:r>
              <a:rPr lang="zh-CN" altLang="en-US" dirty="0" smtClean="0"/>
              <a:t></a:t>
            </a:r>
            <a:r>
              <a:rPr lang="en-US" altLang="zh-CN" dirty="0" smtClean="0"/>
              <a:t>Option Data:</a:t>
            </a:r>
            <a:r>
              <a:rPr lang="zh-CN" altLang="en-US" dirty="0" smtClean="0"/>
              <a:t>长度可变，最大为</a:t>
            </a:r>
            <a:r>
              <a:rPr lang="en-US" altLang="zh-CN" dirty="0" smtClean="0"/>
              <a:t>255Byte</a:t>
            </a:r>
            <a:r>
              <a:rPr lang="zh-CN" altLang="en-US" dirty="0" smtClean="0"/>
              <a:t>，包含选项的具体数据内容。</a:t>
            </a:r>
          </a:p>
        </p:txBody>
      </p:sp>
    </p:spTree>
    <p:extLst>
      <p:ext uri="{BB962C8B-B14F-4D97-AF65-F5344CB8AC3E}">
        <p14:creationId xmlns:p14="http://schemas.microsoft.com/office/powerpoint/2010/main" val="34319650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55613" y="766763"/>
            <a:ext cx="5932487" cy="3338512"/>
          </a:xfrm>
        </p:spPr>
      </p:sp>
      <p:sp>
        <p:nvSpPr>
          <p:cNvPr id="3" name="备注占位符 2"/>
          <p:cNvSpPr>
            <a:spLocks noGrp="1"/>
          </p:cNvSpPr>
          <p:nvPr>
            <p:ph type="body" idx="1"/>
          </p:nvPr>
        </p:nvSpPr>
        <p:spPr/>
        <p:txBody>
          <a:bodyPr/>
          <a:lstStyle/>
          <a:p>
            <a:pPr marL="180000" marR="0" lvl="0" indent="-180000" algn="l" defTabSz="1219304" rtl="0" eaLnBrk="1" fontAlgn="ctr" latinLnBrk="0" hangingPunct="1">
              <a:lnSpc>
                <a:spcPct val="125000"/>
              </a:lnSpc>
              <a:spcBef>
                <a:spcPts val="0"/>
              </a:spcBef>
              <a:spcAft>
                <a:spcPts val="600"/>
              </a:spcAft>
              <a:buClrTx/>
              <a:buSzTx/>
              <a:buFont typeface="Huawei Sans" panose="020C0503030203020204" pitchFamily="34" charset="0"/>
              <a:buChar char="•"/>
              <a:tabLst/>
              <a:defRPr/>
            </a:pPr>
            <a:r>
              <a:rPr lang="zh-CN" altLang="en-US" dirty="0"/>
              <a:t>对于</a:t>
            </a:r>
            <a:r>
              <a:rPr lang="en-US" altLang="zh-CN" dirty="0"/>
              <a:t>IPv4</a:t>
            </a:r>
            <a:r>
              <a:rPr lang="zh-CN" altLang="en-US" dirty="0"/>
              <a:t>的</a:t>
            </a:r>
            <a:r>
              <a:rPr lang="en-US" altLang="zh-CN" dirty="0"/>
              <a:t>32</a:t>
            </a:r>
            <a:r>
              <a:rPr lang="zh-CN" altLang="en-US" dirty="0"/>
              <a:t>位地址，我们习惯分成</a:t>
            </a:r>
            <a:r>
              <a:rPr lang="en-US" altLang="zh-CN" dirty="0"/>
              <a:t>4</a:t>
            </a:r>
            <a:r>
              <a:rPr lang="zh-CN" altLang="en-US" dirty="0"/>
              <a:t>块，每块有</a:t>
            </a:r>
            <a:r>
              <a:rPr lang="en-US" altLang="zh-CN" dirty="0"/>
              <a:t>8</a:t>
            </a:r>
            <a:r>
              <a:rPr lang="zh-CN" altLang="en-US" dirty="0"/>
              <a:t>位，中间用</a:t>
            </a:r>
            <a:r>
              <a:rPr lang="en-US" altLang="zh-CN" dirty="0"/>
              <a:t>"."</a:t>
            </a:r>
            <a:r>
              <a:rPr lang="zh-CN" altLang="en-US" dirty="0"/>
              <a:t>号相隔，为了方便书写和记忆，一般换算成十进制表示，比如</a:t>
            </a:r>
            <a:r>
              <a:rPr lang="en-US" altLang="zh-CN" dirty="0"/>
              <a:t>11000000.10101000.00000001.00000001</a:t>
            </a:r>
            <a:r>
              <a:rPr lang="zh-CN" altLang="en-US" dirty="0"/>
              <a:t>，可以表示为</a:t>
            </a:r>
            <a:r>
              <a:rPr lang="en-US" altLang="zh-CN" dirty="0"/>
              <a:t>192.168.1.1</a:t>
            </a:r>
            <a:r>
              <a:rPr lang="zh-CN" altLang="en-US" dirty="0"/>
              <a:t>。这种表达方法可以称为点分十进制。</a:t>
            </a:r>
          </a:p>
          <a:p>
            <a:endParaRPr lang="zh-CN" altLang="en-US" dirty="0"/>
          </a:p>
        </p:txBody>
      </p:sp>
    </p:spTree>
    <p:extLst>
      <p:ext uri="{BB962C8B-B14F-4D97-AF65-F5344CB8AC3E}">
        <p14:creationId xmlns:p14="http://schemas.microsoft.com/office/powerpoint/2010/main" val="27519577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55613" y="766763"/>
            <a:ext cx="5932487" cy="3338512"/>
          </a:xfrm>
        </p:spPr>
      </p:sp>
      <p:sp>
        <p:nvSpPr>
          <p:cNvPr id="3" name="备注占位符 2"/>
          <p:cNvSpPr>
            <a:spLocks noGrp="1"/>
          </p:cNvSpPr>
          <p:nvPr>
            <p:ph type="body" idx="1"/>
          </p:nvPr>
        </p:nvSpPr>
        <p:spPr/>
        <p:txBody>
          <a:bodyPr/>
          <a:lstStyle/>
          <a:p>
            <a:r>
              <a:rPr lang="zh-CN" altLang="en-US" dirty="0"/>
              <a:t>由于上述表达方式中出现了</a:t>
            </a:r>
            <a:r>
              <a:rPr lang="en-US" altLang="zh-CN" dirty="0"/>
              <a:t>2</a:t>
            </a:r>
            <a:r>
              <a:rPr lang="zh-CN" altLang="en-US" dirty="0"/>
              <a:t>次</a:t>
            </a:r>
            <a:r>
              <a:rPr lang="en-US" altLang="zh-CN" dirty="0"/>
              <a:t>"::"</a:t>
            </a:r>
            <a:r>
              <a:rPr lang="zh-CN" altLang="en-US" dirty="0"/>
              <a:t>将导致无法判断具体哪几块地址被省略，会引起歧义</a:t>
            </a:r>
          </a:p>
        </p:txBody>
      </p:sp>
    </p:spTree>
    <p:extLst>
      <p:ext uri="{BB962C8B-B14F-4D97-AF65-F5344CB8AC3E}">
        <p14:creationId xmlns:p14="http://schemas.microsoft.com/office/powerpoint/2010/main" val="128201615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455613" y="766763"/>
            <a:ext cx="5932487" cy="3338512"/>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4682491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55613" y="766763"/>
            <a:ext cx="5932487" cy="3338512"/>
          </a:xfrm>
        </p:spPr>
      </p:sp>
      <p:sp>
        <p:nvSpPr>
          <p:cNvPr id="3" name="备注占位符 2"/>
          <p:cNvSpPr>
            <a:spLocks noGrp="1"/>
          </p:cNvSpPr>
          <p:nvPr>
            <p:ph type="body" idx="1"/>
          </p:nvPr>
        </p:nvSpPr>
        <p:spPr/>
        <p:txBody>
          <a:bodyPr/>
          <a:lstStyle/>
          <a:p>
            <a:r>
              <a:rPr lang="zh-CN" altLang="en-US" dirty="0"/>
              <a:t>链路本地地址的引入是</a:t>
            </a:r>
            <a:r>
              <a:rPr lang="en-US" altLang="zh-CN" dirty="0"/>
              <a:t>IPv6</a:t>
            </a:r>
            <a:r>
              <a:rPr lang="zh-CN" altLang="en-US" dirty="0"/>
              <a:t>地址的一个非常方便的地方，它可以在节点未配置全球单播地址的前提下，仍然互相通信。</a:t>
            </a:r>
          </a:p>
          <a:p>
            <a:r>
              <a:rPr lang="zh-CN" altLang="en-US" dirty="0"/>
              <a:t>链路本地地址只在同一链路上的节点之间有效，在</a:t>
            </a:r>
            <a:r>
              <a:rPr lang="en-US" altLang="zh-CN" dirty="0"/>
              <a:t>IPv6</a:t>
            </a:r>
            <a:r>
              <a:rPr lang="zh-CN" altLang="en-US" dirty="0"/>
              <a:t>启动后就自动生成，使用了特定的前缀</a:t>
            </a:r>
            <a:r>
              <a:rPr lang="en-US" altLang="zh-CN" dirty="0"/>
              <a:t>FE80::/10</a:t>
            </a:r>
            <a:r>
              <a:rPr lang="zh-CN" altLang="en-US" dirty="0"/>
              <a:t>，接口</a:t>
            </a:r>
            <a:r>
              <a:rPr lang="en-US" altLang="zh-CN" dirty="0"/>
              <a:t>ID</a:t>
            </a:r>
            <a:r>
              <a:rPr lang="zh-CN" altLang="en-US" dirty="0"/>
              <a:t>使用</a:t>
            </a:r>
            <a:r>
              <a:rPr lang="en-US" altLang="zh-CN" dirty="0"/>
              <a:t>EUI-64</a:t>
            </a:r>
            <a:r>
              <a:rPr lang="zh-CN" altLang="en-US" dirty="0"/>
              <a:t>自动生成，也可以使用手动配置。链路本地地址用于实现无状态自动配置、邻居发现等应用。同时，</a:t>
            </a:r>
            <a:r>
              <a:rPr lang="en-US" altLang="zh-CN" dirty="0"/>
              <a:t>OSPFv3</a:t>
            </a:r>
            <a:r>
              <a:rPr lang="zh-CN" altLang="en-US" dirty="0"/>
              <a:t>、</a:t>
            </a:r>
            <a:r>
              <a:rPr lang="en-US" altLang="zh-CN" dirty="0" err="1"/>
              <a:t>RIPng</a:t>
            </a:r>
            <a:r>
              <a:rPr lang="zh-CN" altLang="en-US" dirty="0"/>
              <a:t>等协议都工作在该地址上。</a:t>
            </a:r>
            <a:r>
              <a:rPr lang="en-US" altLang="zh-CN" dirty="0" err="1"/>
              <a:t>eBGP</a:t>
            </a:r>
            <a:r>
              <a:rPr lang="zh-CN" altLang="en-US" dirty="0"/>
              <a:t>邻居也可以使用该地址来建立邻居关系。路由表中路由的下一跳或主机的默认网关都是链路本地地址。</a:t>
            </a:r>
          </a:p>
          <a:p>
            <a:endParaRPr lang="zh-CN" altLang="en-US" dirty="0"/>
          </a:p>
        </p:txBody>
      </p:sp>
    </p:spTree>
    <p:extLst>
      <p:ext uri="{BB962C8B-B14F-4D97-AF65-F5344CB8AC3E}">
        <p14:creationId xmlns:p14="http://schemas.microsoft.com/office/powerpoint/2010/main" val="9972308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55613" y="766763"/>
            <a:ext cx="5932487" cy="3338512"/>
          </a:xfrm>
        </p:spPr>
      </p:sp>
      <p:sp>
        <p:nvSpPr>
          <p:cNvPr id="3" name="备注占位符 2"/>
          <p:cNvSpPr>
            <a:spLocks noGrp="1"/>
          </p:cNvSpPr>
          <p:nvPr>
            <p:ph type="body" idx="1"/>
          </p:nvPr>
        </p:nvSpPr>
        <p:spPr/>
        <p:txBody>
          <a:bodyPr/>
          <a:lstStyle/>
          <a:p>
            <a:pPr marL="180000" marR="0" lvl="0" indent="-180000" algn="l" defTabSz="1219304" rtl="0" eaLnBrk="1" fontAlgn="ctr" latinLnBrk="0" hangingPunct="1">
              <a:lnSpc>
                <a:spcPct val="125000"/>
              </a:lnSpc>
              <a:spcBef>
                <a:spcPts val="0"/>
              </a:spcBef>
              <a:spcAft>
                <a:spcPts val="600"/>
              </a:spcAft>
              <a:buClrTx/>
              <a:buSzTx/>
              <a:buFont typeface="Huawei Sans" panose="020C0503030203020204" pitchFamily="34" charset="0"/>
              <a:buChar char="•"/>
              <a:tabLst/>
              <a:defRPr/>
            </a:pP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唯一本地地址的设计使私有网络地址具备唯一性，既使任两个使用私有地址的</a:t>
            </a:r>
            <a:r>
              <a:rPr lang="en-US" altLang="zh-CN" sz="1800" kern="100" dirty="0">
                <a:effectLst/>
                <a:latin typeface="宋体" panose="02010600030101010101" pitchFamily="2" charset="-122"/>
                <a:ea typeface="宋体" panose="02010600030101010101" pitchFamily="2" charset="-122"/>
                <a:cs typeface="Times New Roman" panose="02020603050405020304" pitchFamily="18" charset="0"/>
              </a:rPr>
              <a:t>Site</a:t>
            </a: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互联也不用担心地址会冲突。</a:t>
            </a:r>
          </a:p>
          <a:p>
            <a:endParaRPr lang="zh-CN" altLang="en-US" dirty="0"/>
          </a:p>
        </p:txBody>
      </p:sp>
    </p:spTree>
    <p:extLst>
      <p:ext uri="{BB962C8B-B14F-4D97-AF65-F5344CB8AC3E}">
        <p14:creationId xmlns:p14="http://schemas.microsoft.com/office/powerpoint/2010/main" val="206823954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55613" y="766763"/>
            <a:ext cx="5932487" cy="3338512"/>
          </a:xfrm>
        </p:spPr>
      </p:sp>
      <p:sp>
        <p:nvSpPr>
          <p:cNvPr id="3" name="备注占位符 2"/>
          <p:cNvSpPr>
            <a:spLocks noGrp="1"/>
          </p:cNvSpPr>
          <p:nvPr>
            <p:ph type="body" idx="1"/>
          </p:nvPr>
        </p:nvSpPr>
        <p:spPr/>
        <p:txBody>
          <a:bodyPr/>
          <a:lstStyle/>
          <a:p>
            <a:pPr marL="342900" lvl="0" indent="-342900" algn="just">
              <a:spcAft>
                <a:spcPts val="0"/>
              </a:spcAft>
              <a:buFont typeface="Wingdings" panose="05000000000000000000" pitchFamily="2" charset="2"/>
              <a:buChar char=""/>
            </a:pPr>
            <a:r>
              <a:rPr lang="en-US" altLang="zh-CN" sz="1800" kern="100" dirty="0">
                <a:effectLst/>
                <a:latin typeface="宋体" panose="02010600030101010101" pitchFamily="2" charset="-122"/>
                <a:ea typeface="宋体" panose="02010600030101010101" pitchFamily="2" charset="-122"/>
                <a:cs typeface="Times New Roman" panose="02020603050405020304" pitchFamily="18" charset="0"/>
              </a:rPr>
              <a:t>001</a:t>
            </a: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a:t>
            </a:r>
            <a:r>
              <a:rPr lang="en-US" altLang="zh-CN" sz="1800" kern="100" dirty="0">
                <a:effectLst/>
                <a:latin typeface="宋体" panose="02010600030101010101" pitchFamily="2" charset="-122"/>
                <a:ea typeface="宋体" panose="02010600030101010101" pitchFamily="2" charset="-122"/>
                <a:cs typeface="Times New Roman" panose="02020603050405020304" pitchFamily="18" charset="0"/>
              </a:rPr>
              <a:t>3bit</a:t>
            </a: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，目前已分配的固定前缀为</a:t>
            </a:r>
            <a:r>
              <a:rPr lang="en-US" altLang="zh-CN" sz="1800" kern="100" dirty="0">
                <a:effectLst/>
                <a:latin typeface="宋体" panose="02010600030101010101" pitchFamily="2" charset="-122"/>
                <a:ea typeface="宋体" panose="02010600030101010101" pitchFamily="2" charset="-122"/>
                <a:cs typeface="Times New Roman" panose="02020603050405020304" pitchFamily="18" charset="0"/>
              </a:rPr>
              <a:t>001</a:t>
            </a: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a:t>
            </a:r>
          </a:p>
          <a:p>
            <a:pPr marL="342900" lvl="0" indent="-342900" algn="just">
              <a:spcAft>
                <a:spcPts val="0"/>
              </a:spcAft>
              <a:buFont typeface="Wingdings" panose="05000000000000000000" pitchFamily="2" charset="2"/>
              <a:buChar char=""/>
            </a:pPr>
            <a:r>
              <a:rPr lang="en-US" altLang="zh-CN" sz="1800" kern="100" dirty="0">
                <a:effectLst/>
                <a:latin typeface="宋体" panose="02010600030101010101" pitchFamily="2" charset="-122"/>
                <a:ea typeface="宋体" panose="02010600030101010101" pitchFamily="2" charset="-122"/>
                <a:cs typeface="Times New Roman" panose="02020603050405020304" pitchFamily="18" charset="0"/>
              </a:rPr>
              <a:t>TLA</a:t>
            </a: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a:t>
            </a:r>
            <a:r>
              <a:rPr lang="en-US" altLang="zh-CN" sz="1800" kern="100" dirty="0">
                <a:effectLst/>
                <a:latin typeface="宋体" panose="02010600030101010101" pitchFamily="2" charset="-122"/>
                <a:ea typeface="宋体" panose="02010600030101010101" pitchFamily="2" charset="-122"/>
                <a:cs typeface="Times New Roman" panose="02020603050405020304" pitchFamily="18" charset="0"/>
              </a:rPr>
              <a:t>Top Level Aggregation</a:t>
            </a: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）顶级聚合：</a:t>
            </a:r>
            <a:r>
              <a:rPr lang="en-US" altLang="zh-CN" sz="1800" kern="100" dirty="0">
                <a:effectLst/>
                <a:latin typeface="宋体" panose="02010600030101010101" pitchFamily="2" charset="-122"/>
                <a:ea typeface="宋体" panose="02010600030101010101" pitchFamily="2" charset="-122"/>
                <a:cs typeface="Times New Roman" panose="02020603050405020304" pitchFamily="18" charset="0"/>
              </a:rPr>
              <a:t>13bit</a:t>
            </a: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a:t>
            </a:r>
            <a:r>
              <a:rPr lang="en-US" altLang="zh-CN" sz="1800" kern="100" dirty="0">
                <a:effectLst/>
                <a:latin typeface="宋体" panose="02010600030101010101" pitchFamily="2" charset="-122"/>
                <a:ea typeface="宋体" panose="02010600030101010101" pitchFamily="2" charset="-122"/>
                <a:cs typeface="Times New Roman" panose="02020603050405020304" pitchFamily="18" charset="0"/>
              </a:rPr>
              <a:t>IPv6</a:t>
            </a: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的管理机构根据</a:t>
            </a:r>
            <a:r>
              <a:rPr lang="en-US" altLang="zh-CN" sz="1800" kern="100" dirty="0">
                <a:effectLst/>
                <a:latin typeface="宋体" panose="02010600030101010101" pitchFamily="2" charset="-122"/>
                <a:ea typeface="宋体" panose="02010600030101010101" pitchFamily="2" charset="-122"/>
                <a:cs typeface="Times New Roman" panose="02020603050405020304" pitchFamily="18" charset="0"/>
              </a:rPr>
              <a:t>TLA</a:t>
            </a: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分配不同的地址给某些骨干网的</a:t>
            </a:r>
            <a:r>
              <a:rPr lang="en-US" altLang="zh-CN" sz="1800" kern="100" dirty="0">
                <a:effectLst/>
                <a:latin typeface="宋体" panose="02010600030101010101" pitchFamily="2" charset="-122"/>
                <a:ea typeface="宋体" panose="02010600030101010101" pitchFamily="2" charset="-122"/>
                <a:cs typeface="Times New Roman" panose="02020603050405020304" pitchFamily="18" charset="0"/>
              </a:rPr>
              <a:t>ISP</a:t>
            </a: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，最大可以得到</a:t>
            </a:r>
            <a:r>
              <a:rPr lang="en-US" altLang="zh-CN" sz="1800" kern="100" dirty="0">
                <a:effectLst/>
                <a:latin typeface="宋体" panose="02010600030101010101" pitchFamily="2" charset="-122"/>
                <a:ea typeface="宋体" panose="02010600030101010101" pitchFamily="2" charset="-122"/>
                <a:cs typeface="Times New Roman" panose="02020603050405020304" pitchFamily="18" charset="0"/>
              </a:rPr>
              <a:t>8192</a:t>
            </a: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个顶级路由。</a:t>
            </a:r>
          </a:p>
          <a:p>
            <a:pPr marL="342900" lvl="0" indent="-342900" algn="just">
              <a:spcAft>
                <a:spcPts val="0"/>
              </a:spcAft>
              <a:buFont typeface="Wingdings" panose="05000000000000000000" pitchFamily="2" charset="2"/>
              <a:buChar char=""/>
            </a:pPr>
            <a:r>
              <a:rPr lang="en-US" altLang="zh-CN" sz="1800" kern="100" dirty="0">
                <a:effectLst/>
                <a:latin typeface="宋体" panose="02010600030101010101" pitchFamily="2" charset="-122"/>
                <a:ea typeface="宋体" panose="02010600030101010101" pitchFamily="2" charset="-122"/>
                <a:cs typeface="Times New Roman" panose="02020603050405020304" pitchFamily="18" charset="0"/>
              </a:rPr>
              <a:t>RES:8bit</a:t>
            </a: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，保留使用，为未来扩充</a:t>
            </a:r>
            <a:r>
              <a:rPr lang="en-US" altLang="zh-CN" sz="1800" kern="100" dirty="0">
                <a:effectLst/>
                <a:latin typeface="宋体" panose="02010600030101010101" pitchFamily="2" charset="-122"/>
                <a:ea typeface="宋体" panose="02010600030101010101" pitchFamily="2" charset="-122"/>
                <a:cs typeface="Times New Roman" panose="02020603050405020304" pitchFamily="18" charset="0"/>
              </a:rPr>
              <a:t>TLA</a:t>
            </a: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或者</a:t>
            </a:r>
            <a:r>
              <a:rPr lang="en-US" altLang="zh-CN" sz="1800" kern="100" dirty="0">
                <a:effectLst/>
                <a:latin typeface="宋体" panose="02010600030101010101" pitchFamily="2" charset="-122"/>
                <a:ea typeface="宋体" panose="02010600030101010101" pitchFamily="2" charset="-122"/>
                <a:cs typeface="Times New Roman" panose="02020603050405020304" pitchFamily="18" charset="0"/>
              </a:rPr>
              <a:t>NLA</a:t>
            </a: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预留。</a:t>
            </a:r>
          </a:p>
          <a:p>
            <a:pPr marL="342900" lvl="0" indent="-342900" algn="just">
              <a:spcAft>
                <a:spcPts val="0"/>
              </a:spcAft>
              <a:buFont typeface="Wingdings" panose="05000000000000000000" pitchFamily="2" charset="2"/>
              <a:buChar char=""/>
            </a:pPr>
            <a:r>
              <a:rPr lang="en-US" altLang="zh-CN" sz="1800" kern="100" dirty="0">
                <a:effectLst/>
                <a:latin typeface="宋体" panose="02010600030101010101" pitchFamily="2" charset="-122"/>
                <a:ea typeface="宋体" panose="02010600030101010101" pitchFamily="2" charset="-122"/>
                <a:cs typeface="Times New Roman" panose="02020603050405020304" pitchFamily="18" charset="0"/>
              </a:rPr>
              <a:t>NLA</a:t>
            </a: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a:t>
            </a:r>
            <a:r>
              <a:rPr lang="en-US" altLang="zh-CN" sz="1800" kern="100" dirty="0">
                <a:effectLst/>
                <a:latin typeface="宋体" panose="02010600030101010101" pitchFamily="2" charset="-122"/>
                <a:ea typeface="宋体" panose="02010600030101010101" pitchFamily="2" charset="-122"/>
                <a:cs typeface="Times New Roman" panose="02020603050405020304" pitchFamily="18" charset="0"/>
              </a:rPr>
              <a:t>Next Level Aggregation</a:t>
            </a: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）次级聚合：</a:t>
            </a:r>
            <a:r>
              <a:rPr lang="en-US" altLang="zh-CN" sz="1800" kern="100" dirty="0">
                <a:effectLst/>
                <a:latin typeface="宋体" panose="02010600030101010101" pitchFamily="2" charset="-122"/>
                <a:ea typeface="宋体" panose="02010600030101010101" pitchFamily="2" charset="-122"/>
                <a:cs typeface="Times New Roman" panose="02020603050405020304" pitchFamily="18" charset="0"/>
              </a:rPr>
              <a:t>24bit</a:t>
            </a: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，骨干网</a:t>
            </a:r>
            <a:r>
              <a:rPr lang="en-US" altLang="zh-CN" sz="1800" kern="100" dirty="0">
                <a:effectLst/>
                <a:latin typeface="宋体" panose="02010600030101010101" pitchFamily="2" charset="-122"/>
                <a:ea typeface="宋体" panose="02010600030101010101" pitchFamily="2" charset="-122"/>
                <a:cs typeface="Times New Roman" panose="02020603050405020304" pitchFamily="18" charset="0"/>
              </a:rPr>
              <a:t>ISP</a:t>
            </a: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根据</a:t>
            </a:r>
            <a:r>
              <a:rPr lang="en-US" altLang="zh-CN" sz="1800" kern="100" dirty="0">
                <a:effectLst/>
                <a:latin typeface="宋体" panose="02010600030101010101" pitchFamily="2" charset="-122"/>
                <a:ea typeface="宋体" panose="02010600030101010101" pitchFamily="2" charset="-122"/>
                <a:cs typeface="Times New Roman" panose="02020603050405020304" pitchFamily="18" charset="0"/>
              </a:rPr>
              <a:t>NLA</a:t>
            </a: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为各个中小</a:t>
            </a:r>
            <a:r>
              <a:rPr lang="en-US" altLang="zh-CN" sz="1800" kern="100" dirty="0">
                <a:effectLst/>
                <a:latin typeface="宋体" panose="02010600030101010101" pitchFamily="2" charset="-122"/>
                <a:ea typeface="宋体" panose="02010600030101010101" pitchFamily="2" charset="-122"/>
                <a:cs typeface="Times New Roman" panose="02020603050405020304" pitchFamily="18" charset="0"/>
              </a:rPr>
              <a:t>ISP</a:t>
            </a: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分配不同的地址段，中小</a:t>
            </a:r>
            <a:r>
              <a:rPr lang="en-US" altLang="zh-CN" sz="1800" kern="100" dirty="0">
                <a:effectLst/>
                <a:latin typeface="宋体" panose="02010600030101010101" pitchFamily="2" charset="-122"/>
                <a:ea typeface="宋体" panose="02010600030101010101" pitchFamily="2" charset="-122"/>
                <a:cs typeface="Times New Roman" panose="02020603050405020304" pitchFamily="18" charset="0"/>
              </a:rPr>
              <a:t>ISP</a:t>
            </a: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也可以针对</a:t>
            </a:r>
            <a:r>
              <a:rPr lang="en-US" altLang="zh-CN" sz="1800" kern="100" dirty="0">
                <a:effectLst/>
                <a:latin typeface="宋体" panose="02010600030101010101" pitchFamily="2" charset="-122"/>
                <a:ea typeface="宋体" panose="02010600030101010101" pitchFamily="2" charset="-122"/>
                <a:cs typeface="Times New Roman" panose="02020603050405020304" pitchFamily="18" charset="0"/>
              </a:rPr>
              <a:t>NLA</a:t>
            </a: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进一步分割不同地址段，分配给不同用户。</a:t>
            </a:r>
          </a:p>
          <a:p>
            <a:pPr marL="342900" lvl="0" indent="-342900" algn="just">
              <a:spcAft>
                <a:spcPts val="0"/>
              </a:spcAft>
              <a:buFont typeface="Wingdings" panose="05000000000000000000" pitchFamily="2" charset="2"/>
              <a:buChar char=""/>
            </a:pPr>
            <a:r>
              <a:rPr lang="en-US" altLang="zh-CN" sz="1800" kern="100" dirty="0">
                <a:effectLst/>
                <a:latin typeface="宋体" panose="02010600030101010101" pitchFamily="2" charset="-122"/>
                <a:ea typeface="宋体" panose="02010600030101010101" pitchFamily="2" charset="-122"/>
                <a:cs typeface="Times New Roman" panose="02020603050405020304" pitchFamily="18" charset="0"/>
              </a:rPr>
              <a:t>SLA</a:t>
            </a: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a:t>
            </a:r>
            <a:r>
              <a:rPr lang="en-US" altLang="zh-CN" sz="1800" kern="100" dirty="0">
                <a:effectLst/>
                <a:latin typeface="宋体" panose="02010600030101010101" pitchFamily="2" charset="-122"/>
                <a:ea typeface="宋体" panose="02010600030101010101" pitchFamily="2" charset="-122"/>
                <a:cs typeface="Times New Roman" panose="02020603050405020304" pitchFamily="18" charset="0"/>
              </a:rPr>
              <a:t>Site Level Aggregation</a:t>
            </a: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）站点级聚合：</a:t>
            </a:r>
            <a:r>
              <a:rPr lang="en-US" altLang="zh-CN" sz="1800" kern="100" dirty="0">
                <a:effectLst/>
                <a:latin typeface="宋体" panose="02010600030101010101" pitchFamily="2" charset="-122"/>
                <a:ea typeface="宋体" panose="02010600030101010101" pitchFamily="2" charset="-122"/>
                <a:cs typeface="Times New Roman" panose="02020603050405020304" pitchFamily="18" charset="0"/>
              </a:rPr>
              <a:t>16bit</a:t>
            </a: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，公司或企业内部根据</a:t>
            </a:r>
            <a:r>
              <a:rPr lang="en-US" altLang="zh-CN" sz="1800" kern="100" dirty="0">
                <a:effectLst/>
                <a:latin typeface="宋体" panose="02010600030101010101" pitchFamily="2" charset="-122"/>
                <a:ea typeface="宋体" panose="02010600030101010101" pitchFamily="2" charset="-122"/>
                <a:cs typeface="Times New Roman" panose="02020603050405020304" pitchFamily="18" charset="0"/>
              </a:rPr>
              <a:t>SLA</a:t>
            </a: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把同一大块地址分成不同的网段，分配给各站点使用，一般用作公司内部网络规划，最大可以有</a:t>
            </a:r>
            <a:r>
              <a:rPr lang="en-US" altLang="zh-CN" sz="1800" kern="100" dirty="0">
                <a:effectLst/>
                <a:latin typeface="宋体" panose="02010600030101010101" pitchFamily="2" charset="-122"/>
                <a:ea typeface="宋体" panose="02010600030101010101" pitchFamily="2" charset="-122"/>
                <a:cs typeface="Times New Roman" panose="02020603050405020304" pitchFamily="18" charset="0"/>
              </a:rPr>
              <a:t>65536</a:t>
            </a: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个子网。</a:t>
            </a:r>
          </a:p>
          <a:p>
            <a:endParaRPr lang="zh-CN" altLang="en-US" dirty="0"/>
          </a:p>
        </p:txBody>
      </p:sp>
    </p:spTree>
    <p:extLst>
      <p:ext uri="{BB962C8B-B14F-4D97-AF65-F5344CB8AC3E}">
        <p14:creationId xmlns:p14="http://schemas.microsoft.com/office/powerpoint/2010/main" val="377447730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55613" y="766763"/>
            <a:ext cx="5932487" cy="3338512"/>
          </a:xfrm>
        </p:spPr>
      </p:sp>
      <p:sp>
        <p:nvSpPr>
          <p:cNvPr id="3" name="备注占位符 2"/>
          <p:cNvSpPr>
            <a:spLocks noGrp="1"/>
          </p:cNvSpPr>
          <p:nvPr>
            <p:ph type="body" idx="1"/>
          </p:nvPr>
        </p:nvSpPr>
        <p:spPr/>
        <p:txBody>
          <a:bodyPr/>
          <a:lstStyle/>
          <a:p>
            <a:pPr marL="342900" lvl="0" indent="-342900" algn="just">
              <a:spcAft>
                <a:spcPts val="0"/>
              </a:spcAft>
              <a:buFont typeface="Wingdings" panose="05000000000000000000" pitchFamily="2" charset="2"/>
              <a:buChar char=""/>
            </a:pPr>
            <a:r>
              <a:rPr lang="en-US" altLang="zh-CN" sz="1800" kern="100" dirty="0">
                <a:effectLst/>
                <a:latin typeface="宋体" panose="02010600030101010101" pitchFamily="2" charset="-122"/>
                <a:ea typeface="宋体" panose="02010600030101010101" pitchFamily="2" charset="-122"/>
                <a:cs typeface="Times New Roman" panose="02020603050405020304" pitchFamily="18" charset="0"/>
              </a:rPr>
              <a:t>FF</a:t>
            </a: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a:t>
            </a:r>
            <a:r>
              <a:rPr lang="en-US" altLang="zh-CN" sz="1800" kern="100" dirty="0">
                <a:effectLst/>
                <a:latin typeface="宋体" panose="02010600030101010101" pitchFamily="2" charset="-122"/>
                <a:ea typeface="宋体" panose="02010600030101010101" pitchFamily="2" charset="-122"/>
                <a:cs typeface="Times New Roman" panose="02020603050405020304" pitchFamily="18" charset="0"/>
              </a:rPr>
              <a:t>8bit,IPv6</a:t>
            </a: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组播地址前</a:t>
            </a:r>
            <a:r>
              <a:rPr lang="en-US" altLang="zh-CN" sz="1800" kern="100" dirty="0">
                <a:effectLst/>
                <a:latin typeface="宋体" panose="02010600030101010101" pitchFamily="2" charset="-122"/>
                <a:ea typeface="宋体" panose="02010600030101010101" pitchFamily="2" charset="-122"/>
                <a:cs typeface="Times New Roman" panose="02020603050405020304" pitchFamily="18" charset="0"/>
              </a:rPr>
              <a:t>8</a:t>
            </a: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位都是</a:t>
            </a:r>
            <a:r>
              <a:rPr lang="en-US" altLang="zh-CN" sz="1800" kern="100" dirty="0">
                <a:effectLst/>
                <a:latin typeface="宋体" panose="02010600030101010101" pitchFamily="2" charset="-122"/>
                <a:ea typeface="宋体" panose="02010600030101010101" pitchFamily="2" charset="-122"/>
                <a:cs typeface="Times New Roman" panose="02020603050405020304" pitchFamily="18" charset="0"/>
              </a:rPr>
              <a:t>FF/8</a:t>
            </a: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，以</a:t>
            </a:r>
            <a:r>
              <a:rPr lang="en-US" altLang="zh-CN" sz="1800" kern="100" dirty="0">
                <a:effectLst/>
                <a:latin typeface="宋体" panose="02010600030101010101" pitchFamily="2" charset="-122"/>
                <a:ea typeface="宋体" panose="02010600030101010101" pitchFamily="2" charset="-122"/>
                <a:cs typeface="Times New Roman" panose="02020603050405020304" pitchFamily="18" charset="0"/>
              </a:rPr>
              <a:t>FF::/8</a:t>
            </a: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开头。</a:t>
            </a:r>
          </a:p>
          <a:p>
            <a:pPr marL="342900" lvl="0" indent="-342900" algn="just">
              <a:spcAft>
                <a:spcPts val="0"/>
              </a:spcAft>
              <a:buFont typeface="Wingdings" panose="05000000000000000000" pitchFamily="2" charset="2"/>
              <a:buChar char=""/>
            </a:pPr>
            <a:r>
              <a:rPr lang="en-US" altLang="zh-CN" sz="1800" kern="100" dirty="0">
                <a:effectLst/>
                <a:latin typeface="宋体" panose="02010600030101010101" pitchFamily="2" charset="-122"/>
                <a:ea typeface="宋体" panose="02010600030101010101" pitchFamily="2" charset="-122"/>
                <a:cs typeface="Times New Roman" panose="02020603050405020304" pitchFamily="18" charset="0"/>
              </a:rPr>
              <a:t>Left time</a:t>
            </a: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a:t>
            </a:r>
            <a:r>
              <a:rPr lang="en-US" altLang="zh-CN" sz="1800" kern="100" dirty="0">
                <a:effectLst/>
                <a:latin typeface="宋体" panose="02010600030101010101" pitchFamily="2" charset="-122"/>
                <a:ea typeface="宋体" panose="02010600030101010101" pitchFamily="2" charset="-122"/>
                <a:cs typeface="Times New Roman" panose="02020603050405020304" pitchFamily="18" charset="0"/>
              </a:rPr>
              <a:t>4bit</a:t>
            </a: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，第</a:t>
            </a:r>
            <a:r>
              <a:rPr lang="en-US" altLang="zh-CN" sz="1800" kern="100" dirty="0">
                <a:effectLst/>
                <a:latin typeface="宋体" panose="02010600030101010101" pitchFamily="2" charset="-122"/>
                <a:ea typeface="宋体" panose="02010600030101010101" pitchFamily="2" charset="-122"/>
                <a:cs typeface="Times New Roman" panose="02020603050405020304" pitchFamily="18" charset="0"/>
              </a:rPr>
              <a:t>1</a:t>
            </a: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位都是</a:t>
            </a:r>
            <a:r>
              <a:rPr lang="en-US" altLang="zh-CN" sz="1800" kern="100" dirty="0">
                <a:effectLst/>
                <a:latin typeface="宋体" panose="02010600030101010101" pitchFamily="2" charset="-122"/>
                <a:ea typeface="宋体" panose="02010600030101010101" pitchFamily="2" charset="-122"/>
                <a:cs typeface="Times New Roman" panose="02020603050405020304" pitchFamily="18" charset="0"/>
              </a:rPr>
              <a:t>0</a:t>
            </a: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，格式</a:t>
            </a:r>
            <a:r>
              <a:rPr lang="en-US" altLang="zh-CN" sz="1800" kern="100" dirty="0">
                <a:effectLst/>
                <a:latin typeface="宋体" panose="02010600030101010101" pitchFamily="2" charset="-122"/>
                <a:ea typeface="宋体" panose="02010600030101010101" pitchFamily="2" charset="-122"/>
                <a:cs typeface="Times New Roman" panose="02020603050405020304" pitchFamily="18" charset="0"/>
              </a:rPr>
              <a:t>|0|r|p|t|</a:t>
            </a: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a:t>
            </a:r>
          </a:p>
          <a:p>
            <a:pPr marL="800100" indent="127000" algn="just">
              <a:spcAft>
                <a:spcPts val="0"/>
              </a:spcAft>
            </a:pPr>
            <a:r>
              <a:rPr lang="en-US" altLang="zh-CN" sz="1800" kern="100" dirty="0">
                <a:effectLst/>
                <a:latin typeface="宋体" panose="02010600030101010101" pitchFamily="2" charset="-122"/>
                <a:ea typeface="宋体" panose="02010600030101010101" pitchFamily="2" charset="-122"/>
                <a:cs typeface="Times New Roman" panose="02020603050405020304" pitchFamily="18" charset="0"/>
              </a:rPr>
              <a:t>r</a:t>
            </a: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位：取</a:t>
            </a:r>
            <a:r>
              <a:rPr lang="en-US" altLang="zh-CN" sz="1800" kern="100" dirty="0">
                <a:effectLst/>
                <a:latin typeface="宋体" panose="02010600030101010101" pitchFamily="2" charset="-122"/>
                <a:ea typeface="宋体" panose="02010600030101010101" pitchFamily="2" charset="-122"/>
                <a:cs typeface="Times New Roman" panose="02020603050405020304" pitchFamily="18" charset="0"/>
              </a:rPr>
              <a:t>0</a:t>
            </a: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表示非内嵌</a:t>
            </a:r>
            <a:r>
              <a:rPr lang="en-US" altLang="zh-CN" sz="1800" kern="100" dirty="0">
                <a:effectLst/>
                <a:latin typeface="宋体" panose="02010600030101010101" pitchFamily="2" charset="-122"/>
                <a:ea typeface="宋体" panose="02010600030101010101" pitchFamily="2" charset="-122"/>
                <a:cs typeface="Times New Roman" panose="02020603050405020304" pitchFamily="18" charset="0"/>
              </a:rPr>
              <a:t>RP</a:t>
            </a: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，取</a:t>
            </a:r>
            <a:r>
              <a:rPr lang="en-US" altLang="zh-CN" sz="1800" kern="100" dirty="0">
                <a:effectLst/>
                <a:latin typeface="宋体" panose="02010600030101010101" pitchFamily="2" charset="-122"/>
                <a:ea typeface="宋体" panose="02010600030101010101" pitchFamily="2" charset="-122"/>
                <a:cs typeface="Times New Roman" panose="02020603050405020304" pitchFamily="18" charset="0"/>
              </a:rPr>
              <a:t>1</a:t>
            </a: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表示内嵌</a:t>
            </a:r>
            <a:r>
              <a:rPr lang="en-US" altLang="zh-CN" sz="1800" kern="100" dirty="0">
                <a:effectLst/>
                <a:latin typeface="宋体" panose="02010600030101010101" pitchFamily="2" charset="-122"/>
                <a:ea typeface="宋体" panose="02010600030101010101" pitchFamily="2" charset="-122"/>
                <a:cs typeface="Times New Roman" panose="02020603050405020304" pitchFamily="18" charset="0"/>
              </a:rPr>
              <a:t>RP</a:t>
            </a: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a:t>
            </a:r>
          </a:p>
          <a:p>
            <a:pPr marL="800100" indent="127000" algn="just">
              <a:spcAft>
                <a:spcPts val="0"/>
              </a:spcAft>
            </a:pPr>
            <a:r>
              <a:rPr lang="en-US" altLang="zh-CN" sz="1800" kern="100" dirty="0">
                <a:effectLst/>
                <a:latin typeface="宋体" panose="02010600030101010101" pitchFamily="2" charset="-122"/>
                <a:ea typeface="宋体" panose="02010600030101010101" pitchFamily="2" charset="-122"/>
                <a:cs typeface="Times New Roman" panose="02020603050405020304" pitchFamily="18" charset="0"/>
              </a:rPr>
              <a:t>p</a:t>
            </a: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位：取</a:t>
            </a:r>
            <a:r>
              <a:rPr lang="en-US" altLang="zh-CN" sz="1800" kern="100" dirty="0">
                <a:effectLst/>
                <a:latin typeface="宋体" panose="02010600030101010101" pitchFamily="2" charset="-122"/>
                <a:ea typeface="宋体" panose="02010600030101010101" pitchFamily="2" charset="-122"/>
                <a:cs typeface="Times New Roman" panose="02020603050405020304" pitchFamily="18" charset="0"/>
              </a:rPr>
              <a:t>0</a:t>
            </a: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表示非基于单播前缀的组播地址，取</a:t>
            </a:r>
            <a:r>
              <a:rPr lang="en-US" altLang="zh-CN" sz="1800" kern="100" dirty="0">
                <a:effectLst/>
                <a:latin typeface="宋体" panose="02010600030101010101" pitchFamily="2" charset="-122"/>
                <a:ea typeface="宋体" panose="02010600030101010101" pitchFamily="2" charset="-122"/>
                <a:cs typeface="Times New Roman" panose="02020603050405020304" pitchFamily="18" charset="0"/>
              </a:rPr>
              <a:t>1</a:t>
            </a: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表示基于单播前缀的组播地址，</a:t>
            </a:r>
            <a:r>
              <a:rPr lang="en-US" altLang="zh-CN" sz="1800" kern="100" dirty="0">
                <a:effectLst/>
                <a:latin typeface="宋体" panose="02010600030101010101" pitchFamily="2" charset="-122"/>
                <a:ea typeface="宋体" panose="02010600030101010101" pitchFamily="2" charset="-122"/>
                <a:cs typeface="Times New Roman" panose="02020603050405020304" pitchFamily="18" charset="0"/>
              </a:rPr>
              <a:t>p</a:t>
            </a: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位取</a:t>
            </a:r>
            <a:r>
              <a:rPr lang="en-US" altLang="zh-CN" sz="1800" kern="100" dirty="0">
                <a:effectLst/>
                <a:latin typeface="宋体" panose="02010600030101010101" pitchFamily="2" charset="-122"/>
                <a:ea typeface="宋体" panose="02010600030101010101" pitchFamily="2" charset="-122"/>
                <a:cs typeface="Times New Roman" panose="02020603050405020304" pitchFamily="18" charset="0"/>
              </a:rPr>
              <a:t>1</a:t>
            </a: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，则</a:t>
            </a:r>
            <a:r>
              <a:rPr lang="en-US" altLang="zh-CN" sz="1800" kern="100" dirty="0">
                <a:effectLst/>
                <a:latin typeface="宋体" panose="02010600030101010101" pitchFamily="2" charset="-122"/>
                <a:ea typeface="宋体" panose="02010600030101010101" pitchFamily="2" charset="-122"/>
                <a:cs typeface="Times New Roman" panose="02020603050405020304" pitchFamily="18" charset="0"/>
              </a:rPr>
              <a:t>t</a:t>
            </a: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位必须为</a:t>
            </a:r>
            <a:r>
              <a:rPr lang="en-US" altLang="zh-CN" sz="1800" kern="100" dirty="0">
                <a:effectLst/>
                <a:latin typeface="宋体" panose="02010600030101010101" pitchFamily="2" charset="-122"/>
                <a:ea typeface="宋体" panose="02010600030101010101" pitchFamily="2" charset="-122"/>
                <a:cs typeface="Times New Roman" panose="02020603050405020304" pitchFamily="18" charset="0"/>
              </a:rPr>
              <a:t>1</a:t>
            </a: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a:t>
            </a:r>
          </a:p>
          <a:p>
            <a:pPr marL="800100" indent="127000" algn="just">
              <a:spcAft>
                <a:spcPts val="0"/>
              </a:spcAft>
            </a:pPr>
            <a:r>
              <a:rPr lang="en-US" altLang="zh-CN" sz="1800" kern="100" dirty="0">
                <a:effectLst/>
                <a:latin typeface="宋体" panose="02010600030101010101" pitchFamily="2" charset="-122"/>
                <a:ea typeface="宋体" panose="02010600030101010101" pitchFamily="2" charset="-122"/>
                <a:cs typeface="Times New Roman" panose="02020603050405020304" pitchFamily="18" charset="0"/>
              </a:rPr>
              <a:t>t</a:t>
            </a: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位：取</a:t>
            </a:r>
            <a:r>
              <a:rPr lang="en-US" altLang="zh-CN" sz="1800" kern="100" dirty="0">
                <a:effectLst/>
                <a:latin typeface="宋体" panose="02010600030101010101" pitchFamily="2" charset="-122"/>
                <a:ea typeface="宋体" panose="02010600030101010101" pitchFamily="2" charset="-122"/>
                <a:cs typeface="Times New Roman" panose="02020603050405020304" pitchFamily="18" charset="0"/>
              </a:rPr>
              <a:t>0</a:t>
            </a: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表示永久分配组播地址，取</a:t>
            </a:r>
            <a:r>
              <a:rPr lang="en-US" altLang="zh-CN" sz="1800" kern="100" dirty="0">
                <a:effectLst/>
                <a:latin typeface="宋体" panose="02010600030101010101" pitchFamily="2" charset="-122"/>
                <a:ea typeface="宋体" panose="02010600030101010101" pitchFamily="2" charset="-122"/>
                <a:cs typeface="Times New Roman" panose="02020603050405020304" pitchFamily="18" charset="0"/>
              </a:rPr>
              <a:t>1</a:t>
            </a: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表示临时分配组播地址。</a:t>
            </a:r>
          </a:p>
          <a:p>
            <a:pPr marL="342900" lvl="0" indent="-342900" algn="just">
              <a:spcAft>
                <a:spcPts val="0"/>
              </a:spcAft>
              <a:buFont typeface="Wingdings" panose="05000000000000000000" pitchFamily="2" charset="2"/>
              <a:buChar char=""/>
            </a:pPr>
            <a:r>
              <a:rPr lang="en-US" altLang="zh-CN" sz="1800" kern="100" dirty="0">
                <a:effectLst/>
                <a:latin typeface="宋体" panose="02010600030101010101" pitchFamily="2" charset="-122"/>
                <a:ea typeface="宋体" panose="02010600030101010101" pitchFamily="2" charset="-122"/>
                <a:cs typeface="Times New Roman" panose="02020603050405020304" pitchFamily="18" charset="0"/>
              </a:rPr>
              <a:t>Scope</a:t>
            </a: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a:t>
            </a:r>
            <a:r>
              <a:rPr lang="en-US" altLang="zh-CN" sz="1800" kern="100" dirty="0">
                <a:effectLst/>
                <a:latin typeface="宋体" panose="02010600030101010101" pitchFamily="2" charset="-122"/>
                <a:ea typeface="宋体" panose="02010600030101010101" pitchFamily="2" charset="-122"/>
                <a:cs typeface="Times New Roman" panose="02020603050405020304" pitchFamily="18" charset="0"/>
              </a:rPr>
              <a:t>4bit</a:t>
            </a: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，标识传播范围。</a:t>
            </a:r>
          </a:p>
          <a:p>
            <a:pPr marL="533400" indent="266700" algn="just">
              <a:spcAft>
                <a:spcPts val="0"/>
              </a:spcAft>
            </a:pPr>
            <a:r>
              <a:rPr lang="en-US" altLang="zh-CN" sz="1800" kern="100" dirty="0">
                <a:effectLst/>
                <a:latin typeface="宋体" panose="02010600030101010101" pitchFamily="2" charset="-122"/>
                <a:ea typeface="宋体" panose="02010600030101010101" pitchFamily="2" charset="-122"/>
                <a:cs typeface="Times New Roman" panose="02020603050405020304" pitchFamily="18" charset="0"/>
              </a:rPr>
              <a:t>0001	node</a:t>
            </a: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（节点）</a:t>
            </a:r>
          </a:p>
          <a:p>
            <a:pPr marL="533400" indent="266700" algn="just">
              <a:spcAft>
                <a:spcPts val="0"/>
              </a:spcAft>
            </a:pPr>
            <a:r>
              <a:rPr lang="en-US" altLang="zh-CN" sz="1800" kern="100" dirty="0">
                <a:effectLst/>
                <a:latin typeface="宋体" panose="02010600030101010101" pitchFamily="2" charset="-122"/>
                <a:ea typeface="宋体" panose="02010600030101010101" pitchFamily="2" charset="-122"/>
                <a:cs typeface="Times New Roman" panose="02020603050405020304" pitchFamily="18" charset="0"/>
              </a:rPr>
              <a:t>0010	link</a:t>
            </a: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（链路）</a:t>
            </a:r>
          </a:p>
          <a:p>
            <a:pPr marL="533400" indent="266700" algn="just">
              <a:spcAft>
                <a:spcPts val="0"/>
              </a:spcAft>
            </a:pPr>
            <a:r>
              <a:rPr lang="en-US" altLang="zh-CN" sz="1800" kern="100" dirty="0">
                <a:effectLst/>
                <a:latin typeface="宋体" panose="02010600030101010101" pitchFamily="2" charset="-122"/>
                <a:ea typeface="宋体" panose="02010600030101010101" pitchFamily="2" charset="-122"/>
                <a:cs typeface="Times New Roman" panose="02020603050405020304" pitchFamily="18" charset="0"/>
              </a:rPr>
              <a:t>0101	Site</a:t>
            </a: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（站点）</a:t>
            </a:r>
          </a:p>
          <a:p>
            <a:pPr marL="533400" indent="266700" algn="just">
              <a:spcAft>
                <a:spcPts val="0"/>
              </a:spcAft>
            </a:pPr>
            <a:r>
              <a:rPr lang="en-US" altLang="zh-CN" sz="1800" kern="100" dirty="0">
                <a:effectLst/>
                <a:latin typeface="宋体" panose="02010600030101010101" pitchFamily="2" charset="-122"/>
                <a:ea typeface="宋体" panose="02010600030101010101" pitchFamily="2" charset="-122"/>
                <a:cs typeface="Times New Roman" panose="02020603050405020304" pitchFamily="18" charset="0"/>
              </a:rPr>
              <a:t>1000	organization</a:t>
            </a: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（组织）</a:t>
            </a:r>
          </a:p>
          <a:p>
            <a:pPr marL="533400" indent="266700" algn="just">
              <a:spcAft>
                <a:spcPts val="0"/>
              </a:spcAft>
            </a:pPr>
            <a:r>
              <a:rPr lang="en-US" altLang="zh-CN" sz="1800" kern="100" dirty="0">
                <a:effectLst/>
                <a:latin typeface="宋体" panose="02010600030101010101" pitchFamily="2" charset="-122"/>
                <a:ea typeface="宋体" panose="02010600030101010101" pitchFamily="2" charset="-122"/>
                <a:cs typeface="Times New Roman" panose="02020603050405020304" pitchFamily="18" charset="0"/>
              </a:rPr>
              <a:t>1110	global</a:t>
            </a: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（全球）</a:t>
            </a:r>
          </a:p>
          <a:p>
            <a:pPr marL="342900" lvl="0" indent="-342900" algn="just">
              <a:spcAft>
                <a:spcPts val="0"/>
              </a:spcAft>
              <a:buFont typeface="Wingdings" panose="05000000000000000000" pitchFamily="2" charset="2"/>
              <a:buChar char=""/>
            </a:pPr>
            <a:r>
              <a:rPr lang="en-US" altLang="zh-CN" sz="1800" kern="100" dirty="0">
                <a:effectLst/>
                <a:latin typeface="宋体" panose="02010600030101010101" pitchFamily="2" charset="-122"/>
                <a:ea typeface="宋体" panose="02010600030101010101" pitchFamily="2" charset="-122"/>
                <a:cs typeface="Times New Roman" panose="02020603050405020304" pitchFamily="18" charset="0"/>
              </a:rPr>
              <a:t>Group ID</a:t>
            </a: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a:t>
            </a:r>
            <a:r>
              <a:rPr lang="en-US" altLang="zh-CN" sz="1800" kern="100" dirty="0">
                <a:effectLst/>
                <a:latin typeface="宋体" panose="02010600030101010101" pitchFamily="2" charset="-122"/>
                <a:ea typeface="宋体" panose="02010600030101010101" pitchFamily="2" charset="-122"/>
                <a:cs typeface="Times New Roman" panose="02020603050405020304" pitchFamily="18" charset="0"/>
              </a:rPr>
              <a:t>112bit</a:t>
            </a: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，组播组标识号。</a:t>
            </a:r>
          </a:p>
          <a:p>
            <a:endParaRPr lang="zh-CN" altLang="en-US" dirty="0"/>
          </a:p>
        </p:txBody>
      </p:sp>
    </p:spTree>
    <p:extLst>
      <p:ext uri="{BB962C8B-B14F-4D97-AF65-F5344CB8AC3E}">
        <p14:creationId xmlns:p14="http://schemas.microsoft.com/office/powerpoint/2010/main" val="50457696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55613" y="766763"/>
            <a:ext cx="5932487" cy="3338512"/>
          </a:xfrm>
        </p:spPr>
      </p:sp>
      <p:sp>
        <p:nvSpPr>
          <p:cNvPr id="3" name="备注占位符 2"/>
          <p:cNvSpPr>
            <a:spLocks noGrp="1"/>
          </p:cNvSpPr>
          <p:nvPr>
            <p:ph type="body" idx="1"/>
          </p:nvPr>
        </p:nvSpPr>
        <p:spPr/>
        <p:txBody>
          <a:bodyPr/>
          <a:lstStyle/>
          <a:p>
            <a:pPr marL="180000" marR="0" lvl="0" indent="-180000" algn="l" defTabSz="1219304" rtl="0" eaLnBrk="1" fontAlgn="ctr" latinLnBrk="0" hangingPunct="1">
              <a:lnSpc>
                <a:spcPct val="125000"/>
              </a:lnSpc>
              <a:spcBef>
                <a:spcPts val="0"/>
              </a:spcBef>
              <a:spcAft>
                <a:spcPts val="600"/>
              </a:spcAft>
              <a:buClrTx/>
              <a:buSzTx/>
              <a:buFont typeface="Huawei Sans" panose="020C0503030203020204" pitchFamily="34" charset="0"/>
              <a:buChar char="•"/>
              <a:tabLst/>
              <a:defRPr/>
            </a:pPr>
            <a:r>
              <a:rPr lang="zh-CN" altLang="en-US" dirty="0"/>
              <a:t>任播的概念最初是在</a:t>
            </a:r>
            <a:r>
              <a:rPr lang="en-US" altLang="zh-CN" dirty="0"/>
              <a:t>RFC1546</a:t>
            </a:r>
            <a:r>
              <a:rPr lang="zh-CN" altLang="en-US" dirty="0"/>
              <a:t>（</a:t>
            </a:r>
            <a:r>
              <a:rPr lang="en-US" altLang="zh-CN" dirty="0"/>
              <a:t>Host </a:t>
            </a:r>
            <a:r>
              <a:rPr lang="en-US" altLang="zh-CN" dirty="0" err="1"/>
              <a:t>Anycasting</a:t>
            </a:r>
            <a:r>
              <a:rPr lang="en-US" altLang="zh-CN" dirty="0"/>
              <a:t> Service</a:t>
            </a:r>
            <a:r>
              <a:rPr lang="zh-CN" altLang="en-US" dirty="0"/>
              <a:t>）中提出并定义的，主要为</a:t>
            </a:r>
            <a:r>
              <a:rPr lang="en-US" altLang="zh-CN" dirty="0"/>
              <a:t>DNS</a:t>
            </a:r>
            <a:r>
              <a:rPr lang="zh-CN" altLang="en-US" dirty="0"/>
              <a:t>和</a:t>
            </a:r>
            <a:r>
              <a:rPr lang="en-US" altLang="zh-CN" dirty="0"/>
              <a:t>HTTP</a:t>
            </a:r>
            <a:r>
              <a:rPr lang="zh-CN" altLang="en-US" dirty="0"/>
              <a:t>提供服务。</a:t>
            </a:r>
            <a:r>
              <a:rPr lang="en-US" altLang="zh-CN" dirty="0"/>
              <a:t>IPv6</a:t>
            </a:r>
            <a:r>
              <a:rPr lang="zh-CN" altLang="en-US" dirty="0"/>
              <a:t>中没有为任播规定单独的地址空间，任播地址和单播地址使用相同的地址空间。</a:t>
            </a:r>
            <a:r>
              <a:rPr lang="en-US" altLang="zh-CN" dirty="0"/>
              <a:t>IPv6</a:t>
            </a:r>
            <a:r>
              <a:rPr lang="zh-CN" altLang="en-US" dirty="0"/>
              <a:t>任播地址可以同时被分配给多个设备，也就是说多台设备可以有相同的任播地址，以任播地址为目标的数据包会通过路由器的路由表被路由到离源设备最近的拥有该目标地址的设备。</a:t>
            </a:r>
          </a:p>
          <a:p>
            <a:endParaRPr lang="zh-CN" altLang="en-US" dirty="0"/>
          </a:p>
        </p:txBody>
      </p:sp>
    </p:spTree>
    <p:extLst>
      <p:ext uri="{BB962C8B-B14F-4D97-AF65-F5344CB8AC3E}">
        <p14:creationId xmlns:p14="http://schemas.microsoft.com/office/powerpoint/2010/main" val="141067534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55613" y="766763"/>
            <a:ext cx="5932487" cy="3338512"/>
          </a:xfrm>
        </p:spPr>
      </p:sp>
      <p:sp>
        <p:nvSpPr>
          <p:cNvPr id="3" name="备注占位符 2"/>
          <p:cNvSpPr>
            <a:spLocks noGrp="1"/>
          </p:cNvSpPr>
          <p:nvPr>
            <p:ph type="body" idx="1"/>
          </p:nvPr>
        </p:nvSpPr>
        <p:spPr/>
        <p:txBody>
          <a:bodyPr/>
          <a:lstStyle/>
          <a:p>
            <a:pPr indent="266700" algn="just">
              <a:spcAft>
                <a:spcPts val="0"/>
              </a:spcAft>
            </a:pP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任播技术的优势在于源节点不需要了解为其提供服务的具体节点，而可以接收特定服务，当一个节点无法工作时，带有任播地址的数据包又被发往其他两个主机节点，从任播成员中选择合适的目的地节点取决于路由协议重新收敛后的路由表情况。</a:t>
            </a:r>
          </a:p>
          <a:p>
            <a:pPr indent="266700" algn="just">
              <a:spcAft>
                <a:spcPts val="0"/>
              </a:spcAft>
            </a:pP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任播可以分为基于网络层的任播和基于应用层的任播。两者主要的区别是网络层的任播仅仅依靠网络本身（比如路由表）来选择目标服务器节点，而应用层任播是基于一定的探测手段和算法来选择性能最好的目标服务器节点。</a:t>
            </a:r>
            <a:r>
              <a:rPr lang="en-US" altLang="zh-CN" sz="1800" kern="100" dirty="0">
                <a:effectLst/>
                <a:latin typeface="宋体" panose="02010600030101010101" pitchFamily="2" charset="-122"/>
                <a:ea typeface="宋体" panose="02010600030101010101" pitchFamily="2" charset="-122"/>
                <a:cs typeface="Times New Roman" panose="02020603050405020304" pitchFamily="18" charset="0"/>
              </a:rPr>
              <a:t>RFC2491</a:t>
            </a: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和</a:t>
            </a:r>
            <a:r>
              <a:rPr lang="en-US" altLang="zh-CN" sz="1800" kern="100" dirty="0">
                <a:effectLst/>
                <a:latin typeface="宋体" panose="02010600030101010101" pitchFamily="2" charset="-122"/>
                <a:ea typeface="宋体" panose="02010600030101010101" pitchFamily="2" charset="-122"/>
                <a:cs typeface="Times New Roman" panose="02020603050405020304" pitchFamily="18" charset="0"/>
              </a:rPr>
              <a:t>RFC2526</a:t>
            </a: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定义了一些保留的任播地址格式，如子网路由器任播地址，用来满足不同的任播应用访问需求。</a:t>
            </a:r>
          </a:p>
          <a:p>
            <a:endParaRPr lang="zh-CN" altLang="en-US" dirty="0"/>
          </a:p>
        </p:txBody>
      </p:sp>
    </p:spTree>
    <p:extLst>
      <p:ext uri="{BB962C8B-B14F-4D97-AF65-F5344CB8AC3E}">
        <p14:creationId xmlns:p14="http://schemas.microsoft.com/office/powerpoint/2010/main" val="165809482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455613" y="766763"/>
            <a:ext cx="5932487" cy="3338512"/>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31534732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标题页">
    <p:spTree>
      <p:nvGrpSpPr>
        <p:cNvPr id="1" name=""/>
        <p:cNvGrpSpPr/>
        <p:nvPr/>
      </p:nvGrpSpPr>
      <p:grpSpPr>
        <a:xfrm>
          <a:off x="0" y="0"/>
          <a:ext cx="0" cy="0"/>
          <a:chOff x="0" y="0"/>
          <a:chExt cx="0" cy="0"/>
        </a:xfrm>
      </p:grpSpPr>
      <p:pic>
        <p:nvPicPr>
          <p:cNvPr id="13" name="图片 12"/>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3"/>
            <a:ext cx="12191999" cy="5602265"/>
          </a:xfrm>
          <a:prstGeom prst="rect">
            <a:avLst/>
          </a:prstGeom>
        </p:spPr>
      </p:pic>
      <p:sp>
        <p:nvSpPr>
          <p:cNvPr id="2" name="Title 1"/>
          <p:cNvSpPr>
            <a:spLocks noGrp="1"/>
          </p:cNvSpPr>
          <p:nvPr>
            <p:ph type="ctrTitle" hasCustomPrompt="1"/>
          </p:nvPr>
        </p:nvSpPr>
        <p:spPr>
          <a:xfrm>
            <a:off x="896112" y="907582"/>
            <a:ext cx="7237320" cy="690255"/>
          </a:xfrm>
          <a:prstGeom prst="rect">
            <a:avLst/>
          </a:prstGeom>
        </p:spPr>
        <p:txBody>
          <a:bodyPr lIns="0" tIns="0" rIns="0" bIns="0" anchor="ctr">
            <a:normAutofit/>
          </a:bodyPr>
          <a:lstStyle>
            <a:lvl1pPr algn="l">
              <a:lnSpc>
                <a:spcPts val="3439"/>
              </a:lnSpc>
              <a:defRPr sz="3199" b="0" i="0" baseline="0">
                <a:solidFill>
                  <a:schemeClr val="tx1"/>
                </a:solidFill>
                <a:latin typeface="Huawei Sans" panose="020C0503030203020204" pitchFamily="34" charset="0"/>
                <a:ea typeface="方正兰亭黑简体" panose="02000000000000000000" pitchFamily="2" charset="-122"/>
              </a:defRPr>
            </a:lvl1pPr>
          </a:lstStyle>
          <a:p>
            <a:r>
              <a:rPr lang="zh-CN" altLang="en-US" dirty="0"/>
              <a:t>单击此处添加标题</a:t>
            </a:r>
            <a:endParaRPr lang="en-US" dirty="0"/>
          </a:p>
        </p:txBody>
      </p:sp>
      <p:sp>
        <p:nvSpPr>
          <p:cNvPr id="8" name="L 形 7"/>
          <p:cNvSpPr/>
          <p:nvPr userDrawn="1"/>
        </p:nvSpPr>
        <p:spPr>
          <a:xfrm rot="10800000">
            <a:off x="10555944" y="1522948"/>
            <a:ext cx="717656" cy="701032"/>
          </a:xfrm>
          <a:prstGeom prst="corner">
            <a:avLst>
              <a:gd name="adj1" fmla="val 3243"/>
              <a:gd name="adj2" fmla="val 3048"/>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900" baseline="0" dirty="0">
              <a:latin typeface="Huawei Sans" panose="020C0503030203020204" pitchFamily="34" charset="0"/>
              <a:ea typeface="方正兰亭黑简体" panose="02000000000000000000" pitchFamily="2" charset="-122"/>
            </a:endParaRPr>
          </a:p>
        </p:txBody>
      </p:sp>
      <p:sp>
        <p:nvSpPr>
          <p:cNvPr id="6" name="Text Placeholder 5">
            <a:extLst>
              <a:ext uri="{FF2B5EF4-FFF2-40B4-BE49-F238E27FC236}">
                <a16:creationId xmlns:a16="http://schemas.microsoft.com/office/drawing/2014/main" xmlns="" id="{1878D8DD-C7E7-9345-9C0D-92472D27ADF8}"/>
              </a:ext>
            </a:extLst>
          </p:cNvPr>
          <p:cNvSpPr>
            <a:spLocks noGrp="1"/>
          </p:cNvSpPr>
          <p:nvPr>
            <p:ph type="body" sz="quarter" idx="10" hasCustomPrompt="1"/>
          </p:nvPr>
        </p:nvSpPr>
        <p:spPr>
          <a:xfrm>
            <a:off x="928897" y="1949372"/>
            <a:ext cx="7204534" cy="643926"/>
          </a:xfrm>
        </p:spPr>
        <p:txBody>
          <a:bodyPr anchor="ctr"/>
          <a:lstStyle>
            <a:lvl1pPr marL="0" indent="0">
              <a:buNone/>
              <a:defRPr sz="2000" baseline="0">
                <a:solidFill>
                  <a:schemeClr val="tx1"/>
                </a:solidFill>
                <a:latin typeface="Huawei Sans" panose="020C0503030203020204" pitchFamily="34" charset="0"/>
                <a:ea typeface="方正兰亭黑简体" panose="02000000000000000000" pitchFamily="2" charset="-122"/>
              </a:defRPr>
            </a:lvl1pPr>
          </a:lstStyle>
          <a:p>
            <a:pPr lvl="0"/>
            <a:r>
              <a:rPr lang="zh-CN" altLang="en-US" dirty="0"/>
              <a:t>单击此处添加文本</a:t>
            </a:r>
            <a:endParaRPr lang="en-US" dirty="0"/>
          </a:p>
        </p:txBody>
      </p:sp>
    </p:spTree>
    <p:extLst>
      <p:ext uri="{BB962C8B-B14F-4D97-AF65-F5344CB8AC3E}">
        <p14:creationId xmlns:p14="http://schemas.microsoft.com/office/powerpoint/2010/main" val="3988712557"/>
      </p:ext>
    </p:extLst>
  </p:cSld>
  <p:clrMapOvr>
    <a:masterClrMapping/>
  </p:clrMapOvr>
  <p:extLst>
    <p:ext uri="{DCECCB84-F9BA-43D5-87BE-67443E8EF086}">
      <p15:sldGuideLst xmlns:p15="http://schemas.microsoft.com/office/powerpoint/2012/main">
        <p15:guide id="1" orient="horz" pos="3414">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目录">
    <p:spTree>
      <p:nvGrpSpPr>
        <p:cNvPr id="1" name=""/>
        <p:cNvGrpSpPr/>
        <p:nvPr/>
      </p:nvGrpSpPr>
      <p:grpSpPr>
        <a:xfrm>
          <a:off x="0" y="0"/>
          <a:ext cx="0" cy="0"/>
          <a:chOff x="0" y="0"/>
          <a:chExt cx="0" cy="0"/>
        </a:xfrm>
      </p:grpSpPr>
      <p:sp>
        <p:nvSpPr>
          <p:cNvPr id="4" name="TextBox 10">
            <a:extLst>
              <a:ext uri="{FF2B5EF4-FFF2-40B4-BE49-F238E27FC236}">
                <a16:creationId xmlns:a16="http://schemas.microsoft.com/office/drawing/2014/main" xmlns="" id="{18ED692C-39CB-4AC0-81F6-D21CDD086EE4}"/>
              </a:ext>
            </a:extLst>
          </p:cNvPr>
          <p:cNvSpPr txBox="1"/>
          <p:nvPr userDrawn="1"/>
        </p:nvSpPr>
        <p:spPr bwMode="auto">
          <a:xfrm>
            <a:off x="1594877" y="408780"/>
            <a:ext cx="1664752" cy="639559"/>
          </a:xfrm>
          <a:prstGeom prst="rect">
            <a:avLst/>
          </a:prstGeom>
          <a:noFill/>
          <a:ln w="9525">
            <a:noFill/>
            <a:miter lim="800000"/>
            <a:headEnd/>
            <a:tailEnd/>
          </a:ln>
        </p:spPr>
        <p:txBody>
          <a:bodyPr wrap="square" lIns="99941" tIns="49967" rIns="99941" bIns="49967" rtlCol="0">
            <a:spAutoFit/>
          </a:bodyPr>
          <a:lstStyle/>
          <a:p>
            <a:pPr defTabSz="1001223" eaLnBrk="0" fontAlgn="ctr" hangingPunct="0"/>
            <a:r>
              <a:rPr lang="zh-CN" altLang="en-US" sz="3499" b="1" baseline="0" dirty="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rPr>
              <a:t>目录</a:t>
            </a:r>
          </a:p>
        </p:txBody>
      </p:sp>
      <p:sp>
        <p:nvSpPr>
          <p:cNvPr id="5" name="Freeform 9"/>
          <p:cNvSpPr>
            <a:spLocks/>
          </p:cNvSpPr>
          <p:nvPr userDrawn="1"/>
        </p:nvSpPr>
        <p:spPr bwMode="auto">
          <a:xfrm>
            <a:off x="3112" y="296368"/>
            <a:ext cx="1375826"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C00000"/>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baseline="0">
              <a:latin typeface="Huawei Sans" panose="020C0503030203020204" pitchFamily="34" charset="0"/>
              <a:ea typeface="方正兰亭黑简体" panose="02000000000000000000" pitchFamily="2" charset="-122"/>
            </a:endParaRPr>
          </a:p>
        </p:txBody>
      </p:sp>
      <p:sp>
        <p:nvSpPr>
          <p:cNvPr id="6" name="Freeform 11"/>
          <p:cNvSpPr>
            <a:spLocks/>
          </p:cNvSpPr>
          <p:nvPr userDrawn="1"/>
        </p:nvSpPr>
        <p:spPr bwMode="auto">
          <a:xfrm>
            <a:off x="1245702" y="296368"/>
            <a:ext cx="233272"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C00000"/>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baseline="0">
              <a:latin typeface="Huawei Sans" panose="020C0503030203020204" pitchFamily="34" charset="0"/>
              <a:ea typeface="方正兰亭黑简体" panose="02000000000000000000" pitchFamily="2" charset="-122"/>
            </a:endParaRPr>
          </a:p>
        </p:txBody>
      </p:sp>
      <p:grpSp>
        <p:nvGrpSpPr>
          <p:cNvPr id="7" name="组合 6"/>
          <p:cNvGrpSpPr/>
          <p:nvPr userDrawn="1"/>
        </p:nvGrpSpPr>
        <p:grpSpPr>
          <a:xfrm>
            <a:off x="587159" y="515380"/>
            <a:ext cx="358195" cy="426359"/>
            <a:chOff x="3295650" y="230188"/>
            <a:chExt cx="936625" cy="1114426"/>
          </a:xfrm>
          <a:solidFill>
            <a:schemeClr val="bg1"/>
          </a:solidFill>
        </p:grpSpPr>
        <p:sp>
          <p:nvSpPr>
            <p:cNvPr id="8" name="Rectangle 16"/>
            <p:cNvSpPr>
              <a:spLocks noChangeArrowheads="1"/>
            </p:cNvSpPr>
            <p:nvPr/>
          </p:nvSpPr>
          <p:spPr bwMode="auto">
            <a:xfrm>
              <a:off x="3959225" y="876301"/>
              <a:ext cx="182563" cy="49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1799" baseline="0">
                <a:latin typeface="Huawei Sans" panose="020C0503030203020204" pitchFamily="34" charset="0"/>
                <a:ea typeface="方正兰亭黑简体" panose="02000000000000000000" pitchFamily="2" charset="-122"/>
              </a:endParaRPr>
            </a:p>
          </p:txBody>
        </p:sp>
        <p:sp>
          <p:nvSpPr>
            <p:cNvPr id="9" name="Rectangle 17"/>
            <p:cNvSpPr>
              <a:spLocks noChangeArrowheads="1"/>
            </p:cNvSpPr>
            <p:nvPr/>
          </p:nvSpPr>
          <p:spPr bwMode="auto">
            <a:xfrm>
              <a:off x="3959225" y="777876"/>
              <a:ext cx="182563" cy="49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1799" baseline="0">
                <a:latin typeface="Huawei Sans" panose="020C0503030203020204" pitchFamily="34" charset="0"/>
                <a:ea typeface="方正兰亭黑简体" panose="02000000000000000000" pitchFamily="2" charset="-122"/>
              </a:endParaRPr>
            </a:p>
          </p:txBody>
        </p:sp>
        <p:sp>
          <p:nvSpPr>
            <p:cNvPr id="10" name="Rectangle 18"/>
            <p:cNvSpPr>
              <a:spLocks noChangeArrowheads="1"/>
            </p:cNvSpPr>
            <p:nvPr/>
          </p:nvSpPr>
          <p:spPr bwMode="auto">
            <a:xfrm>
              <a:off x="3959225" y="677863"/>
              <a:ext cx="182563" cy="476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1799" baseline="0">
                <a:latin typeface="Huawei Sans" panose="020C0503030203020204" pitchFamily="34" charset="0"/>
                <a:ea typeface="方正兰亭黑简体" panose="02000000000000000000" pitchFamily="2" charset="-122"/>
              </a:endParaRPr>
            </a:p>
          </p:txBody>
        </p:sp>
        <p:sp>
          <p:nvSpPr>
            <p:cNvPr id="11" name="Rectangle 19"/>
            <p:cNvSpPr>
              <a:spLocks noChangeArrowheads="1"/>
            </p:cNvSpPr>
            <p:nvPr/>
          </p:nvSpPr>
          <p:spPr bwMode="auto">
            <a:xfrm>
              <a:off x="3959225" y="582613"/>
              <a:ext cx="182563" cy="49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1799" baseline="0">
                <a:latin typeface="Huawei Sans" panose="020C0503030203020204" pitchFamily="34" charset="0"/>
                <a:ea typeface="方正兰亭黑简体" panose="02000000000000000000" pitchFamily="2" charset="-122"/>
              </a:endParaRPr>
            </a:p>
          </p:txBody>
        </p:sp>
        <p:sp>
          <p:nvSpPr>
            <p:cNvPr id="12" name="Rectangle 20"/>
            <p:cNvSpPr>
              <a:spLocks noChangeArrowheads="1"/>
            </p:cNvSpPr>
            <p:nvPr/>
          </p:nvSpPr>
          <p:spPr bwMode="auto">
            <a:xfrm>
              <a:off x="3676650" y="1101726"/>
              <a:ext cx="469900" cy="476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1799" baseline="0">
                <a:latin typeface="Huawei Sans" panose="020C0503030203020204" pitchFamily="34" charset="0"/>
                <a:ea typeface="方正兰亭黑简体" panose="02000000000000000000" pitchFamily="2" charset="-122"/>
              </a:endParaRPr>
            </a:p>
          </p:txBody>
        </p:sp>
        <p:sp>
          <p:nvSpPr>
            <p:cNvPr id="13" name="Rectangle 21"/>
            <p:cNvSpPr>
              <a:spLocks noChangeArrowheads="1"/>
            </p:cNvSpPr>
            <p:nvPr/>
          </p:nvSpPr>
          <p:spPr bwMode="auto">
            <a:xfrm>
              <a:off x="3676650" y="1198563"/>
              <a:ext cx="469900" cy="49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1799" baseline="0">
                <a:latin typeface="Huawei Sans" panose="020C0503030203020204" pitchFamily="34" charset="0"/>
                <a:ea typeface="方正兰亭黑简体" panose="02000000000000000000" pitchFamily="2" charset="-122"/>
              </a:endParaRPr>
            </a:p>
          </p:txBody>
        </p:sp>
        <p:sp>
          <p:nvSpPr>
            <p:cNvPr id="14" name="Freeform 22"/>
            <p:cNvSpPr>
              <a:spLocks/>
            </p:cNvSpPr>
            <p:nvPr/>
          </p:nvSpPr>
          <p:spPr bwMode="auto">
            <a:xfrm>
              <a:off x="3590925" y="482601"/>
              <a:ext cx="641350" cy="862013"/>
            </a:xfrm>
            <a:custGeom>
              <a:avLst/>
              <a:gdLst>
                <a:gd name="T0" fmla="*/ 229 w 404"/>
                <a:gd name="T1" fmla="*/ 0 h 543"/>
                <a:gd name="T2" fmla="*/ 229 w 404"/>
                <a:gd name="T3" fmla="*/ 30 h 543"/>
                <a:gd name="T4" fmla="*/ 373 w 404"/>
                <a:gd name="T5" fmla="*/ 30 h 543"/>
                <a:gd name="T6" fmla="*/ 373 w 404"/>
                <a:gd name="T7" fmla="*/ 513 h 543"/>
                <a:gd name="T8" fmla="*/ 33 w 404"/>
                <a:gd name="T9" fmla="*/ 513 h 543"/>
                <a:gd name="T10" fmla="*/ 31 w 404"/>
                <a:gd name="T11" fmla="*/ 387 h 543"/>
                <a:gd name="T12" fmla="*/ 0 w 404"/>
                <a:gd name="T13" fmla="*/ 387 h 543"/>
                <a:gd name="T14" fmla="*/ 0 w 404"/>
                <a:gd name="T15" fmla="*/ 543 h 543"/>
                <a:gd name="T16" fmla="*/ 404 w 404"/>
                <a:gd name="T17" fmla="*/ 543 h 543"/>
                <a:gd name="T18" fmla="*/ 404 w 404"/>
                <a:gd name="T19" fmla="*/ 0 h 543"/>
                <a:gd name="T20" fmla="*/ 229 w 404"/>
                <a:gd name="T21" fmla="*/ 0 h 5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04" h="543">
                  <a:moveTo>
                    <a:pt x="229" y="0"/>
                  </a:moveTo>
                  <a:lnTo>
                    <a:pt x="229" y="30"/>
                  </a:lnTo>
                  <a:lnTo>
                    <a:pt x="373" y="30"/>
                  </a:lnTo>
                  <a:lnTo>
                    <a:pt x="373" y="513"/>
                  </a:lnTo>
                  <a:lnTo>
                    <a:pt x="33" y="513"/>
                  </a:lnTo>
                  <a:lnTo>
                    <a:pt x="31" y="387"/>
                  </a:lnTo>
                  <a:lnTo>
                    <a:pt x="0" y="387"/>
                  </a:lnTo>
                  <a:lnTo>
                    <a:pt x="0" y="543"/>
                  </a:lnTo>
                  <a:lnTo>
                    <a:pt x="404" y="543"/>
                  </a:lnTo>
                  <a:lnTo>
                    <a:pt x="404" y="0"/>
                  </a:lnTo>
                  <a:lnTo>
                    <a:pt x="22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baseline="0">
                <a:latin typeface="Huawei Sans" panose="020C0503030203020204" pitchFamily="34" charset="0"/>
                <a:ea typeface="方正兰亭黑简体" panose="02000000000000000000" pitchFamily="2" charset="-122"/>
              </a:endParaRPr>
            </a:p>
          </p:txBody>
        </p:sp>
        <p:sp>
          <p:nvSpPr>
            <p:cNvPr id="15" name="Rectangle 23"/>
            <p:cNvSpPr>
              <a:spLocks noChangeArrowheads="1"/>
            </p:cNvSpPr>
            <p:nvPr/>
          </p:nvSpPr>
          <p:spPr bwMode="auto">
            <a:xfrm>
              <a:off x="3959225" y="989013"/>
              <a:ext cx="182563" cy="476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1799" baseline="0">
                <a:latin typeface="Huawei Sans" panose="020C0503030203020204" pitchFamily="34" charset="0"/>
                <a:ea typeface="方正兰亭黑简体" panose="02000000000000000000" pitchFamily="2" charset="-122"/>
              </a:endParaRPr>
            </a:p>
          </p:txBody>
        </p:sp>
        <p:sp>
          <p:nvSpPr>
            <p:cNvPr id="16" name="Freeform 24"/>
            <p:cNvSpPr>
              <a:spLocks noEditPoints="1"/>
            </p:cNvSpPr>
            <p:nvPr/>
          </p:nvSpPr>
          <p:spPr bwMode="auto">
            <a:xfrm>
              <a:off x="3295650" y="230188"/>
              <a:ext cx="639763" cy="852488"/>
            </a:xfrm>
            <a:custGeom>
              <a:avLst/>
              <a:gdLst>
                <a:gd name="T0" fmla="*/ 403 w 403"/>
                <a:gd name="T1" fmla="*/ 0 h 537"/>
                <a:gd name="T2" fmla="*/ 0 w 403"/>
                <a:gd name="T3" fmla="*/ 0 h 537"/>
                <a:gd name="T4" fmla="*/ 0 w 403"/>
                <a:gd name="T5" fmla="*/ 447 h 537"/>
                <a:gd name="T6" fmla="*/ 92 w 403"/>
                <a:gd name="T7" fmla="*/ 537 h 537"/>
                <a:gd name="T8" fmla="*/ 403 w 403"/>
                <a:gd name="T9" fmla="*/ 537 h 537"/>
                <a:gd name="T10" fmla="*/ 403 w 403"/>
                <a:gd name="T11" fmla="*/ 0 h 537"/>
                <a:gd name="T12" fmla="*/ 373 w 403"/>
                <a:gd name="T13" fmla="*/ 508 h 537"/>
                <a:gd name="T14" fmla="*/ 108 w 403"/>
                <a:gd name="T15" fmla="*/ 508 h 537"/>
                <a:gd name="T16" fmla="*/ 108 w 403"/>
                <a:gd name="T17" fmla="*/ 433 h 537"/>
                <a:gd name="T18" fmla="*/ 30 w 403"/>
                <a:gd name="T19" fmla="*/ 433 h 537"/>
                <a:gd name="T20" fmla="*/ 30 w 403"/>
                <a:gd name="T21" fmla="*/ 31 h 537"/>
                <a:gd name="T22" fmla="*/ 373 w 403"/>
                <a:gd name="T23" fmla="*/ 31 h 537"/>
                <a:gd name="T24" fmla="*/ 373 w 403"/>
                <a:gd name="T25" fmla="*/ 508 h 5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3" h="537">
                  <a:moveTo>
                    <a:pt x="403" y="0"/>
                  </a:moveTo>
                  <a:lnTo>
                    <a:pt x="0" y="0"/>
                  </a:lnTo>
                  <a:lnTo>
                    <a:pt x="0" y="447"/>
                  </a:lnTo>
                  <a:lnTo>
                    <a:pt x="92" y="537"/>
                  </a:lnTo>
                  <a:lnTo>
                    <a:pt x="403" y="537"/>
                  </a:lnTo>
                  <a:lnTo>
                    <a:pt x="403" y="0"/>
                  </a:lnTo>
                  <a:close/>
                  <a:moveTo>
                    <a:pt x="373" y="508"/>
                  </a:moveTo>
                  <a:lnTo>
                    <a:pt x="108" y="508"/>
                  </a:lnTo>
                  <a:lnTo>
                    <a:pt x="108" y="433"/>
                  </a:lnTo>
                  <a:lnTo>
                    <a:pt x="30" y="433"/>
                  </a:lnTo>
                  <a:lnTo>
                    <a:pt x="30" y="31"/>
                  </a:lnTo>
                  <a:lnTo>
                    <a:pt x="373" y="31"/>
                  </a:lnTo>
                  <a:lnTo>
                    <a:pt x="373" y="50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baseline="0">
                <a:latin typeface="Huawei Sans" panose="020C0503030203020204" pitchFamily="34" charset="0"/>
                <a:ea typeface="方正兰亭黑简体" panose="02000000000000000000" pitchFamily="2" charset="-122"/>
              </a:endParaRPr>
            </a:p>
          </p:txBody>
        </p:sp>
        <p:sp>
          <p:nvSpPr>
            <p:cNvPr id="17" name="Rectangle 25"/>
            <p:cNvSpPr>
              <a:spLocks noChangeArrowheads="1"/>
            </p:cNvSpPr>
            <p:nvPr/>
          </p:nvSpPr>
          <p:spPr bwMode="auto">
            <a:xfrm>
              <a:off x="3441700" y="376238"/>
              <a:ext cx="176213" cy="3238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1799" baseline="0">
                <a:latin typeface="Huawei Sans" panose="020C0503030203020204" pitchFamily="34" charset="0"/>
                <a:ea typeface="方正兰亭黑简体" panose="02000000000000000000" pitchFamily="2" charset="-122"/>
              </a:endParaRPr>
            </a:p>
          </p:txBody>
        </p:sp>
        <p:sp>
          <p:nvSpPr>
            <p:cNvPr id="18" name="Rectangle 26"/>
            <p:cNvSpPr>
              <a:spLocks noChangeArrowheads="1"/>
            </p:cNvSpPr>
            <p:nvPr/>
          </p:nvSpPr>
          <p:spPr bwMode="auto">
            <a:xfrm>
              <a:off x="3411538" y="755651"/>
              <a:ext cx="438150" cy="460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1799" baseline="0">
                <a:latin typeface="Huawei Sans" panose="020C0503030203020204" pitchFamily="34" charset="0"/>
                <a:ea typeface="方正兰亭黑简体" panose="02000000000000000000" pitchFamily="2" charset="-122"/>
              </a:endParaRPr>
            </a:p>
          </p:txBody>
        </p:sp>
        <p:sp>
          <p:nvSpPr>
            <p:cNvPr id="19" name="Rectangle 27"/>
            <p:cNvSpPr>
              <a:spLocks noChangeArrowheads="1"/>
            </p:cNvSpPr>
            <p:nvPr/>
          </p:nvSpPr>
          <p:spPr bwMode="auto">
            <a:xfrm>
              <a:off x="3670300" y="565151"/>
              <a:ext cx="179388" cy="444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1799" baseline="0">
                <a:latin typeface="Huawei Sans" panose="020C0503030203020204" pitchFamily="34" charset="0"/>
                <a:ea typeface="方正兰亭黑简体" panose="02000000000000000000" pitchFamily="2" charset="-122"/>
              </a:endParaRPr>
            </a:p>
          </p:txBody>
        </p:sp>
        <p:sp>
          <p:nvSpPr>
            <p:cNvPr id="20" name="Rectangle 28"/>
            <p:cNvSpPr>
              <a:spLocks noChangeArrowheads="1"/>
            </p:cNvSpPr>
            <p:nvPr/>
          </p:nvSpPr>
          <p:spPr bwMode="auto">
            <a:xfrm>
              <a:off x="3670300" y="658813"/>
              <a:ext cx="179388" cy="4127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1799" baseline="0">
                <a:latin typeface="Huawei Sans" panose="020C0503030203020204" pitchFamily="34" charset="0"/>
                <a:ea typeface="方正兰亭黑简体" panose="02000000000000000000" pitchFamily="2" charset="-122"/>
              </a:endParaRPr>
            </a:p>
          </p:txBody>
        </p:sp>
        <p:sp>
          <p:nvSpPr>
            <p:cNvPr id="21" name="Rectangle 29"/>
            <p:cNvSpPr>
              <a:spLocks noChangeArrowheads="1"/>
            </p:cNvSpPr>
            <p:nvPr/>
          </p:nvSpPr>
          <p:spPr bwMode="auto">
            <a:xfrm>
              <a:off x="3670300" y="471488"/>
              <a:ext cx="179388" cy="444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1799" baseline="0">
                <a:latin typeface="Huawei Sans" panose="020C0503030203020204" pitchFamily="34" charset="0"/>
                <a:ea typeface="方正兰亭黑简体" panose="02000000000000000000" pitchFamily="2" charset="-122"/>
              </a:endParaRPr>
            </a:p>
          </p:txBody>
        </p:sp>
        <p:sp>
          <p:nvSpPr>
            <p:cNvPr id="22" name="Rectangle 30"/>
            <p:cNvSpPr>
              <a:spLocks noChangeArrowheads="1"/>
            </p:cNvSpPr>
            <p:nvPr/>
          </p:nvSpPr>
          <p:spPr bwMode="auto">
            <a:xfrm>
              <a:off x="3670300" y="376238"/>
              <a:ext cx="179388" cy="4127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1799" baseline="0">
                <a:latin typeface="Huawei Sans" panose="020C0503030203020204" pitchFamily="34" charset="0"/>
                <a:ea typeface="方正兰亭黑简体" panose="02000000000000000000" pitchFamily="2" charset="-122"/>
              </a:endParaRPr>
            </a:p>
          </p:txBody>
        </p:sp>
        <p:sp>
          <p:nvSpPr>
            <p:cNvPr id="23" name="Rectangle 31"/>
            <p:cNvSpPr>
              <a:spLocks noChangeArrowheads="1"/>
            </p:cNvSpPr>
            <p:nvPr/>
          </p:nvSpPr>
          <p:spPr bwMode="auto">
            <a:xfrm>
              <a:off x="3411538" y="842963"/>
              <a:ext cx="438150" cy="444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1799" baseline="0">
                <a:latin typeface="Huawei Sans" panose="020C0503030203020204" pitchFamily="34" charset="0"/>
                <a:ea typeface="方正兰亭黑简体" panose="02000000000000000000" pitchFamily="2" charset="-122"/>
              </a:endParaRPr>
            </a:p>
          </p:txBody>
        </p:sp>
      </p:grpSp>
      <p:sp>
        <p:nvSpPr>
          <p:cNvPr id="24" name="文本占位符 6"/>
          <p:cNvSpPr>
            <a:spLocks noGrp="1"/>
          </p:cNvSpPr>
          <p:nvPr>
            <p:ph type="body" sz="quarter" idx="10" hasCustomPrompt="1"/>
          </p:nvPr>
        </p:nvSpPr>
        <p:spPr>
          <a:xfrm>
            <a:off x="454816" y="1233487"/>
            <a:ext cx="11307600" cy="4680000"/>
          </a:xfrm>
        </p:spPr>
        <p:txBody>
          <a:bodyPr/>
          <a:lstStyle>
            <a:lvl1pPr marL="457017" marR="0" indent="-457017" algn="just" defTabSz="801367" rtl="0" eaLnBrk="1" fontAlgn="ctr" latinLnBrk="0" hangingPunct="1">
              <a:lnSpc>
                <a:spcPct val="140000"/>
              </a:lnSpc>
              <a:spcBef>
                <a:spcPct val="30000"/>
              </a:spcBef>
              <a:spcAft>
                <a:spcPct val="0"/>
              </a:spcAft>
              <a:buClrTx/>
              <a:buSzPct val="100000"/>
              <a:buFont typeface="+mj-lt"/>
              <a:buAutoNum type="arabicPeriod"/>
              <a:tabLst/>
              <a:defRPr>
                <a:latin typeface="+mn-lt"/>
                <a:ea typeface="+mn-ea"/>
                <a:cs typeface="Huawei Sans" panose="020C0503030203020204" pitchFamily="34" charset="0"/>
              </a:defRPr>
            </a:lvl1pPr>
            <a:lvl2pPr fontAlgn="ctr">
              <a:buClrTx/>
              <a:buSzPct val="100000"/>
              <a:buFont typeface="Huawei Sans" panose="020C0503030203020204" pitchFamily="34" charset="0"/>
              <a:buChar char="▫"/>
              <a:defRPr>
                <a:latin typeface="+mn-lt"/>
              </a:defRPr>
            </a:lvl2pPr>
            <a:lvl3pPr>
              <a:defRPr/>
            </a:lvl3pPr>
            <a:lvl5pPr>
              <a:buNone/>
              <a:defRPr/>
            </a:lvl5pPr>
          </a:lstStyle>
          <a:p>
            <a:pPr marL="457200" indent="-457200">
              <a:buSzPct val="100000"/>
              <a:buFont typeface="+mj-lt"/>
              <a:buAutoNum type="arabicPeriod"/>
            </a:pPr>
            <a:r>
              <a:rPr lang="zh-CN" altLang="en-US" dirty="0"/>
              <a:t>一级目录一</a:t>
            </a:r>
            <a:endParaRPr lang="en-US" altLang="zh-CN" dirty="0"/>
          </a:p>
          <a:p>
            <a:pPr marL="653788" lvl="1" indent="-457017">
              <a:buSzPct val="100000"/>
              <a:buFont typeface="+mj-lt"/>
              <a:buAutoNum type="arabicPeriod"/>
            </a:pPr>
            <a:endParaRPr lang="en-US" altLang="zh-CN" dirty="0"/>
          </a:p>
          <a:p>
            <a:pPr marL="457200" indent="-457200">
              <a:buSzPct val="100000"/>
              <a:buFont typeface="+mj-lt"/>
              <a:buAutoNum type="arabicPeriod"/>
            </a:pPr>
            <a:r>
              <a:rPr lang="zh-CN" altLang="en-US" dirty="0"/>
              <a:t>一级目录二</a:t>
            </a:r>
            <a:endParaRPr lang="en-US" altLang="zh-CN" dirty="0"/>
          </a:p>
          <a:p>
            <a:pPr marL="457200" indent="-457200">
              <a:buSzPct val="100000"/>
              <a:buFont typeface="+mj-lt"/>
              <a:buAutoNum type="arabicPeriod"/>
            </a:pPr>
            <a:r>
              <a:rPr lang="zh-CN" altLang="en-US" dirty="0"/>
              <a:t>一级目录三</a:t>
            </a:r>
            <a:endParaRPr lang="en-US" altLang="zh-CN" dirty="0"/>
          </a:p>
          <a:p>
            <a:pPr marL="457200" indent="-457200">
              <a:buSzPct val="100000"/>
              <a:buFont typeface="+mj-lt"/>
              <a:buAutoNum type="arabicPeriod"/>
            </a:pPr>
            <a:r>
              <a:rPr lang="zh-CN" altLang="en-US" dirty="0"/>
              <a:t>一级目录四</a:t>
            </a:r>
            <a:endParaRPr lang="en-US" altLang="zh-CN" dirty="0"/>
          </a:p>
          <a:p>
            <a:endParaRPr lang="zh-CN" altLang="en-US" dirty="0"/>
          </a:p>
        </p:txBody>
      </p:sp>
    </p:spTree>
    <p:extLst>
      <p:ext uri="{BB962C8B-B14F-4D97-AF65-F5344CB8AC3E}">
        <p14:creationId xmlns:p14="http://schemas.microsoft.com/office/powerpoint/2010/main" val="2329092569"/>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标题和内容">
    <p:spTree>
      <p:nvGrpSpPr>
        <p:cNvPr id="1" name=""/>
        <p:cNvGrpSpPr/>
        <p:nvPr/>
      </p:nvGrpSpPr>
      <p:grpSpPr>
        <a:xfrm>
          <a:off x="0" y="0"/>
          <a:ext cx="0" cy="0"/>
          <a:chOff x="0" y="0"/>
          <a:chExt cx="0" cy="0"/>
        </a:xfrm>
      </p:grpSpPr>
      <p:sp>
        <p:nvSpPr>
          <p:cNvPr id="3" name="标题 1"/>
          <p:cNvSpPr>
            <a:spLocks noGrp="1"/>
          </p:cNvSpPr>
          <p:nvPr>
            <p:ph type="title"/>
          </p:nvPr>
        </p:nvSpPr>
        <p:spPr>
          <a:xfrm>
            <a:off x="1594177" y="410400"/>
            <a:ext cx="9827761" cy="640800"/>
          </a:xfrm>
          <a:prstGeom prst="rect">
            <a:avLst/>
          </a:prstGeom>
        </p:spPr>
        <p:txBody>
          <a:bodyPr lIns="100800" tIns="50400" rIns="100800" bIns="50400" anchor="ctr" anchorCtr="0"/>
          <a:lstStyle>
            <a:lvl1pPr fontAlgn="ctr">
              <a:defRPr b="1" baseline="0">
                <a:latin typeface="Huawei Sans" panose="020C0503030203020204" pitchFamily="34" charset="0"/>
                <a:ea typeface="方正兰亭黑简体" panose="02000000000000000000" pitchFamily="2" charset="-122"/>
              </a:defRPr>
            </a:lvl1pPr>
          </a:lstStyle>
          <a:p>
            <a:r>
              <a:rPr lang="zh-CN" altLang="en-US" dirty="0"/>
              <a:t>单击此处编辑母版标题样式</a:t>
            </a:r>
          </a:p>
        </p:txBody>
      </p:sp>
      <p:sp>
        <p:nvSpPr>
          <p:cNvPr id="4" name="Freeform 9"/>
          <p:cNvSpPr>
            <a:spLocks/>
          </p:cNvSpPr>
          <p:nvPr userDrawn="1"/>
        </p:nvSpPr>
        <p:spPr bwMode="auto">
          <a:xfrm>
            <a:off x="3112" y="296368"/>
            <a:ext cx="1375826"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C00000"/>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baseline="0">
              <a:latin typeface="Huawei Sans" panose="020C0503030203020204" pitchFamily="34" charset="0"/>
              <a:ea typeface="方正兰亭黑简体" panose="02000000000000000000" pitchFamily="2" charset="-122"/>
            </a:endParaRPr>
          </a:p>
        </p:txBody>
      </p:sp>
      <p:sp>
        <p:nvSpPr>
          <p:cNvPr id="5" name="Freeform 11"/>
          <p:cNvSpPr>
            <a:spLocks/>
          </p:cNvSpPr>
          <p:nvPr userDrawn="1"/>
        </p:nvSpPr>
        <p:spPr bwMode="auto">
          <a:xfrm>
            <a:off x="1245702" y="296368"/>
            <a:ext cx="233272"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C00000"/>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baseline="0">
              <a:latin typeface="Huawei Sans" panose="020C0503030203020204" pitchFamily="34" charset="0"/>
              <a:ea typeface="方正兰亭黑简体" panose="02000000000000000000" pitchFamily="2" charset="-122"/>
            </a:endParaRPr>
          </a:p>
        </p:txBody>
      </p:sp>
      <p:grpSp>
        <p:nvGrpSpPr>
          <p:cNvPr id="6" name="组合 5"/>
          <p:cNvGrpSpPr/>
          <p:nvPr userDrawn="1"/>
        </p:nvGrpSpPr>
        <p:grpSpPr>
          <a:xfrm>
            <a:off x="587158" y="505779"/>
            <a:ext cx="374562" cy="445558"/>
            <a:chOff x="-1647825" y="2492375"/>
            <a:chExt cx="1947863" cy="2316163"/>
          </a:xfrm>
          <a:solidFill>
            <a:schemeClr val="bg1"/>
          </a:solidFill>
        </p:grpSpPr>
        <p:sp>
          <p:nvSpPr>
            <p:cNvPr id="7" name="Freeform 6"/>
            <p:cNvSpPr>
              <a:spLocks noEditPoints="1"/>
            </p:cNvSpPr>
            <p:nvPr/>
          </p:nvSpPr>
          <p:spPr bwMode="auto">
            <a:xfrm>
              <a:off x="-1647825" y="2492375"/>
              <a:ext cx="1947863" cy="2316163"/>
            </a:xfrm>
            <a:custGeom>
              <a:avLst/>
              <a:gdLst>
                <a:gd name="T0" fmla="*/ 301 w 2739"/>
                <a:gd name="T1" fmla="*/ 181 h 3258"/>
                <a:gd name="T2" fmla="*/ 182 w 2739"/>
                <a:gd name="T3" fmla="*/ 301 h 3258"/>
                <a:gd name="T4" fmla="*/ 182 w 2739"/>
                <a:gd name="T5" fmla="*/ 2955 h 3258"/>
                <a:gd name="T6" fmla="*/ 262 w 2739"/>
                <a:gd name="T7" fmla="*/ 3068 h 3258"/>
                <a:gd name="T8" fmla="*/ 863 w 2739"/>
                <a:gd name="T9" fmla="*/ 2756 h 3258"/>
                <a:gd name="T10" fmla="*/ 1377 w 2739"/>
                <a:gd name="T11" fmla="*/ 3046 h 3258"/>
                <a:gd name="T12" fmla="*/ 1950 w 2739"/>
                <a:gd name="T13" fmla="*/ 2756 h 3258"/>
                <a:gd name="T14" fmla="*/ 2482 w 2739"/>
                <a:gd name="T15" fmla="*/ 3066 h 3258"/>
                <a:gd name="T16" fmla="*/ 2557 w 2739"/>
                <a:gd name="T17" fmla="*/ 2955 h 3258"/>
                <a:gd name="T18" fmla="*/ 2557 w 2739"/>
                <a:gd name="T19" fmla="*/ 301 h 3258"/>
                <a:gd name="T20" fmla="*/ 2438 w 2739"/>
                <a:gd name="T21" fmla="*/ 181 h 3258"/>
                <a:gd name="T22" fmla="*/ 301 w 2739"/>
                <a:gd name="T23" fmla="*/ 181 h 3258"/>
                <a:gd name="T24" fmla="*/ 2449 w 2739"/>
                <a:gd name="T25" fmla="*/ 3258 h 3258"/>
                <a:gd name="T26" fmla="*/ 1944 w 2739"/>
                <a:gd name="T27" fmla="*/ 2963 h 3258"/>
                <a:gd name="T28" fmla="*/ 1372 w 2739"/>
                <a:gd name="T29" fmla="*/ 3252 h 3258"/>
                <a:gd name="T30" fmla="*/ 860 w 2739"/>
                <a:gd name="T31" fmla="*/ 2963 h 3258"/>
                <a:gd name="T32" fmla="*/ 291 w 2739"/>
                <a:gd name="T33" fmla="*/ 3257 h 3258"/>
                <a:gd name="T34" fmla="*/ 264 w 2739"/>
                <a:gd name="T35" fmla="*/ 3254 h 3258"/>
                <a:gd name="T36" fmla="*/ 0 w 2739"/>
                <a:gd name="T37" fmla="*/ 2955 h 3258"/>
                <a:gd name="T38" fmla="*/ 0 w 2739"/>
                <a:gd name="T39" fmla="*/ 301 h 3258"/>
                <a:gd name="T40" fmla="*/ 301 w 2739"/>
                <a:gd name="T41" fmla="*/ 0 h 3258"/>
                <a:gd name="T42" fmla="*/ 2438 w 2739"/>
                <a:gd name="T43" fmla="*/ 0 h 3258"/>
                <a:gd name="T44" fmla="*/ 2739 w 2739"/>
                <a:gd name="T45" fmla="*/ 301 h 3258"/>
                <a:gd name="T46" fmla="*/ 2739 w 2739"/>
                <a:gd name="T47" fmla="*/ 2955 h 3258"/>
                <a:gd name="T48" fmla="*/ 2480 w 2739"/>
                <a:gd name="T49" fmla="*/ 3253 h 3258"/>
                <a:gd name="T50" fmla="*/ 2449 w 2739"/>
                <a:gd name="T51" fmla="*/ 3258 h 3258"/>
                <a:gd name="T52" fmla="*/ 2449 w 2739"/>
                <a:gd name="T53" fmla="*/ 3258 h 3258"/>
                <a:gd name="T54" fmla="*/ 2449 w 2739"/>
                <a:gd name="T55" fmla="*/ 3258 h 3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739" h="3258">
                  <a:moveTo>
                    <a:pt x="301" y="181"/>
                  </a:moveTo>
                  <a:cubicBezTo>
                    <a:pt x="235" y="182"/>
                    <a:pt x="182" y="235"/>
                    <a:pt x="182" y="301"/>
                  </a:cubicBezTo>
                  <a:cubicBezTo>
                    <a:pt x="182" y="2955"/>
                    <a:pt x="182" y="2955"/>
                    <a:pt x="182" y="2955"/>
                  </a:cubicBezTo>
                  <a:cubicBezTo>
                    <a:pt x="182" y="3007"/>
                    <a:pt x="215" y="3052"/>
                    <a:pt x="262" y="3068"/>
                  </a:cubicBezTo>
                  <a:cubicBezTo>
                    <a:pt x="863" y="2756"/>
                    <a:pt x="863" y="2756"/>
                    <a:pt x="863" y="2756"/>
                  </a:cubicBezTo>
                  <a:cubicBezTo>
                    <a:pt x="1377" y="3046"/>
                    <a:pt x="1377" y="3046"/>
                    <a:pt x="1377" y="3046"/>
                  </a:cubicBezTo>
                  <a:cubicBezTo>
                    <a:pt x="1950" y="2756"/>
                    <a:pt x="1950" y="2756"/>
                    <a:pt x="1950" y="2756"/>
                  </a:cubicBezTo>
                  <a:cubicBezTo>
                    <a:pt x="2482" y="3066"/>
                    <a:pt x="2482" y="3066"/>
                    <a:pt x="2482" y="3066"/>
                  </a:cubicBezTo>
                  <a:cubicBezTo>
                    <a:pt x="2527" y="3048"/>
                    <a:pt x="2557" y="3004"/>
                    <a:pt x="2557" y="2955"/>
                  </a:cubicBezTo>
                  <a:cubicBezTo>
                    <a:pt x="2557" y="301"/>
                    <a:pt x="2557" y="301"/>
                    <a:pt x="2557" y="301"/>
                  </a:cubicBezTo>
                  <a:cubicBezTo>
                    <a:pt x="2557" y="235"/>
                    <a:pt x="2504" y="182"/>
                    <a:pt x="2438" y="181"/>
                  </a:cubicBezTo>
                  <a:lnTo>
                    <a:pt x="301" y="181"/>
                  </a:lnTo>
                  <a:close/>
                  <a:moveTo>
                    <a:pt x="2449" y="3258"/>
                  </a:moveTo>
                  <a:cubicBezTo>
                    <a:pt x="1944" y="2963"/>
                    <a:pt x="1944" y="2963"/>
                    <a:pt x="1944" y="2963"/>
                  </a:cubicBezTo>
                  <a:cubicBezTo>
                    <a:pt x="1372" y="3252"/>
                    <a:pt x="1372" y="3252"/>
                    <a:pt x="1372" y="3252"/>
                  </a:cubicBezTo>
                  <a:cubicBezTo>
                    <a:pt x="860" y="2963"/>
                    <a:pt x="860" y="2963"/>
                    <a:pt x="860" y="2963"/>
                  </a:cubicBezTo>
                  <a:cubicBezTo>
                    <a:pt x="291" y="3257"/>
                    <a:pt x="291" y="3257"/>
                    <a:pt x="291" y="3257"/>
                  </a:cubicBezTo>
                  <a:cubicBezTo>
                    <a:pt x="264" y="3254"/>
                    <a:pt x="264" y="3254"/>
                    <a:pt x="264" y="3254"/>
                  </a:cubicBezTo>
                  <a:cubicBezTo>
                    <a:pt x="113" y="3235"/>
                    <a:pt x="0" y="3107"/>
                    <a:pt x="0" y="2955"/>
                  </a:cubicBezTo>
                  <a:cubicBezTo>
                    <a:pt x="0" y="301"/>
                    <a:pt x="0" y="301"/>
                    <a:pt x="0" y="301"/>
                  </a:cubicBezTo>
                  <a:cubicBezTo>
                    <a:pt x="0" y="135"/>
                    <a:pt x="135" y="0"/>
                    <a:pt x="301" y="0"/>
                  </a:cubicBezTo>
                  <a:cubicBezTo>
                    <a:pt x="2438" y="0"/>
                    <a:pt x="2438" y="0"/>
                    <a:pt x="2438" y="0"/>
                  </a:cubicBezTo>
                  <a:cubicBezTo>
                    <a:pt x="2604" y="0"/>
                    <a:pt x="2739" y="135"/>
                    <a:pt x="2739" y="301"/>
                  </a:cubicBezTo>
                  <a:cubicBezTo>
                    <a:pt x="2739" y="2955"/>
                    <a:pt x="2739" y="2955"/>
                    <a:pt x="2739" y="2955"/>
                  </a:cubicBezTo>
                  <a:cubicBezTo>
                    <a:pt x="2739" y="3105"/>
                    <a:pt x="2628" y="3233"/>
                    <a:pt x="2480" y="3253"/>
                  </a:cubicBezTo>
                  <a:lnTo>
                    <a:pt x="2449" y="3258"/>
                  </a:lnTo>
                  <a:close/>
                  <a:moveTo>
                    <a:pt x="2449" y="3258"/>
                  </a:moveTo>
                  <a:cubicBezTo>
                    <a:pt x="2449" y="3258"/>
                    <a:pt x="2449" y="3258"/>
                    <a:pt x="2449" y="325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baseline="0">
                <a:latin typeface="Huawei Sans" panose="020C0503030203020204" pitchFamily="34" charset="0"/>
                <a:ea typeface="方正兰亭黑简体" panose="02000000000000000000" pitchFamily="2" charset="-122"/>
              </a:endParaRPr>
            </a:p>
          </p:txBody>
        </p:sp>
        <p:sp>
          <p:nvSpPr>
            <p:cNvPr id="8" name="Freeform 7"/>
            <p:cNvSpPr>
              <a:spLocks noEditPoints="1"/>
            </p:cNvSpPr>
            <p:nvPr/>
          </p:nvSpPr>
          <p:spPr bwMode="auto">
            <a:xfrm>
              <a:off x="-1155700" y="2941638"/>
              <a:ext cx="963613" cy="893763"/>
            </a:xfrm>
            <a:custGeom>
              <a:avLst/>
              <a:gdLst>
                <a:gd name="T0" fmla="*/ 1267 w 1353"/>
                <a:gd name="T1" fmla="*/ 182 h 1256"/>
                <a:gd name="T2" fmla="*/ 87 w 1353"/>
                <a:gd name="T3" fmla="*/ 182 h 1256"/>
                <a:gd name="T4" fmla="*/ 0 w 1353"/>
                <a:gd name="T5" fmla="*/ 91 h 1256"/>
                <a:gd name="T6" fmla="*/ 87 w 1353"/>
                <a:gd name="T7" fmla="*/ 0 h 1256"/>
                <a:gd name="T8" fmla="*/ 1267 w 1353"/>
                <a:gd name="T9" fmla="*/ 0 h 1256"/>
                <a:gd name="T10" fmla="*/ 1353 w 1353"/>
                <a:gd name="T11" fmla="*/ 91 h 1256"/>
                <a:gd name="T12" fmla="*/ 1267 w 1353"/>
                <a:gd name="T13" fmla="*/ 182 h 1256"/>
                <a:gd name="T14" fmla="*/ 1267 w 1353"/>
                <a:gd name="T15" fmla="*/ 719 h 1256"/>
                <a:gd name="T16" fmla="*/ 87 w 1353"/>
                <a:gd name="T17" fmla="*/ 719 h 1256"/>
                <a:gd name="T18" fmla="*/ 0 w 1353"/>
                <a:gd name="T19" fmla="*/ 628 h 1256"/>
                <a:gd name="T20" fmla="*/ 87 w 1353"/>
                <a:gd name="T21" fmla="*/ 537 h 1256"/>
                <a:gd name="T22" fmla="*/ 1267 w 1353"/>
                <a:gd name="T23" fmla="*/ 537 h 1256"/>
                <a:gd name="T24" fmla="*/ 1353 w 1353"/>
                <a:gd name="T25" fmla="*/ 628 h 1256"/>
                <a:gd name="T26" fmla="*/ 1267 w 1353"/>
                <a:gd name="T27" fmla="*/ 719 h 1256"/>
                <a:gd name="T28" fmla="*/ 1267 w 1353"/>
                <a:gd name="T29" fmla="*/ 1256 h 1256"/>
                <a:gd name="T30" fmla="*/ 87 w 1353"/>
                <a:gd name="T31" fmla="*/ 1256 h 1256"/>
                <a:gd name="T32" fmla="*/ 1 w 1353"/>
                <a:gd name="T33" fmla="*/ 1165 h 1256"/>
                <a:gd name="T34" fmla="*/ 87 w 1353"/>
                <a:gd name="T35" fmla="*/ 1075 h 1256"/>
                <a:gd name="T36" fmla="*/ 1267 w 1353"/>
                <a:gd name="T37" fmla="*/ 1075 h 1256"/>
                <a:gd name="T38" fmla="*/ 1352 w 1353"/>
                <a:gd name="T39" fmla="*/ 1165 h 1256"/>
                <a:gd name="T40" fmla="*/ 1267 w 1353"/>
                <a:gd name="T41" fmla="*/ 1256 h 1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353" h="1256">
                  <a:moveTo>
                    <a:pt x="1267" y="182"/>
                  </a:moveTo>
                  <a:cubicBezTo>
                    <a:pt x="87" y="182"/>
                    <a:pt x="87" y="182"/>
                    <a:pt x="87" y="182"/>
                  </a:cubicBezTo>
                  <a:cubicBezTo>
                    <a:pt x="38" y="180"/>
                    <a:pt x="0" y="140"/>
                    <a:pt x="0" y="91"/>
                  </a:cubicBezTo>
                  <a:cubicBezTo>
                    <a:pt x="0" y="42"/>
                    <a:pt x="38" y="2"/>
                    <a:pt x="87" y="0"/>
                  </a:cubicBezTo>
                  <a:cubicBezTo>
                    <a:pt x="1267" y="0"/>
                    <a:pt x="1267" y="0"/>
                    <a:pt x="1267" y="0"/>
                  </a:cubicBezTo>
                  <a:cubicBezTo>
                    <a:pt x="1315" y="2"/>
                    <a:pt x="1353" y="42"/>
                    <a:pt x="1353" y="91"/>
                  </a:cubicBezTo>
                  <a:cubicBezTo>
                    <a:pt x="1353" y="140"/>
                    <a:pt x="1315" y="180"/>
                    <a:pt x="1267" y="182"/>
                  </a:cubicBezTo>
                  <a:moveTo>
                    <a:pt x="1267" y="719"/>
                  </a:moveTo>
                  <a:cubicBezTo>
                    <a:pt x="87" y="719"/>
                    <a:pt x="87" y="719"/>
                    <a:pt x="87" y="719"/>
                  </a:cubicBezTo>
                  <a:cubicBezTo>
                    <a:pt x="38" y="717"/>
                    <a:pt x="0" y="677"/>
                    <a:pt x="0" y="628"/>
                  </a:cubicBezTo>
                  <a:cubicBezTo>
                    <a:pt x="0" y="580"/>
                    <a:pt x="38" y="540"/>
                    <a:pt x="87" y="537"/>
                  </a:cubicBezTo>
                  <a:cubicBezTo>
                    <a:pt x="1267" y="537"/>
                    <a:pt x="1267" y="537"/>
                    <a:pt x="1267" y="537"/>
                  </a:cubicBezTo>
                  <a:cubicBezTo>
                    <a:pt x="1315" y="540"/>
                    <a:pt x="1353" y="580"/>
                    <a:pt x="1353" y="628"/>
                  </a:cubicBezTo>
                  <a:cubicBezTo>
                    <a:pt x="1353" y="677"/>
                    <a:pt x="1315" y="717"/>
                    <a:pt x="1267" y="719"/>
                  </a:cubicBezTo>
                  <a:moveTo>
                    <a:pt x="1267" y="1256"/>
                  </a:moveTo>
                  <a:cubicBezTo>
                    <a:pt x="87" y="1256"/>
                    <a:pt x="87" y="1256"/>
                    <a:pt x="87" y="1256"/>
                  </a:cubicBezTo>
                  <a:cubicBezTo>
                    <a:pt x="39" y="1253"/>
                    <a:pt x="1" y="1213"/>
                    <a:pt x="1" y="1165"/>
                  </a:cubicBezTo>
                  <a:cubicBezTo>
                    <a:pt x="1" y="1117"/>
                    <a:pt x="39" y="1077"/>
                    <a:pt x="87" y="1075"/>
                  </a:cubicBezTo>
                  <a:cubicBezTo>
                    <a:pt x="1267" y="1075"/>
                    <a:pt x="1267" y="1075"/>
                    <a:pt x="1267" y="1075"/>
                  </a:cubicBezTo>
                  <a:cubicBezTo>
                    <a:pt x="1314" y="1077"/>
                    <a:pt x="1352" y="1117"/>
                    <a:pt x="1352" y="1165"/>
                  </a:cubicBezTo>
                  <a:cubicBezTo>
                    <a:pt x="1352" y="1213"/>
                    <a:pt x="1314" y="1253"/>
                    <a:pt x="1267" y="125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baseline="0">
                <a:latin typeface="Huawei Sans" panose="020C0503030203020204" pitchFamily="34" charset="0"/>
                <a:ea typeface="方正兰亭黑简体" panose="02000000000000000000" pitchFamily="2" charset="-122"/>
              </a:endParaRPr>
            </a:p>
          </p:txBody>
        </p:sp>
      </p:grpSp>
      <p:sp>
        <p:nvSpPr>
          <p:cNvPr id="9" name="文本占位符 6"/>
          <p:cNvSpPr>
            <a:spLocks noGrp="1"/>
          </p:cNvSpPr>
          <p:nvPr>
            <p:ph type="body" sz="quarter" idx="10" hasCustomPrompt="1"/>
          </p:nvPr>
        </p:nvSpPr>
        <p:spPr>
          <a:xfrm>
            <a:off x="444603" y="1247556"/>
            <a:ext cx="11307600" cy="4680000"/>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stStyle>
          <a:p>
            <a:r>
              <a:rPr lang="zh-CN" altLang="en-US" dirty="0"/>
              <a:t>单击此处输入文字</a:t>
            </a:r>
          </a:p>
        </p:txBody>
      </p:sp>
    </p:spTree>
    <p:extLst>
      <p:ext uri="{BB962C8B-B14F-4D97-AF65-F5344CB8AC3E}">
        <p14:creationId xmlns:p14="http://schemas.microsoft.com/office/powerpoint/2010/main" val="304621626"/>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仅标题">
    <p:spTree>
      <p:nvGrpSpPr>
        <p:cNvPr id="1" name=""/>
        <p:cNvGrpSpPr/>
        <p:nvPr/>
      </p:nvGrpSpPr>
      <p:grpSpPr>
        <a:xfrm>
          <a:off x="0" y="0"/>
          <a:ext cx="0" cy="0"/>
          <a:chOff x="0" y="0"/>
          <a:chExt cx="0" cy="0"/>
        </a:xfrm>
      </p:grpSpPr>
      <p:sp>
        <p:nvSpPr>
          <p:cNvPr id="3" name="Freeform 9"/>
          <p:cNvSpPr>
            <a:spLocks/>
          </p:cNvSpPr>
          <p:nvPr userDrawn="1"/>
        </p:nvSpPr>
        <p:spPr bwMode="auto">
          <a:xfrm>
            <a:off x="3112" y="296368"/>
            <a:ext cx="1375826"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C00000"/>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baseline="0">
              <a:latin typeface="Huawei Sans" panose="020C0503030203020204" pitchFamily="34" charset="0"/>
              <a:ea typeface="方正兰亭黑简体" panose="02000000000000000000" pitchFamily="2" charset="-122"/>
            </a:endParaRPr>
          </a:p>
        </p:txBody>
      </p:sp>
      <p:sp>
        <p:nvSpPr>
          <p:cNvPr id="4" name="Freeform 11"/>
          <p:cNvSpPr>
            <a:spLocks/>
          </p:cNvSpPr>
          <p:nvPr userDrawn="1"/>
        </p:nvSpPr>
        <p:spPr bwMode="auto">
          <a:xfrm>
            <a:off x="1245702" y="296368"/>
            <a:ext cx="233272"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C00000"/>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baseline="0">
              <a:latin typeface="Huawei Sans" panose="020C0503030203020204" pitchFamily="34" charset="0"/>
              <a:ea typeface="方正兰亭黑简体" panose="02000000000000000000" pitchFamily="2" charset="-122"/>
            </a:endParaRPr>
          </a:p>
        </p:txBody>
      </p:sp>
      <p:sp>
        <p:nvSpPr>
          <p:cNvPr id="5" name="Freeform 12"/>
          <p:cNvSpPr>
            <a:spLocks noEditPoints="1"/>
          </p:cNvSpPr>
          <p:nvPr userDrawn="1"/>
        </p:nvSpPr>
        <p:spPr bwMode="auto">
          <a:xfrm>
            <a:off x="479189" y="474076"/>
            <a:ext cx="507964" cy="508967"/>
          </a:xfrm>
          <a:custGeom>
            <a:avLst/>
            <a:gdLst>
              <a:gd name="T0" fmla="*/ 1433 w 2867"/>
              <a:gd name="T1" fmla="*/ 0 h 2867"/>
              <a:gd name="T2" fmla="*/ 0 w 2867"/>
              <a:gd name="T3" fmla="*/ 1433 h 2867"/>
              <a:gd name="T4" fmla="*/ 1433 w 2867"/>
              <a:gd name="T5" fmla="*/ 2867 h 2867"/>
              <a:gd name="T6" fmla="*/ 2867 w 2867"/>
              <a:gd name="T7" fmla="*/ 1433 h 2867"/>
              <a:gd name="T8" fmla="*/ 1433 w 2867"/>
              <a:gd name="T9" fmla="*/ 0 h 2867"/>
              <a:gd name="T10" fmla="*/ 1433 w 2867"/>
              <a:gd name="T11" fmla="*/ 2662 h 2867"/>
              <a:gd name="T12" fmla="*/ 205 w 2867"/>
              <a:gd name="T13" fmla="*/ 1433 h 2867"/>
              <a:gd name="T14" fmla="*/ 1433 w 2867"/>
              <a:gd name="T15" fmla="*/ 205 h 2867"/>
              <a:gd name="T16" fmla="*/ 2662 w 2867"/>
              <a:gd name="T17" fmla="*/ 1433 h 2867"/>
              <a:gd name="T18" fmla="*/ 1433 w 2867"/>
              <a:gd name="T19" fmla="*/ 2662 h 2867"/>
              <a:gd name="T20" fmla="*/ 2336 w 2867"/>
              <a:gd name="T21" fmla="*/ 2066 h 2867"/>
              <a:gd name="T22" fmla="*/ 523 w 2867"/>
              <a:gd name="T23" fmla="*/ 2066 h 2867"/>
              <a:gd name="T24" fmla="*/ 976 w 2867"/>
              <a:gd name="T25" fmla="*/ 1432 h 2867"/>
              <a:gd name="T26" fmla="*/ 1255 w 2867"/>
              <a:gd name="T27" fmla="*/ 1810 h 2867"/>
              <a:gd name="T28" fmla="*/ 1792 w 2867"/>
              <a:gd name="T29" fmla="*/ 1069 h 2867"/>
              <a:gd name="T30" fmla="*/ 2336 w 2867"/>
              <a:gd name="T31" fmla="*/ 2066 h 2867"/>
              <a:gd name="T32" fmla="*/ 704 w 2867"/>
              <a:gd name="T33" fmla="*/ 978 h 2867"/>
              <a:gd name="T34" fmla="*/ 886 w 2867"/>
              <a:gd name="T35" fmla="*/ 797 h 2867"/>
              <a:gd name="T36" fmla="*/ 1067 w 2867"/>
              <a:gd name="T37" fmla="*/ 978 h 2867"/>
              <a:gd name="T38" fmla="*/ 886 w 2867"/>
              <a:gd name="T39" fmla="*/ 1160 h 2867"/>
              <a:gd name="T40" fmla="*/ 704 w 2867"/>
              <a:gd name="T41" fmla="*/ 978 h 2867"/>
              <a:gd name="T42" fmla="*/ 704 w 2867"/>
              <a:gd name="T43" fmla="*/ 978 h 2867"/>
              <a:gd name="T44" fmla="*/ 704 w 2867"/>
              <a:gd name="T45" fmla="*/ 978 h 28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867" h="2867">
                <a:moveTo>
                  <a:pt x="1433" y="0"/>
                </a:moveTo>
                <a:cubicBezTo>
                  <a:pt x="643" y="0"/>
                  <a:pt x="0" y="643"/>
                  <a:pt x="0" y="1433"/>
                </a:cubicBezTo>
                <a:cubicBezTo>
                  <a:pt x="0" y="2224"/>
                  <a:pt x="643" y="2867"/>
                  <a:pt x="1433" y="2867"/>
                </a:cubicBezTo>
                <a:cubicBezTo>
                  <a:pt x="2224" y="2867"/>
                  <a:pt x="2867" y="2224"/>
                  <a:pt x="2867" y="1433"/>
                </a:cubicBezTo>
                <a:cubicBezTo>
                  <a:pt x="2867" y="643"/>
                  <a:pt x="2224" y="0"/>
                  <a:pt x="1433" y="0"/>
                </a:cubicBezTo>
                <a:close/>
                <a:moveTo>
                  <a:pt x="1433" y="2662"/>
                </a:moveTo>
                <a:cubicBezTo>
                  <a:pt x="756" y="2662"/>
                  <a:pt x="205" y="2111"/>
                  <a:pt x="205" y="1433"/>
                </a:cubicBezTo>
                <a:cubicBezTo>
                  <a:pt x="205" y="756"/>
                  <a:pt x="756" y="205"/>
                  <a:pt x="1433" y="205"/>
                </a:cubicBezTo>
                <a:cubicBezTo>
                  <a:pt x="2111" y="205"/>
                  <a:pt x="2662" y="756"/>
                  <a:pt x="2662" y="1433"/>
                </a:cubicBezTo>
                <a:cubicBezTo>
                  <a:pt x="2662" y="2111"/>
                  <a:pt x="2111" y="2662"/>
                  <a:pt x="1433" y="2662"/>
                </a:cubicBezTo>
                <a:close/>
                <a:moveTo>
                  <a:pt x="2336" y="2066"/>
                </a:moveTo>
                <a:cubicBezTo>
                  <a:pt x="523" y="2066"/>
                  <a:pt x="523" y="2066"/>
                  <a:pt x="523" y="2066"/>
                </a:cubicBezTo>
                <a:cubicBezTo>
                  <a:pt x="976" y="1432"/>
                  <a:pt x="976" y="1432"/>
                  <a:pt x="976" y="1432"/>
                </a:cubicBezTo>
                <a:cubicBezTo>
                  <a:pt x="1255" y="1810"/>
                  <a:pt x="1255" y="1810"/>
                  <a:pt x="1255" y="1810"/>
                </a:cubicBezTo>
                <a:cubicBezTo>
                  <a:pt x="1792" y="1069"/>
                  <a:pt x="1792" y="1069"/>
                  <a:pt x="1792" y="1069"/>
                </a:cubicBezTo>
                <a:lnTo>
                  <a:pt x="2336" y="2066"/>
                </a:lnTo>
                <a:close/>
                <a:moveTo>
                  <a:pt x="704" y="978"/>
                </a:moveTo>
                <a:cubicBezTo>
                  <a:pt x="704" y="878"/>
                  <a:pt x="786" y="797"/>
                  <a:pt x="886" y="797"/>
                </a:cubicBezTo>
                <a:cubicBezTo>
                  <a:pt x="986" y="797"/>
                  <a:pt x="1067" y="878"/>
                  <a:pt x="1067" y="978"/>
                </a:cubicBezTo>
                <a:cubicBezTo>
                  <a:pt x="1067" y="1079"/>
                  <a:pt x="986" y="1160"/>
                  <a:pt x="886" y="1160"/>
                </a:cubicBezTo>
                <a:cubicBezTo>
                  <a:pt x="786" y="1160"/>
                  <a:pt x="704" y="1079"/>
                  <a:pt x="704" y="978"/>
                </a:cubicBezTo>
                <a:close/>
                <a:moveTo>
                  <a:pt x="704" y="978"/>
                </a:moveTo>
                <a:cubicBezTo>
                  <a:pt x="704" y="978"/>
                  <a:pt x="704" y="978"/>
                  <a:pt x="704" y="978"/>
                </a:cubicBezTo>
              </a:path>
            </a:pathLst>
          </a:custGeom>
          <a:solidFill>
            <a:schemeClr val="bg1"/>
          </a:solidFill>
          <a:ln>
            <a:noFill/>
          </a:ln>
        </p:spPr>
        <p:txBody>
          <a:bodyPr vert="horz" wrap="square" lIns="91404" tIns="45702" rIns="91404" bIns="45702" numCol="1" anchor="t" anchorCtr="0" compatLnSpc="1">
            <a:prstTxWarp prst="textNoShape">
              <a:avLst/>
            </a:prstTxWarp>
          </a:bodyPr>
          <a:lstStyle/>
          <a:p>
            <a:endParaRPr lang="zh-CN" altLang="en-US" sz="1799" baseline="0">
              <a:latin typeface="Huawei Sans" panose="020C0503030203020204" pitchFamily="34" charset="0"/>
              <a:ea typeface="方正兰亭黑简体" panose="02000000000000000000" pitchFamily="2" charset="-122"/>
            </a:endParaRPr>
          </a:p>
        </p:txBody>
      </p:sp>
      <p:sp>
        <p:nvSpPr>
          <p:cNvPr id="6" name="标题 1"/>
          <p:cNvSpPr>
            <a:spLocks noGrp="1"/>
          </p:cNvSpPr>
          <p:nvPr>
            <p:ph type="title"/>
          </p:nvPr>
        </p:nvSpPr>
        <p:spPr>
          <a:xfrm>
            <a:off x="1594177" y="410400"/>
            <a:ext cx="9827761" cy="640800"/>
          </a:xfrm>
          <a:prstGeom prst="rect">
            <a:avLst/>
          </a:prstGeom>
        </p:spPr>
        <p:txBody>
          <a:bodyPr lIns="100800" tIns="50400" rIns="100800" bIns="50400" anchor="ctr" anchorCtr="0"/>
          <a:lstStyle>
            <a:lvl1pPr fontAlgn="ctr">
              <a:defRPr b="1" baseline="0">
                <a:latin typeface="Huawei Sans" panose="020C0503030203020204" pitchFamily="34" charset="0"/>
                <a:ea typeface="方正兰亭黑简体" panose="02000000000000000000" pitchFamily="2" charset="-122"/>
              </a:defRPr>
            </a:lvl1pPr>
          </a:lstStyle>
          <a:p>
            <a:r>
              <a:rPr lang="zh-CN" altLang="en-US" dirty="0"/>
              <a:t>单击此处编辑母版标题样式</a:t>
            </a:r>
          </a:p>
        </p:txBody>
      </p:sp>
    </p:spTree>
    <p:extLst>
      <p:ext uri="{BB962C8B-B14F-4D97-AF65-F5344CB8AC3E}">
        <p14:creationId xmlns:p14="http://schemas.microsoft.com/office/powerpoint/2010/main" val="326959714"/>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5#全白背景">
    <p:spTree>
      <p:nvGrpSpPr>
        <p:cNvPr id="1" name=""/>
        <p:cNvGrpSpPr/>
        <p:nvPr/>
      </p:nvGrpSpPr>
      <p:grpSpPr>
        <a:xfrm>
          <a:off x="0" y="0"/>
          <a:ext cx="0" cy="0"/>
          <a:chOff x="0" y="0"/>
          <a:chExt cx="0" cy="0"/>
        </a:xfrm>
      </p:grpSpPr>
      <p:grpSp>
        <p:nvGrpSpPr>
          <p:cNvPr id="15" name="组合 14"/>
          <p:cNvGrpSpPr/>
          <p:nvPr userDrawn="1"/>
        </p:nvGrpSpPr>
        <p:grpSpPr>
          <a:xfrm>
            <a:off x="12216278" y="2923311"/>
            <a:ext cx="1982916" cy="3934682"/>
            <a:chOff x="12216278" y="2262477"/>
            <a:chExt cx="1982916" cy="4604143"/>
          </a:xfrm>
        </p:grpSpPr>
        <p:grpSp>
          <p:nvGrpSpPr>
            <p:cNvPr id="16" name="组合 15"/>
            <p:cNvGrpSpPr/>
            <p:nvPr userDrawn="1"/>
          </p:nvGrpSpPr>
          <p:grpSpPr>
            <a:xfrm>
              <a:off x="12315635" y="2262477"/>
              <a:ext cx="1883559" cy="692624"/>
              <a:chOff x="12315635" y="2207613"/>
              <a:chExt cx="1883559" cy="692624"/>
            </a:xfrm>
          </p:grpSpPr>
          <p:sp>
            <p:nvSpPr>
              <p:cNvPr id="33" name="矩形 5">
                <a:extLst>
                  <a:ext uri="{FF2B5EF4-FFF2-40B4-BE49-F238E27FC236}">
                    <a16:creationId xmlns:a16="http://schemas.microsoft.com/office/drawing/2014/main" xmlns="" id="{3B0B5EC2-EA55-CC45-A9D0-D5EA5D768C99}"/>
                  </a:ext>
                </a:extLst>
              </p:cNvPr>
              <p:cNvSpPr/>
              <p:nvPr userDrawn="1"/>
            </p:nvSpPr>
            <p:spPr>
              <a:xfrm>
                <a:off x="12315635" y="2401808"/>
                <a:ext cx="911019" cy="498429"/>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en-US" altLang="zh-CN" sz="700" b="1" baseline="0"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P</a:t>
                </a:r>
                <a:r>
                  <a:rPr kumimoji="1" lang="en-US" altLang="zh-Hant" sz="700" b="1" baseline="0"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ANTONE</a:t>
                </a:r>
                <a:r>
                  <a:rPr kumimoji="1" lang="en-US" altLang="zh-CN" sz="700" b="1" baseline="0"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 186C</a:t>
                </a:r>
              </a:p>
              <a:p>
                <a:pPr algn="ctr">
                  <a:lnSpc>
                    <a:spcPct val="100000"/>
                  </a:lnSpc>
                </a:pPr>
                <a:r>
                  <a:rPr kumimoji="1" lang="en-US" altLang="zh-CN" sz="700" b="1" baseline="0"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RGB 200/16/46</a:t>
                </a:r>
              </a:p>
            </p:txBody>
          </p:sp>
          <p:sp>
            <p:nvSpPr>
              <p:cNvPr id="34" name="矩形 9">
                <a:extLst>
                  <a:ext uri="{FF2B5EF4-FFF2-40B4-BE49-F238E27FC236}">
                    <a16:creationId xmlns:a16="http://schemas.microsoft.com/office/drawing/2014/main" xmlns="" id="{992224C5-04A6-C041-B257-13137945DBB8}"/>
                  </a:ext>
                </a:extLst>
              </p:cNvPr>
              <p:cNvSpPr/>
              <p:nvPr userDrawn="1"/>
            </p:nvSpPr>
            <p:spPr>
              <a:xfrm>
                <a:off x="13288175" y="2401808"/>
                <a:ext cx="911019" cy="498429"/>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en-US" altLang="zh-CN" sz="700" b="1" baseline="0"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P</a:t>
                </a:r>
                <a:r>
                  <a:rPr kumimoji="1" lang="en-US" altLang="zh-Hant" sz="700" b="1" baseline="0"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ANTONE</a:t>
                </a:r>
                <a:r>
                  <a:rPr kumimoji="1" lang="en-US" altLang="zh-CN" sz="700" b="1" baseline="0"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 185C</a:t>
                </a:r>
              </a:p>
              <a:p>
                <a:pPr algn="ctr">
                  <a:lnSpc>
                    <a:spcPct val="100000"/>
                  </a:lnSpc>
                </a:pPr>
                <a:r>
                  <a:rPr kumimoji="1" lang="en-US" altLang="zh-CN" sz="700" b="1" baseline="0"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RGB 199/0/11</a:t>
                </a:r>
              </a:p>
            </p:txBody>
          </p:sp>
          <p:sp>
            <p:nvSpPr>
              <p:cNvPr id="35" name="文本框 31">
                <a:extLst>
                  <a:ext uri="{FF2B5EF4-FFF2-40B4-BE49-F238E27FC236}">
                    <a16:creationId xmlns:a16="http://schemas.microsoft.com/office/drawing/2014/main" xmlns="" id="{58918196-0639-EE4B-AFC2-315BE04587B9}"/>
                  </a:ext>
                </a:extLst>
              </p:cNvPr>
              <p:cNvSpPr txBox="1"/>
              <p:nvPr userDrawn="1"/>
            </p:nvSpPr>
            <p:spPr>
              <a:xfrm>
                <a:off x="12326898" y="2207613"/>
                <a:ext cx="384721" cy="180071"/>
              </a:xfrm>
              <a:prstGeom prst="rect">
                <a:avLst/>
              </a:prstGeom>
              <a:noFill/>
            </p:spPr>
            <p:txBody>
              <a:bodyPr wrap="none" lIns="0" tIns="0" rIns="0" bIns="0" rtlCol="0">
                <a:spAutoFit/>
              </a:bodyPr>
              <a:lstStyle/>
              <a:p>
                <a:pPr algn="ctr">
                  <a:lnSpc>
                    <a:spcPct val="100000"/>
                  </a:lnSpc>
                </a:pPr>
                <a:r>
                  <a:rPr kumimoji="1" lang="zh-CN" altLang="en-US" sz="1000" baseline="0" dirty="0">
                    <a:solidFill>
                      <a:schemeClr val="tx1"/>
                    </a:solidFill>
                    <a:latin typeface="Huawei Sans" panose="020C0503030203020204" pitchFamily="34" charset="0"/>
                    <a:ea typeface="方正兰亭黑简体" panose="02000000000000000000" pitchFamily="2" charset="-122"/>
                  </a:rPr>
                  <a:t>品牌色</a:t>
                </a:r>
              </a:p>
            </p:txBody>
          </p:sp>
        </p:grpSp>
        <p:grpSp>
          <p:nvGrpSpPr>
            <p:cNvPr id="17" name="组合 16"/>
            <p:cNvGrpSpPr/>
            <p:nvPr userDrawn="1"/>
          </p:nvGrpSpPr>
          <p:grpSpPr>
            <a:xfrm>
              <a:off x="12216278" y="3054642"/>
              <a:ext cx="1982912" cy="3811978"/>
              <a:chOff x="12216278" y="3054642"/>
              <a:chExt cx="1982912" cy="3811978"/>
            </a:xfrm>
          </p:grpSpPr>
          <p:sp>
            <p:nvSpPr>
              <p:cNvPr id="18" name="矩形 12">
                <a:extLst>
                  <a:ext uri="{FF2B5EF4-FFF2-40B4-BE49-F238E27FC236}">
                    <a16:creationId xmlns:a16="http://schemas.microsoft.com/office/drawing/2014/main" xmlns="" id="{DCA8B73C-0B87-284F-805F-752EBF20B768}"/>
                  </a:ext>
                </a:extLst>
              </p:cNvPr>
              <p:cNvSpPr/>
              <p:nvPr userDrawn="1"/>
            </p:nvSpPr>
            <p:spPr>
              <a:xfrm>
                <a:off x="12315640" y="3785971"/>
                <a:ext cx="885201" cy="462672"/>
              </a:xfrm>
              <a:prstGeom prst="rect">
                <a:avLst/>
              </a:prstGeom>
              <a:solidFill>
                <a:srgbClr val="EA5A4F"/>
              </a:solidFill>
              <a:ln>
                <a:solidFill>
                  <a:srgbClr val="EA5A4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mr-IN" altLang="zh-CN" sz="700" b="1" baseline="0" dirty="0">
                    <a:solidFill>
                      <a:schemeClr val="tx2"/>
                    </a:solidFill>
                    <a:latin typeface="Huawei Sans" panose="020C0503030203020204" pitchFamily="34" charset="0"/>
                    <a:ea typeface="方正兰亭黑简体" panose="02000000000000000000" pitchFamily="2" charset="-122"/>
                    <a:cs typeface="Arial" charset="0"/>
                  </a:rPr>
                  <a:t>RGB</a:t>
                </a:r>
                <a:r>
                  <a:rPr kumimoji="1" lang="en-US" altLang="zh-CN" sz="700" b="1" baseline="0"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 234</a:t>
                </a:r>
                <a:r>
                  <a:rPr kumimoji="1" lang="mr-IN" altLang="zh-CN" sz="700" b="1" baseline="0" dirty="0">
                    <a:solidFill>
                      <a:schemeClr val="tx2"/>
                    </a:solidFill>
                    <a:latin typeface="Huawei Sans" panose="020C0503030203020204" pitchFamily="34" charset="0"/>
                    <a:ea typeface="方正兰亭黑简体" panose="02000000000000000000" pitchFamily="2" charset="-122"/>
                    <a:cs typeface="Arial" charset="0"/>
                  </a:rPr>
                  <a:t>/</a:t>
                </a:r>
                <a:r>
                  <a:rPr kumimoji="1" lang="en-US" altLang="zh-CN" sz="700" b="1" baseline="0"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90/79</a:t>
                </a:r>
                <a:endParaRPr kumimoji="1" lang="mr-IN" altLang="zh-CN" sz="700" b="1" baseline="0" dirty="0">
                  <a:solidFill>
                    <a:schemeClr val="tx2"/>
                  </a:solidFill>
                  <a:latin typeface="Huawei Sans" panose="020C0503030203020204" pitchFamily="34" charset="0"/>
                  <a:ea typeface="方正兰亭黑简体" panose="02000000000000000000" pitchFamily="2" charset="-122"/>
                  <a:cs typeface="Arial" charset="0"/>
                </a:endParaRPr>
              </a:p>
            </p:txBody>
          </p:sp>
          <p:sp>
            <p:nvSpPr>
              <p:cNvPr id="19" name="矩形 13">
                <a:extLst>
                  <a:ext uri="{FF2B5EF4-FFF2-40B4-BE49-F238E27FC236}">
                    <a16:creationId xmlns:a16="http://schemas.microsoft.com/office/drawing/2014/main" xmlns="" id="{138A39A8-BB4E-CD4E-9201-F1785C874F92}"/>
                  </a:ext>
                </a:extLst>
              </p:cNvPr>
              <p:cNvSpPr/>
              <p:nvPr userDrawn="1"/>
            </p:nvSpPr>
            <p:spPr>
              <a:xfrm>
                <a:off x="12315640" y="3259312"/>
                <a:ext cx="885201" cy="462672"/>
              </a:xfrm>
              <a:prstGeom prst="rect">
                <a:avLst/>
              </a:prstGeom>
              <a:solidFill>
                <a:srgbClr val="78000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mr-IN" altLang="zh-CN" sz="700" b="1" baseline="0" dirty="0">
                    <a:solidFill>
                      <a:schemeClr val="tx2"/>
                    </a:solidFill>
                    <a:latin typeface="Huawei Sans" panose="020C0503030203020204" pitchFamily="34" charset="0"/>
                    <a:ea typeface="方正兰亭黑简体" panose="02000000000000000000" pitchFamily="2" charset="-122"/>
                    <a:cs typeface="Arial" charset="0"/>
                  </a:rPr>
                  <a:t>RGB</a:t>
                </a:r>
                <a:r>
                  <a:rPr kumimoji="1" lang="en-US" altLang="zh-CN" sz="700" b="1" baseline="0"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 120</a:t>
                </a:r>
                <a:r>
                  <a:rPr kumimoji="1" lang="mr-IN" altLang="zh-CN" sz="700" b="1" baseline="0" dirty="0">
                    <a:solidFill>
                      <a:schemeClr val="tx2"/>
                    </a:solidFill>
                    <a:latin typeface="Huawei Sans" panose="020C0503030203020204" pitchFamily="34" charset="0"/>
                    <a:ea typeface="方正兰亭黑简体" panose="02000000000000000000" pitchFamily="2" charset="-122"/>
                    <a:cs typeface="Arial" charset="0"/>
                  </a:rPr>
                  <a:t>/</a:t>
                </a:r>
                <a:r>
                  <a:rPr kumimoji="1" lang="en-US" altLang="zh-CN" sz="700" b="1" baseline="0"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0/15</a:t>
                </a:r>
                <a:endParaRPr kumimoji="1" lang="mr-IN" altLang="zh-CN" sz="700" b="1" baseline="0" dirty="0">
                  <a:solidFill>
                    <a:schemeClr val="tx2"/>
                  </a:solidFill>
                  <a:latin typeface="Huawei Sans" panose="020C0503030203020204" pitchFamily="34" charset="0"/>
                  <a:ea typeface="方正兰亭黑简体" panose="02000000000000000000" pitchFamily="2" charset="-122"/>
                  <a:cs typeface="Arial" charset="0"/>
                </a:endParaRPr>
              </a:p>
            </p:txBody>
          </p:sp>
          <p:sp>
            <p:nvSpPr>
              <p:cNvPr id="20" name="文本框 15">
                <a:extLst>
                  <a:ext uri="{FF2B5EF4-FFF2-40B4-BE49-F238E27FC236}">
                    <a16:creationId xmlns:a16="http://schemas.microsoft.com/office/drawing/2014/main" xmlns="" id="{8F53C07A-1022-C740-8F8D-97538E174D38}"/>
                  </a:ext>
                </a:extLst>
              </p:cNvPr>
              <p:cNvSpPr txBox="1"/>
              <p:nvPr userDrawn="1"/>
            </p:nvSpPr>
            <p:spPr>
              <a:xfrm>
                <a:off x="12216278" y="3054642"/>
                <a:ext cx="569387" cy="180071"/>
              </a:xfrm>
              <a:prstGeom prst="rect">
                <a:avLst/>
              </a:prstGeom>
              <a:noFill/>
            </p:spPr>
            <p:txBody>
              <a:bodyPr wrap="square" lIns="0" tIns="0" rIns="0" bIns="0" rtlCol="0" anchor="b" anchorCtr="0">
                <a:spAutoFit/>
              </a:bodyPr>
              <a:lstStyle/>
              <a:p>
                <a:pPr algn="ctr">
                  <a:lnSpc>
                    <a:spcPct val="100000"/>
                  </a:lnSpc>
                </a:pPr>
                <a:r>
                  <a:rPr kumimoji="1" lang="zh-CN" altLang="en-US" sz="1000" baseline="0" dirty="0">
                    <a:solidFill>
                      <a:schemeClr val="tx1"/>
                    </a:solidFill>
                    <a:latin typeface="Huawei Sans" panose="020C0503030203020204" pitchFamily="34" charset="0"/>
                    <a:ea typeface="方正兰亭黑简体" panose="02000000000000000000" pitchFamily="2" charset="-122"/>
                  </a:rPr>
                  <a:t>辅助色</a:t>
                </a:r>
              </a:p>
            </p:txBody>
          </p:sp>
          <p:sp>
            <p:nvSpPr>
              <p:cNvPr id="21" name="矩形 16">
                <a:extLst>
                  <a:ext uri="{FF2B5EF4-FFF2-40B4-BE49-F238E27FC236}">
                    <a16:creationId xmlns:a16="http://schemas.microsoft.com/office/drawing/2014/main" xmlns="" id="{306A7598-C00D-994F-82DA-B39F3C2E0AAD}"/>
                  </a:ext>
                </a:extLst>
              </p:cNvPr>
              <p:cNvSpPr/>
              <p:nvPr userDrawn="1"/>
            </p:nvSpPr>
            <p:spPr>
              <a:xfrm>
                <a:off x="12315640" y="4836793"/>
                <a:ext cx="885201" cy="462672"/>
              </a:xfrm>
              <a:prstGeom prst="rect">
                <a:avLst/>
              </a:prstGeom>
              <a:solidFill>
                <a:srgbClr val="F8B53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mr-IN" altLang="zh-CN" sz="700" b="1" baseline="0" dirty="0">
                    <a:solidFill>
                      <a:schemeClr val="tx2"/>
                    </a:solidFill>
                    <a:latin typeface="Huawei Sans" panose="020C0503030203020204" pitchFamily="34" charset="0"/>
                    <a:ea typeface="方正兰亭黑简体" panose="02000000000000000000" pitchFamily="2" charset="-122"/>
                    <a:cs typeface="Arial" charset="0"/>
                  </a:rPr>
                  <a:t>RGB</a:t>
                </a:r>
                <a:r>
                  <a:rPr kumimoji="1" lang="en-US" altLang="zh-CN" sz="700" b="1" baseline="0"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 248</a:t>
                </a:r>
                <a:r>
                  <a:rPr kumimoji="1" lang="mr-IN" altLang="zh-CN" sz="700" b="1" baseline="0" dirty="0">
                    <a:solidFill>
                      <a:schemeClr val="tx2"/>
                    </a:solidFill>
                    <a:latin typeface="Huawei Sans" panose="020C0503030203020204" pitchFamily="34" charset="0"/>
                    <a:ea typeface="方正兰亭黑简体" panose="02000000000000000000" pitchFamily="2" charset="-122"/>
                    <a:cs typeface="Arial" charset="0"/>
                  </a:rPr>
                  <a:t>/</a:t>
                </a:r>
                <a:r>
                  <a:rPr kumimoji="1" lang="en-US" altLang="zh-CN" sz="700" b="1" baseline="0"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181/60</a:t>
                </a:r>
                <a:endParaRPr kumimoji="1" lang="mr-IN" altLang="zh-CN" sz="700" b="1" baseline="0" dirty="0">
                  <a:solidFill>
                    <a:schemeClr val="tx2"/>
                  </a:solidFill>
                  <a:latin typeface="Huawei Sans" panose="020C0503030203020204" pitchFamily="34" charset="0"/>
                  <a:ea typeface="方正兰亭黑简体" panose="02000000000000000000" pitchFamily="2" charset="-122"/>
                  <a:cs typeface="Arial" charset="0"/>
                </a:endParaRPr>
              </a:p>
            </p:txBody>
          </p:sp>
          <p:sp>
            <p:nvSpPr>
              <p:cNvPr id="22" name="矩形 17">
                <a:extLst>
                  <a:ext uri="{FF2B5EF4-FFF2-40B4-BE49-F238E27FC236}">
                    <a16:creationId xmlns:a16="http://schemas.microsoft.com/office/drawing/2014/main" xmlns="" id="{C1423292-FF2F-A74C-943E-1C3C47534098}"/>
                  </a:ext>
                </a:extLst>
              </p:cNvPr>
              <p:cNvSpPr/>
              <p:nvPr userDrawn="1"/>
            </p:nvSpPr>
            <p:spPr>
              <a:xfrm>
                <a:off x="12315640" y="4319278"/>
                <a:ext cx="885201" cy="462672"/>
              </a:xfrm>
              <a:prstGeom prst="rect">
                <a:avLst/>
              </a:prstGeom>
              <a:solidFill>
                <a:srgbClr val="EB5C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mr-IN" altLang="zh-CN" sz="700" b="1" baseline="0" dirty="0">
                    <a:solidFill>
                      <a:schemeClr val="tx2"/>
                    </a:solidFill>
                    <a:latin typeface="Huawei Sans" panose="020C0503030203020204" pitchFamily="34" charset="0"/>
                    <a:ea typeface="方正兰亭黑简体" panose="02000000000000000000" pitchFamily="2" charset="-122"/>
                    <a:cs typeface="Arial" charset="0"/>
                  </a:rPr>
                  <a:t>RGB</a:t>
                </a:r>
                <a:r>
                  <a:rPr kumimoji="1" lang="en-US" altLang="zh-CN" sz="700" b="1" baseline="0"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 235</a:t>
                </a:r>
                <a:r>
                  <a:rPr kumimoji="1" lang="mr-IN" altLang="zh-CN" sz="700" b="1" baseline="0" dirty="0">
                    <a:solidFill>
                      <a:schemeClr val="tx2"/>
                    </a:solidFill>
                    <a:latin typeface="Huawei Sans" panose="020C0503030203020204" pitchFamily="34" charset="0"/>
                    <a:ea typeface="方正兰亭黑简体" panose="02000000000000000000" pitchFamily="2" charset="-122"/>
                    <a:cs typeface="Arial" charset="0"/>
                  </a:rPr>
                  <a:t>/</a:t>
                </a:r>
                <a:r>
                  <a:rPr kumimoji="1" lang="en-US" altLang="zh-CN" sz="700" b="1" baseline="0"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92/1</a:t>
                </a:r>
                <a:endParaRPr kumimoji="1" lang="mr-IN" altLang="zh-CN" sz="700" b="1" baseline="0" dirty="0">
                  <a:solidFill>
                    <a:schemeClr val="tx2"/>
                  </a:solidFill>
                  <a:latin typeface="Huawei Sans" panose="020C0503030203020204" pitchFamily="34" charset="0"/>
                  <a:ea typeface="方正兰亭黑简体" panose="02000000000000000000" pitchFamily="2" charset="-122"/>
                  <a:cs typeface="Arial" charset="0"/>
                </a:endParaRPr>
              </a:p>
            </p:txBody>
          </p:sp>
          <p:sp>
            <p:nvSpPr>
              <p:cNvPr id="23" name="矩形 18">
                <a:extLst>
                  <a:ext uri="{FF2B5EF4-FFF2-40B4-BE49-F238E27FC236}">
                    <a16:creationId xmlns:a16="http://schemas.microsoft.com/office/drawing/2014/main" xmlns="" id="{2A29AF15-F5C4-A842-A63B-5DBA549CB92F}"/>
                  </a:ext>
                </a:extLst>
              </p:cNvPr>
              <p:cNvSpPr/>
              <p:nvPr userDrawn="1"/>
            </p:nvSpPr>
            <p:spPr>
              <a:xfrm>
                <a:off x="12315636" y="5880294"/>
                <a:ext cx="911019" cy="462672"/>
              </a:xfrm>
              <a:prstGeom prst="rect">
                <a:avLst/>
              </a:prstGeom>
              <a:solidFill>
                <a:srgbClr val="8989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mr-IN" altLang="zh-CN" sz="700" b="1" baseline="0" dirty="0">
                    <a:solidFill>
                      <a:schemeClr val="tx2"/>
                    </a:solidFill>
                    <a:latin typeface="Huawei Sans" panose="020C0503030203020204" pitchFamily="34" charset="0"/>
                    <a:ea typeface="方正兰亭黑简体" panose="02000000000000000000" pitchFamily="2" charset="-122"/>
                    <a:cs typeface="Arial" charset="0"/>
                  </a:rPr>
                  <a:t>RGB</a:t>
                </a:r>
                <a:r>
                  <a:rPr kumimoji="1" lang="en-US" altLang="zh-CN" sz="700" b="1" baseline="0"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 137/137/137</a:t>
                </a:r>
                <a:endParaRPr kumimoji="1" lang="mr-IN" altLang="zh-CN" sz="700" b="1" baseline="0" dirty="0">
                  <a:solidFill>
                    <a:schemeClr val="tx2"/>
                  </a:solidFill>
                  <a:latin typeface="Huawei Sans" panose="020C0503030203020204" pitchFamily="34" charset="0"/>
                  <a:ea typeface="方正兰亭黑简体" panose="02000000000000000000" pitchFamily="2" charset="-122"/>
                  <a:cs typeface="Arial" charset="0"/>
                </a:endParaRPr>
              </a:p>
            </p:txBody>
          </p:sp>
          <p:sp>
            <p:nvSpPr>
              <p:cNvPr id="24" name="矩形 19">
                <a:extLst>
                  <a:ext uri="{FF2B5EF4-FFF2-40B4-BE49-F238E27FC236}">
                    <a16:creationId xmlns:a16="http://schemas.microsoft.com/office/drawing/2014/main" xmlns="" id="{E9EA970A-4D36-BC41-B8BE-40DF553320E7}"/>
                  </a:ext>
                </a:extLst>
              </p:cNvPr>
              <p:cNvSpPr/>
              <p:nvPr userDrawn="1"/>
            </p:nvSpPr>
            <p:spPr>
              <a:xfrm>
                <a:off x="12315636" y="5362779"/>
                <a:ext cx="911019" cy="462672"/>
              </a:xfrm>
              <a:prstGeom prst="rect">
                <a:avLst/>
              </a:prstGeom>
              <a:solidFill>
                <a:srgbClr val="23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mr-IN" altLang="zh-CN" sz="700" b="1" baseline="0" dirty="0">
                    <a:solidFill>
                      <a:schemeClr val="tx2"/>
                    </a:solidFill>
                    <a:latin typeface="Huawei Sans" panose="020C0503030203020204" pitchFamily="34" charset="0"/>
                    <a:ea typeface="方正兰亭黑简体" panose="02000000000000000000" pitchFamily="2" charset="-122"/>
                    <a:cs typeface="Arial" charset="0"/>
                  </a:rPr>
                  <a:t>RGB</a:t>
                </a:r>
                <a:r>
                  <a:rPr kumimoji="1" lang="en-US" altLang="zh-CN" sz="700" b="1" baseline="0"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 35/24/21</a:t>
                </a:r>
                <a:endParaRPr kumimoji="1" lang="mr-IN" altLang="zh-CN" sz="700" b="1" baseline="0" dirty="0">
                  <a:solidFill>
                    <a:schemeClr val="tx2"/>
                  </a:solidFill>
                  <a:latin typeface="Huawei Sans" panose="020C0503030203020204" pitchFamily="34" charset="0"/>
                  <a:ea typeface="方正兰亭黑简体" panose="02000000000000000000" pitchFamily="2" charset="-122"/>
                  <a:cs typeface="Arial" charset="0"/>
                </a:endParaRPr>
              </a:p>
            </p:txBody>
          </p:sp>
          <p:sp>
            <p:nvSpPr>
              <p:cNvPr id="25" name="矩形 22">
                <a:extLst>
                  <a:ext uri="{FF2B5EF4-FFF2-40B4-BE49-F238E27FC236}">
                    <a16:creationId xmlns:a16="http://schemas.microsoft.com/office/drawing/2014/main" xmlns="" id="{14EE21FB-1D92-0241-ABA5-5E9A6AEE0DC8}"/>
                  </a:ext>
                </a:extLst>
              </p:cNvPr>
              <p:cNvSpPr/>
              <p:nvPr userDrawn="1"/>
            </p:nvSpPr>
            <p:spPr>
              <a:xfrm>
                <a:off x="12315636" y="6403948"/>
                <a:ext cx="911019" cy="462672"/>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mr-IN" altLang="zh-CN" sz="700" b="1" baseline="0" dirty="0">
                    <a:solidFill>
                      <a:schemeClr val="bg1"/>
                    </a:solidFill>
                    <a:latin typeface="Huawei Sans" panose="020C0503030203020204" pitchFamily="34" charset="0"/>
                    <a:ea typeface="方正兰亭黑简体" panose="02000000000000000000" pitchFamily="2" charset="-122"/>
                    <a:cs typeface="Arial" charset="0"/>
                  </a:rPr>
                  <a:t>RGB</a:t>
                </a:r>
                <a:r>
                  <a:rPr kumimoji="1" lang="en-US" altLang="zh-CN" sz="700" b="1" baseline="0" dirty="0">
                    <a:solidFill>
                      <a:schemeClr val="bg1"/>
                    </a:solidFill>
                    <a:latin typeface="Huawei Sans" panose="020C0503030203020204" pitchFamily="34" charset="0"/>
                    <a:ea typeface="方正兰亭黑简体" panose="02000000000000000000" pitchFamily="2" charset="-122"/>
                    <a:cs typeface="Huawei Sans" panose="020C0503030203020204" pitchFamily="34" charset="0"/>
                  </a:rPr>
                  <a:t> 221</a:t>
                </a:r>
                <a:r>
                  <a:rPr kumimoji="1" lang="mr-IN" altLang="zh-CN" sz="700" b="1" baseline="0" dirty="0">
                    <a:solidFill>
                      <a:schemeClr val="bg1"/>
                    </a:solidFill>
                    <a:latin typeface="Huawei Sans" panose="020C0503030203020204" pitchFamily="34" charset="0"/>
                    <a:ea typeface="方正兰亭黑简体" panose="02000000000000000000" pitchFamily="2" charset="-122"/>
                    <a:cs typeface="Arial" charset="0"/>
                  </a:rPr>
                  <a:t>/</a:t>
                </a:r>
                <a:r>
                  <a:rPr kumimoji="1" lang="en-US" altLang="zh-CN" sz="700" b="1" baseline="0" dirty="0">
                    <a:solidFill>
                      <a:schemeClr val="bg1"/>
                    </a:solidFill>
                    <a:latin typeface="Huawei Sans" panose="020C0503030203020204" pitchFamily="34" charset="0"/>
                    <a:ea typeface="方正兰亭黑简体" panose="02000000000000000000" pitchFamily="2" charset="-122"/>
                    <a:cs typeface="Huawei Sans" panose="020C0503030203020204" pitchFamily="34" charset="0"/>
                  </a:rPr>
                  <a:t>221/221</a:t>
                </a:r>
                <a:endParaRPr kumimoji="1" lang="mr-IN" altLang="zh-CN" sz="700" b="1" baseline="0" dirty="0">
                  <a:solidFill>
                    <a:schemeClr val="bg1"/>
                  </a:solidFill>
                  <a:latin typeface="Huawei Sans" panose="020C0503030203020204" pitchFamily="34" charset="0"/>
                  <a:ea typeface="方正兰亭黑简体" panose="02000000000000000000" pitchFamily="2" charset="-122"/>
                  <a:cs typeface="Arial" charset="0"/>
                </a:endParaRPr>
              </a:p>
            </p:txBody>
          </p:sp>
          <p:sp>
            <p:nvSpPr>
              <p:cNvPr id="26" name="矩形 12">
                <a:extLst>
                  <a:ext uri="{FF2B5EF4-FFF2-40B4-BE49-F238E27FC236}">
                    <a16:creationId xmlns:a16="http://schemas.microsoft.com/office/drawing/2014/main" xmlns="" id="{883734A3-2645-434A-9DCC-1416B6C687CC}"/>
                  </a:ext>
                </a:extLst>
              </p:cNvPr>
              <p:cNvSpPr/>
              <p:nvPr userDrawn="1"/>
            </p:nvSpPr>
            <p:spPr>
              <a:xfrm>
                <a:off x="13288175" y="3785971"/>
                <a:ext cx="885201" cy="462672"/>
              </a:xfrm>
              <a:prstGeom prst="rect">
                <a:avLst/>
              </a:prstGeom>
              <a:solidFill>
                <a:srgbClr val="E98C8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mr-IN" altLang="zh-CN" sz="700" b="1" baseline="0" dirty="0">
                    <a:solidFill>
                      <a:schemeClr val="tx2"/>
                    </a:solidFill>
                    <a:latin typeface="Huawei Sans" panose="020C0503030203020204" pitchFamily="34" charset="0"/>
                    <a:ea typeface="方正兰亭黑简体" panose="02000000000000000000" pitchFamily="2" charset="-122"/>
                    <a:cs typeface="Arial" charset="0"/>
                  </a:rPr>
                  <a:t>RGB</a:t>
                </a:r>
                <a:r>
                  <a:rPr kumimoji="1" lang="en-US" altLang="zh-CN" sz="700" b="1" baseline="0"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 233</a:t>
                </a:r>
                <a:r>
                  <a:rPr kumimoji="1" lang="mr-IN" altLang="zh-CN" sz="700" b="1" baseline="0" dirty="0">
                    <a:solidFill>
                      <a:schemeClr val="tx2"/>
                    </a:solidFill>
                    <a:latin typeface="Huawei Sans" panose="020C0503030203020204" pitchFamily="34" charset="0"/>
                    <a:ea typeface="方正兰亭黑简体" panose="02000000000000000000" pitchFamily="2" charset="-122"/>
                    <a:cs typeface="Arial" charset="0"/>
                  </a:rPr>
                  <a:t>/</a:t>
                </a:r>
                <a:r>
                  <a:rPr kumimoji="1" lang="en-US" altLang="zh-CN" sz="700" b="1" baseline="0"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140/128</a:t>
                </a:r>
                <a:endParaRPr kumimoji="1" lang="mr-IN" altLang="zh-CN" sz="700" b="1" baseline="0" dirty="0">
                  <a:solidFill>
                    <a:schemeClr val="tx2"/>
                  </a:solidFill>
                  <a:latin typeface="Huawei Sans" panose="020C0503030203020204" pitchFamily="34" charset="0"/>
                  <a:ea typeface="方正兰亭黑简体" panose="02000000000000000000" pitchFamily="2" charset="-122"/>
                  <a:cs typeface="Arial" charset="0"/>
                </a:endParaRPr>
              </a:p>
            </p:txBody>
          </p:sp>
          <p:sp>
            <p:nvSpPr>
              <p:cNvPr id="27" name="矩形 13">
                <a:extLst>
                  <a:ext uri="{FF2B5EF4-FFF2-40B4-BE49-F238E27FC236}">
                    <a16:creationId xmlns:a16="http://schemas.microsoft.com/office/drawing/2014/main" xmlns="" id="{1FF13552-FB3D-134A-A80A-6CFB35DFE1A1}"/>
                  </a:ext>
                </a:extLst>
              </p:cNvPr>
              <p:cNvSpPr/>
              <p:nvPr userDrawn="1"/>
            </p:nvSpPr>
            <p:spPr>
              <a:xfrm>
                <a:off x="13288175" y="3259312"/>
                <a:ext cx="885201" cy="462672"/>
              </a:xfrm>
              <a:prstGeom prst="rect">
                <a:avLst/>
              </a:prstGeom>
              <a:solidFill>
                <a:srgbClr val="A72126"/>
              </a:solidFill>
              <a:ln>
                <a:solidFill>
                  <a:srgbClr val="9F000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mr-IN" altLang="zh-CN" sz="700" b="1" baseline="0" dirty="0">
                    <a:solidFill>
                      <a:schemeClr val="tx2"/>
                    </a:solidFill>
                    <a:latin typeface="Huawei Sans" panose="020C0503030203020204" pitchFamily="34" charset="0"/>
                    <a:ea typeface="方正兰亭黑简体" panose="02000000000000000000" pitchFamily="2" charset="-122"/>
                    <a:cs typeface="Arial" charset="0"/>
                  </a:rPr>
                  <a:t>RGB</a:t>
                </a:r>
                <a:r>
                  <a:rPr kumimoji="1" lang="en-US" altLang="zh-CN" sz="700" b="1" baseline="0"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 159</a:t>
                </a:r>
                <a:r>
                  <a:rPr kumimoji="1" lang="mr-IN" altLang="zh-CN" sz="700" b="1" baseline="0" dirty="0">
                    <a:solidFill>
                      <a:schemeClr val="tx2"/>
                    </a:solidFill>
                    <a:latin typeface="Huawei Sans" panose="020C0503030203020204" pitchFamily="34" charset="0"/>
                    <a:ea typeface="方正兰亭黑简体" panose="02000000000000000000" pitchFamily="2" charset="-122"/>
                    <a:cs typeface="Arial" charset="0"/>
                  </a:rPr>
                  <a:t>/</a:t>
                </a:r>
                <a:r>
                  <a:rPr kumimoji="1" lang="en-US" altLang="zh-CN" sz="700" b="1" baseline="0"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0/1</a:t>
                </a:r>
                <a:endParaRPr kumimoji="1" lang="mr-IN" altLang="zh-CN" sz="700" b="1" baseline="0" dirty="0">
                  <a:solidFill>
                    <a:schemeClr val="tx2"/>
                  </a:solidFill>
                  <a:latin typeface="Huawei Sans" panose="020C0503030203020204" pitchFamily="34" charset="0"/>
                  <a:ea typeface="方正兰亭黑简体" panose="02000000000000000000" pitchFamily="2" charset="-122"/>
                  <a:cs typeface="Arial" charset="0"/>
                </a:endParaRPr>
              </a:p>
            </p:txBody>
          </p:sp>
          <p:sp>
            <p:nvSpPr>
              <p:cNvPr id="28" name="矩形 16">
                <a:extLst>
                  <a:ext uri="{FF2B5EF4-FFF2-40B4-BE49-F238E27FC236}">
                    <a16:creationId xmlns:a16="http://schemas.microsoft.com/office/drawing/2014/main" xmlns="" id="{0A96471B-CB12-1443-B01F-C14C9112C149}"/>
                  </a:ext>
                </a:extLst>
              </p:cNvPr>
              <p:cNvSpPr/>
              <p:nvPr userDrawn="1"/>
            </p:nvSpPr>
            <p:spPr>
              <a:xfrm>
                <a:off x="13288175" y="4836793"/>
                <a:ext cx="885201" cy="462672"/>
              </a:xfrm>
              <a:prstGeom prst="rect">
                <a:avLst/>
              </a:prstGeom>
              <a:solidFill>
                <a:srgbClr val="F5DC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mr-IN" altLang="zh-CN" sz="700" b="1" baseline="0" dirty="0">
                    <a:solidFill>
                      <a:schemeClr val="bg1"/>
                    </a:solidFill>
                    <a:latin typeface="Huawei Sans" panose="020C0503030203020204" pitchFamily="34" charset="0"/>
                    <a:ea typeface="方正兰亭黑简体" panose="02000000000000000000" pitchFamily="2" charset="-122"/>
                    <a:cs typeface="Arial" charset="0"/>
                  </a:rPr>
                  <a:t>RGB</a:t>
                </a:r>
                <a:r>
                  <a:rPr kumimoji="1" lang="en-US" altLang="zh-CN" sz="700" b="1" baseline="0" dirty="0">
                    <a:solidFill>
                      <a:schemeClr val="bg1"/>
                    </a:solidFill>
                    <a:latin typeface="Huawei Sans" panose="020C0503030203020204" pitchFamily="34" charset="0"/>
                    <a:ea typeface="方正兰亭黑简体" panose="02000000000000000000" pitchFamily="2" charset="-122"/>
                    <a:cs typeface="Huawei Sans" panose="020C0503030203020204" pitchFamily="34" charset="0"/>
                  </a:rPr>
                  <a:t> 245</a:t>
                </a:r>
                <a:r>
                  <a:rPr kumimoji="1" lang="mr-IN" altLang="zh-CN" sz="700" b="1" baseline="0" dirty="0">
                    <a:solidFill>
                      <a:schemeClr val="bg1"/>
                    </a:solidFill>
                    <a:latin typeface="Huawei Sans" panose="020C0503030203020204" pitchFamily="34" charset="0"/>
                    <a:ea typeface="方正兰亭黑简体" panose="02000000000000000000" pitchFamily="2" charset="-122"/>
                    <a:cs typeface="Arial" charset="0"/>
                  </a:rPr>
                  <a:t>/</a:t>
                </a:r>
                <a:r>
                  <a:rPr kumimoji="1" lang="en-US" altLang="zh-CN" sz="700" b="1" baseline="0" dirty="0">
                    <a:solidFill>
                      <a:schemeClr val="bg1"/>
                    </a:solidFill>
                    <a:latin typeface="Huawei Sans" panose="020C0503030203020204" pitchFamily="34" charset="0"/>
                    <a:ea typeface="方正兰亭黑简体" panose="02000000000000000000" pitchFamily="2" charset="-122"/>
                    <a:cs typeface="Huawei Sans" panose="020C0503030203020204" pitchFamily="34" charset="0"/>
                  </a:rPr>
                  <a:t>220/87</a:t>
                </a:r>
                <a:endParaRPr kumimoji="1" lang="mr-IN" altLang="zh-CN" sz="700" b="1" baseline="0" dirty="0">
                  <a:solidFill>
                    <a:schemeClr val="bg1"/>
                  </a:solidFill>
                  <a:latin typeface="Huawei Sans" panose="020C0503030203020204" pitchFamily="34" charset="0"/>
                  <a:ea typeface="方正兰亭黑简体" panose="02000000000000000000" pitchFamily="2" charset="-122"/>
                  <a:cs typeface="Arial" charset="0"/>
                </a:endParaRPr>
              </a:p>
            </p:txBody>
          </p:sp>
          <p:sp>
            <p:nvSpPr>
              <p:cNvPr id="29" name="矩形 17">
                <a:extLst>
                  <a:ext uri="{FF2B5EF4-FFF2-40B4-BE49-F238E27FC236}">
                    <a16:creationId xmlns:a16="http://schemas.microsoft.com/office/drawing/2014/main" xmlns="" id="{61890D59-CF8B-1449-A836-3A304EC9A907}"/>
                  </a:ext>
                </a:extLst>
              </p:cNvPr>
              <p:cNvSpPr/>
              <p:nvPr userDrawn="1"/>
            </p:nvSpPr>
            <p:spPr>
              <a:xfrm>
                <a:off x="13288175" y="4319278"/>
                <a:ext cx="885201" cy="462672"/>
              </a:xfrm>
              <a:prstGeom prst="rect">
                <a:avLst/>
              </a:prstGeom>
              <a:solidFill>
                <a:srgbClr val="F085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mr-IN" altLang="zh-CN" sz="700" b="1" baseline="0" dirty="0">
                    <a:solidFill>
                      <a:schemeClr val="tx2"/>
                    </a:solidFill>
                    <a:latin typeface="Huawei Sans" panose="020C0503030203020204" pitchFamily="34" charset="0"/>
                    <a:ea typeface="方正兰亭黑简体" panose="02000000000000000000" pitchFamily="2" charset="-122"/>
                    <a:cs typeface="Arial" charset="0"/>
                  </a:rPr>
                  <a:t>RGB</a:t>
                </a:r>
                <a:r>
                  <a:rPr kumimoji="1" lang="en-US" altLang="zh-CN" sz="700" b="1" baseline="0"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 240</a:t>
                </a:r>
                <a:r>
                  <a:rPr kumimoji="1" lang="mr-IN" altLang="zh-CN" sz="700" b="1" baseline="0" dirty="0">
                    <a:solidFill>
                      <a:schemeClr val="tx2"/>
                    </a:solidFill>
                    <a:latin typeface="Huawei Sans" panose="020C0503030203020204" pitchFamily="34" charset="0"/>
                    <a:ea typeface="方正兰亭黑简体" panose="02000000000000000000" pitchFamily="2" charset="-122"/>
                    <a:cs typeface="Arial" charset="0"/>
                  </a:rPr>
                  <a:t>/</a:t>
                </a:r>
                <a:r>
                  <a:rPr kumimoji="1" lang="en-US" altLang="zh-CN" sz="700" b="1" baseline="0"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133/0</a:t>
                </a:r>
                <a:endParaRPr kumimoji="1" lang="mr-IN" altLang="zh-CN" sz="700" b="1" baseline="0" dirty="0">
                  <a:solidFill>
                    <a:schemeClr val="tx2"/>
                  </a:solidFill>
                  <a:latin typeface="Huawei Sans" panose="020C0503030203020204" pitchFamily="34" charset="0"/>
                  <a:ea typeface="方正兰亭黑简体" panose="02000000000000000000" pitchFamily="2" charset="-122"/>
                  <a:cs typeface="Arial" charset="0"/>
                </a:endParaRPr>
              </a:p>
            </p:txBody>
          </p:sp>
          <p:sp>
            <p:nvSpPr>
              <p:cNvPr id="30" name="矩形 18">
                <a:extLst>
                  <a:ext uri="{FF2B5EF4-FFF2-40B4-BE49-F238E27FC236}">
                    <a16:creationId xmlns:a16="http://schemas.microsoft.com/office/drawing/2014/main" xmlns="" id="{0466A1E1-E7C7-FD49-9880-9E44BED19FF5}"/>
                  </a:ext>
                </a:extLst>
              </p:cNvPr>
              <p:cNvSpPr/>
              <p:nvPr userDrawn="1"/>
            </p:nvSpPr>
            <p:spPr>
              <a:xfrm>
                <a:off x="13288171" y="5880294"/>
                <a:ext cx="911019" cy="462672"/>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mr-IN" altLang="zh-CN" sz="700" b="1" baseline="0" dirty="0">
                    <a:solidFill>
                      <a:schemeClr val="tx2"/>
                    </a:solidFill>
                    <a:latin typeface="Huawei Sans" panose="020C0503030203020204" pitchFamily="34" charset="0"/>
                    <a:ea typeface="方正兰亭黑简体" panose="02000000000000000000" pitchFamily="2" charset="-122"/>
                    <a:cs typeface="Arial" charset="0"/>
                  </a:rPr>
                  <a:t>RGB</a:t>
                </a:r>
                <a:r>
                  <a:rPr kumimoji="1" lang="en-US" altLang="zh-CN" sz="700" b="1" baseline="0"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 181</a:t>
                </a:r>
                <a:r>
                  <a:rPr kumimoji="1" lang="mr-IN" altLang="zh-CN" sz="700" b="1" baseline="0" dirty="0">
                    <a:solidFill>
                      <a:schemeClr val="tx2"/>
                    </a:solidFill>
                    <a:latin typeface="Huawei Sans" panose="020C0503030203020204" pitchFamily="34" charset="0"/>
                    <a:ea typeface="方正兰亭黑简体" panose="02000000000000000000" pitchFamily="2" charset="-122"/>
                    <a:cs typeface="Arial" charset="0"/>
                  </a:rPr>
                  <a:t>/</a:t>
                </a:r>
                <a:r>
                  <a:rPr kumimoji="1" lang="en-US" altLang="zh-CN" sz="700" b="1" baseline="0"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181/181</a:t>
                </a:r>
                <a:endParaRPr kumimoji="1" lang="mr-IN" altLang="zh-CN" sz="700" b="1" baseline="0" dirty="0">
                  <a:solidFill>
                    <a:schemeClr val="tx2"/>
                  </a:solidFill>
                  <a:latin typeface="Huawei Sans" panose="020C0503030203020204" pitchFamily="34" charset="0"/>
                  <a:ea typeface="方正兰亭黑简体" panose="02000000000000000000" pitchFamily="2" charset="-122"/>
                  <a:cs typeface="Arial" charset="0"/>
                </a:endParaRPr>
              </a:p>
            </p:txBody>
          </p:sp>
          <p:sp>
            <p:nvSpPr>
              <p:cNvPr id="31" name="矩形 19">
                <a:extLst>
                  <a:ext uri="{FF2B5EF4-FFF2-40B4-BE49-F238E27FC236}">
                    <a16:creationId xmlns:a16="http://schemas.microsoft.com/office/drawing/2014/main" xmlns="" id="{B21AD6AC-1275-0142-A9EA-D77B26CB40EF}"/>
                  </a:ext>
                </a:extLst>
              </p:cNvPr>
              <p:cNvSpPr/>
              <p:nvPr userDrawn="1"/>
            </p:nvSpPr>
            <p:spPr>
              <a:xfrm>
                <a:off x="13288171" y="5362779"/>
                <a:ext cx="911019" cy="462672"/>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mr-IN" altLang="zh-CN" sz="700" b="1" baseline="0" dirty="0">
                    <a:solidFill>
                      <a:schemeClr val="tx2"/>
                    </a:solidFill>
                    <a:latin typeface="Huawei Sans" panose="020C0503030203020204" pitchFamily="34" charset="0"/>
                    <a:ea typeface="方正兰亭黑简体" panose="02000000000000000000" pitchFamily="2" charset="-122"/>
                    <a:cs typeface="Arial" charset="0"/>
                  </a:rPr>
                  <a:t>RGB</a:t>
                </a:r>
                <a:r>
                  <a:rPr kumimoji="1" lang="en-US" altLang="zh-CN" sz="700" b="1" baseline="0"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 89</a:t>
                </a:r>
                <a:r>
                  <a:rPr kumimoji="1" lang="mr-IN" altLang="zh-CN" sz="700" b="1" baseline="0" dirty="0">
                    <a:solidFill>
                      <a:schemeClr val="tx2"/>
                    </a:solidFill>
                    <a:latin typeface="Huawei Sans" panose="020C0503030203020204" pitchFamily="34" charset="0"/>
                    <a:ea typeface="方正兰亭黑简体" panose="02000000000000000000" pitchFamily="2" charset="-122"/>
                    <a:cs typeface="Arial" charset="0"/>
                  </a:rPr>
                  <a:t>/</a:t>
                </a:r>
                <a:r>
                  <a:rPr kumimoji="1" lang="en-US" altLang="zh-CN" sz="700" b="1" baseline="0"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87/87</a:t>
                </a:r>
                <a:endParaRPr kumimoji="1" lang="mr-IN" altLang="zh-CN" sz="700" b="1" baseline="0" dirty="0">
                  <a:solidFill>
                    <a:schemeClr val="tx2"/>
                  </a:solidFill>
                  <a:latin typeface="Huawei Sans" panose="020C0503030203020204" pitchFamily="34" charset="0"/>
                  <a:ea typeface="方正兰亭黑简体" panose="02000000000000000000" pitchFamily="2" charset="-122"/>
                  <a:cs typeface="Arial" charset="0"/>
                </a:endParaRPr>
              </a:p>
            </p:txBody>
          </p:sp>
          <p:sp>
            <p:nvSpPr>
              <p:cNvPr id="32" name="矩形 22">
                <a:extLst>
                  <a:ext uri="{FF2B5EF4-FFF2-40B4-BE49-F238E27FC236}">
                    <a16:creationId xmlns:a16="http://schemas.microsoft.com/office/drawing/2014/main" xmlns="" id="{238BAC2A-AE09-A84D-875D-8472236D6610}"/>
                  </a:ext>
                </a:extLst>
              </p:cNvPr>
              <p:cNvSpPr/>
              <p:nvPr userDrawn="1"/>
            </p:nvSpPr>
            <p:spPr>
              <a:xfrm>
                <a:off x="13288171" y="6403948"/>
                <a:ext cx="911019" cy="462672"/>
              </a:xfrm>
              <a:prstGeom prst="rect">
                <a:avLst/>
              </a:prstGeom>
              <a:solidFill>
                <a:srgbClr val="FFFFFF"/>
              </a:solidFill>
              <a:ln w="6350">
                <a:solidFill>
                  <a:schemeClr val="bg1">
                    <a:lumMod val="10000"/>
                    <a:lumOff val="9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mr-IN" altLang="zh-CN" sz="700" b="1" baseline="0" dirty="0">
                    <a:solidFill>
                      <a:schemeClr val="bg1"/>
                    </a:solidFill>
                    <a:latin typeface="Huawei Sans" panose="020C0503030203020204" pitchFamily="34" charset="0"/>
                    <a:ea typeface="方正兰亭黑简体" panose="02000000000000000000" pitchFamily="2" charset="-122"/>
                    <a:cs typeface="Arial" charset="0"/>
                  </a:rPr>
                  <a:t>RGB</a:t>
                </a:r>
                <a:r>
                  <a:rPr kumimoji="1" lang="en-US" altLang="zh-CN" sz="700" b="1" baseline="0" dirty="0">
                    <a:solidFill>
                      <a:schemeClr val="bg1"/>
                    </a:solidFill>
                    <a:latin typeface="Huawei Sans" panose="020C0503030203020204" pitchFamily="34" charset="0"/>
                    <a:ea typeface="方正兰亭黑简体" panose="02000000000000000000" pitchFamily="2" charset="-122"/>
                    <a:cs typeface="Huawei Sans" panose="020C0503030203020204" pitchFamily="34" charset="0"/>
                  </a:rPr>
                  <a:t> 255</a:t>
                </a:r>
                <a:r>
                  <a:rPr kumimoji="1" lang="mr-IN" altLang="zh-CN" sz="700" b="1" baseline="0" dirty="0">
                    <a:solidFill>
                      <a:schemeClr val="bg1"/>
                    </a:solidFill>
                    <a:latin typeface="Huawei Sans" panose="020C0503030203020204" pitchFamily="34" charset="0"/>
                    <a:ea typeface="方正兰亭黑简体" panose="02000000000000000000" pitchFamily="2" charset="-122"/>
                    <a:cs typeface="Arial" charset="0"/>
                  </a:rPr>
                  <a:t>/</a:t>
                </a:r>
                <a:r>
                  <a:rPr kumimoji="1" lang="en-US" altLang="zh-CN" sz="700" b="1" baseline="0" dirty="0">
                    <a:solidFill>
                      <a:schemeClr val="bg1"/>
                    </a:solidFill>
                    <a:latin typeface="Huawei Sans" panose="020C0503030203020204" pitchFamily="34" charset="0"/>
                    <a:ea typeface="方正兰亭黑简体" panose="02000000000000000000" pitchFamily="2" charset="-122"/>
                    <a:cs typeface="Huawei Sans" panose="020C0503030203020204" pitchFamily="34" charset="0"/>
                  </a:rPr>
                  <a:t>255/255</a:t>
                </a:r>
                <a:endParaRPr kumimoji="1" lang="mr-IN" altLang="zh-CN" sz="700" b="1" baseline="0" dirty="0">
                  <a:solidFill>
                    <a:schemeClr val="bg1"/>
                  </a:solidFill>
                  <a:latin typeface="Huawei Sans" panose="020C0503030203020204" pitchFamily="34" charset="0"/>
                  <a:ea typeface="方正兰亭黑简体" panose="02000000000000000000" pitchFamily="2" charset="-122"/>
                  <a:cs typeface="Arial" charset="0"/>
                </a:endParaRPr>
              </a:p>
            </p:txBody>
          </p:sp>
        </p:grpSp>
      </p:grpSp>
    </p:spTree>
    <p:extLst>
      <p:ext uri="{BB962C8B-B14F-4D97-AF65-F5344CB8AC3E}">
        <p14:creationId xmlns:p14="http://schemas.microsoft.com/office/powerpoint/2010/main" val="4157460733"/>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6#思考题">
    <p:spTree>
      <p:nvGrpSpPr>
        <p:cNvPr id="1" name=""/>
        <p:cNvGrpSpPr/>
        <p:nvPr/>
      </p:nvGrpSpPr>
      <p:grpSpPr>
        <a:xfrm>
          <a:off x="0" y="0"/>
          <a:ext cx="0" cy="0"/>
          <a:chOff x="0" y="0"/>
          <a:chExt cx="0" cy="0"/>
        </a:xfrm>
      </p:grpSpPr>
      <p:sp>
        <p:nvSpPr>
          <p:cNvPr id="4" name="TextBox 10">
            <a:extLst>
              <a:ext uri="{FF2B5EF4-FFF2-40B4-BE49-F238E27FC236}">
                <a16:creationId xmlns:a16="http://schemas.microsoft.com/office/drawing/2014/main" xmlns="" id="{18ED692C-39CB-4AC0-81F6-D21CDD086EE4}"/>
              </a:ext>
            </a:extLst>
          </p:cNvPr>
          <p:cNvSpPr txBox="1"/>
          <p:nvPr userDrawn="1"/>
        </p:nvSpPr>
        <p:spPr bwMode="auto">
          <a:xfrm>
            <a:off x="1594877" y="408780"/>
            <a:ext cx="1664752" cy="639559"/>
          </a:xfrm>
          <a:prstGeom prst="rect">
            <a:avLst/>
          </a:prstGeom>
          <a:noFill/>
          <a:ln w="9525">
            <a:noFill/>
            <a:miter lim="800000"/>
            <a:headEnd/>
            <a:tailEnd/>
          </a:ln>
        </p:spPr>
        <p:txBody>
          <a:bodyPr wrap="square" lIns="99941" tIns="49967" rIns="99941" bIns="49967" rtlCol="0">
            <a:spAutoFit/>
          </a:bodyPr>
          <a:lstStyle/>
          <a:p>
            <a:pPr defTabSz="1001223" eaLnBrk="0" fontAlgn="ctr" hangingPunct="0"/>
            <a:r>
              <a:rPr lang="zh-CN" altLang="en-US" sz="3499" b="1" baseline="0" dirty="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rPr>
              <a:t>思考题</a:t>
            </a:r>
          </a:p>
        </p:txBody>
      </p:sp>
      <p:sp>
        <p:nvSpPr>
          <p:cNvPr id="5" name="Freeform 9"/>
          <p:cNvSpPr>
            <a:spLocks/>
          </p:cNvSpPr>
          <p:nvPr userDrawn="1"/>
        </p:nvSpPr>
        <p:spPr bwMode="auto">
          <a:xfrm>
            <a:off x="3112" y="296368"/>
            <a:ext cx="1375826"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C00000"/>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baseline="0">
              <a:latin typeface="Huawei Sans" panose="020C0503030203020204" pitchFamily="34" charset="0"/>
              <a:ea typeface="方正兰亭黑简体" panose="02000000000000000000" pitchFamily="2" charset="-122"/>
            </a:endParaRPr>
          </a:p>
        </p:txBody>
      </p:sp>
      <p:sp>
        <p:nvSpPr>
          <p:cNvPr id="6" name="Freeform 11"/>
          <p:cNvSpPr>
            <a:spLocks/>
          </p:cNvSpPr>
          <p:nvPr userDrawn="1"/>
        </p:nvSpPr>
        <p:spPr bwMode="auto">
          <a:xfrm>
            <a:off x="1245702" y="296368"/>
            <a:ext cx="233272"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C00000"/>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baseline="0">
              <a:latin typeface="Huawei Sans" panose="020C0503030203020204" pitchFamily="34" charset="0"/>
              <a:ea typeface="方正兰亭黑简体" panose="02000000000000000000" pitchFamily="2" charset="-122"/>
            </a:endParaRPr>
          </a:p>
        </p:txBody>
      </p:sp>
      <p:grpSp>
        <p:nvGrpSpPr>
          <p:cNvPr id="7" name="组合 6"/>
          <p:cNvGrpSpPr/>
          <p:nvPr userDrawn="1"/>
        </p:nvGrpSpPr>
        <p:grpSpPr>
          <a:xfrm>
            <a:off x="479190" y="424270"/>
            <a:ext cx="495425" cy="592462"/>
            <a:chOff x="5554662" y="2422526"/>
            <a:chExt cx="690564" cy="825500"/>
          </a:xfrm>
          <a:solidFill>
            <a:schemeClr val="bg1"/>
          </a:solidFill>
        </p:grpSpPr>
        <p:sp>
          <p:nvSpPr>
            <p:cNvPr id="8" name="Freeform 30"/>
            <p:cNvSpPr>
              <a:spLocks/>
            </p:cNvSpPr>
            <p:nvPr/>
          </p:nvSpPr>
          <p:spPr bwMode="auto">
            <a:xfrm>
              <a:off x="5554662" y="2487613"/>
              <a:ext cx="258763" cy="760413"/>
            </a:xfrm>
            <a:custGeom>
              <a:avLst/>
              <a:gdLst>
                <a:gd name="T0" fmla="*/ 233 w 245"/>
                <a:gd name="T1" fmla="*/ 722 h 722"/>
                <a:gd name="T2" fmla="*/ 245 w 245"/>
                <a:gd name="T3" fmla="*/ 710 h 722"/>
                <a:gd name="T4" fmla="*/ 245 w 245"/>
                <a:gd name="T5" fmla="*/ 614 h 722"/>
                <a:gd name="T6" fmla="*/ 187 w 245"/>
                <a:gd name="T7" fmla="*/ 559 h 722"/>
                <a:gd name="T8" fmla="*/ 93 w 245"/>
                <a:gd name="T9" fmla="*/ 499 h 722"/>
                <a:gd name="T10" fmla="*/ 93 w 245"/>
                <a:gd name="T11" fmla="*/ 401 h 722"/>
                <a:gd name="T12" fmla="*/ 82 w 245"/>
                <a:gd name="T13" fmla="*/ 398 h 722"/>
                <a:gd name="T14" fmla="*/ 38 w 245"/>
                <a:gd name="T15" fmla="*/ 381 h 722"/>
                <a:gd name="T16" fmla="*/ 102 w 245"/>
                <a:gd name="T17" fmla="*/ 255 h 722"/>
                <a:gd name="T18" fmla="*/ 106 w 245"/>
                <a:gd name="T19" fmla="*/ 250 h 722"/>
                <a:gd name="T20" fmla="*/ 105 w 245"/>
                <a:gd name="T21" fmla="*/ 244 h 722"/>
                <a:gd name="T22" fmla="*/ 218 w 245"/>
                <a:gd name="T23" fmla="*/ 31 h 722"/>
                <a:gd name="T24" fmla="*/ 225 w 245"/>
                <a:gd name="T25" fmla="*/ 15 h 722"/>
                <a:gd name="T26" fmla="*/ 222 w 245"/>
                <a:gd name="T27" fmla="*/ 9 h 722"/>
                <a:gd name="T28" fmla="*/ 207 w 245"/>
                <a:gd name="T29" fmla="*/ 3 h 722"/>
                <a:gd name="T30" fmla="*/ 86 w 245"/>
                <a:gd name="T31" fmla="*/ 148 h 722"/>
                <a:gd name="T32" fmla="*/ 75 w 245"/>
                <a:gd name="T33" fmla="*/ 240 h 722"/>
                <a:gd name="T34" fmla="*/ 8 w 245"/>
                <a:gd name="T35" fmla="*/ 390 h 722"/>
                <a:gd name="T36" fmla="*/ 8 w 245"/>
                <a:gd name="T37" fmla="*/ 391 h 722"/>
                <a:gd name="T38" fmla="*/ 8 w 245"/>
                <a:gd name="T39" fmla="*/ 393 h 722"/>
                <a:gd name="T40" fmla="*/ 63 w 245"/>
                <a:gd name="T41" fmla="*/ 424 h 722"/>
                <a:gd name="T42" fmla="*/ 63 w 245"/>
                <a:gd name="T43" fmla="*/ 500 h 722"/>
                <a:gd name="T44" fmla="*/ 179 w 245"/>
                <a:gd name="T45" fmla="*/ 588 h 722"/>
                <a:gd name="T46" fmla="*/ 215 w 245"/>
                <a:gd name="T47" fmla="*/ 612 h 722"/>
                <a:gd name="T48" fmla="*/ 215 w 245"/>
                <a:gd name="T49" fmla="*/ 614 h 722"/>
                <a:gd name="T50" fmla="*/ 215 w 245"/>
                <a:gd name="T51" fmla="*/ 710 h 722"/>
                <a:gd name="T52" fmla="*/ 227 w 245"/>
                <a:gd name="T53" fmla="*/ 722 h 722"/>
                <a:gd name="T54" fmla="*/ 233 w 245"/>
                <a:gd name="T55" fmla="*/ 722 h 7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45" h="722">
                  <a:moveTo>
                    <a:pt x="233" y="722"/>
                  </a:moveTo>
                  <a:cubicBezTo>
                    <a:pt x="240" y="722"/>
                    <a:pt x="245" y="717"/>
                    <a:pt x="245" y="710"/>
                  </a:cubicBezTo>
                  <a:cubicBezTo>
                    <a:pt x="245" y="614"/>
                    <a:pt x="245" y="614"/>
                    <a:pt x="245" y="614"/>
                  </a:cubicBezTo>
                  <a:cubicBezTo>
                    <a:pt x="245" y="605"/>
                    <a:pt x="242" y="574"/>
                    <a:pt x="187" y="559"/>
                  </a:cubicBezTo>
                  <a:cubicBezTo>
                    <a:pt x="128" y="543"/>
                    <a:pt x="94" y="522"/>
                    <a:pt x="93" y="499"/>
                  </a:cubicBezTo>
                  <a:cubicBezTo>
                    <a:pt x="93" y="401"/>
                    <a:pt x="93" y="401"/>
                    <a:pt x="93" y="401"/>
                  </a:cubicBezTo>
                  <a:cubicBezTo>
                    <a:pt x="82" y="398"/>
                    <a:pt x="82" y="398"/>
                    <a:pt x="82" y="398"/>
                  </a:cubicBezTo>
                  <a:cubicBezTo>
                    <a:pt x="64" y="393"/>
                    <a:pt x="45" y="385"/>
                    <a:pt x="38" y="381"/>
                  </a:cubicBezTo>
                  <a:cubicBezTo>
                    <a:pt x="38" y="369"/>
                    <a:pt x="44" y="325"/>
                    <a:pt x="102" y="255"/>
                  </a:cubicBezTo>
                  <a:cubicBezTo>
                    <a:pt x="106" y="250"/>
                    <a:pt x="106" y="250"/>
                    <a:pt x="106" y="250"/>
                  </a:cubicBezTo>
                  <a:cubicBezTo>
                    <a:pt x="105" y="244"/>
                    <a:pt x="105" y="244"/>
                    <a:pt x="105" y="244"/>
                  </a:cubicBezTo>
                  <a:cubicBezTo>
                    <a:pt x="105" y="237"/>
                    <a:pt x="92" y="92"/>
                    <a:pt x="218" y="31"/>
                  </a:cubicBezTo>
                  <a:cubicBezTo>
                    <a:pt x="224" y="28"/>
                    <a:pt x="227" y="21"/>
                    <a:pt x="225" y="15"/>
                  </a:cubicBezTo>
                  <a:cubicBezTo>
                    <a:pt x="222" y="9"/>
                    <a:pt x="222" y="9"/>
                    <a:pt x="222" y="9"/>
                  </a:cubicBezTo>
                  <a:cubicBezTo>
                    <a:pt x="220" y="3"/>
                    <a:pt x="213" y="0"/>
                    <a:pt x="207" y="3"/>
                  </a:cubicBezTo>
                  <a:cubicBezTo>
                    <a:pt x="147" y="31"/>
                    <a:pt x="105" y="81"/>
                    <a:pt x="86" y="148"/>
                  </a:cubicBezTo>
                  <a:cubicBezTo>
                    <a:pt x="74" y="189"/>
                    <a:pt x="74" y="226"/>
                    <a:pt x="75" y="240"/>
                  </a:cubicBezTo>
                  <a:cubicBezTo>
                    <a:pt x="0" y="333"/>
                    <a:pt x="7" y="385"/>
                    <a:pt x="8" y="390"/>
                  </a:cubicBezTo>
                  <a:cubicBezTo>
                    <a:pt x="8" y="391"/>
                    <a:pt x="8" y="391"/>
                    <a:pt x="8" y="391"/>
                  </a:cubicBezTo>
                  <a:cubicBezTo>
                    <a:pt x="8" y="393"/>
                    <a:pt x="8" y="393"/>
                    <a:pt x="8" y="393"/>
                  </a:cubicBezTo>
                  <a:cubicBezTo>
                    <a:pt x="10" y="397"/>
                    <a:pt x="14" y="409"/>
                    <a:pt x="63" y="424"/>
                  </a:cubicBezTo>
                  <a:cubicBezTo>
                    <a:pt x="63" y="500"/>
                    <a:pt x="63" y="500"/>
                    <a:pt x="63" y="500"/>
                  </a:cubicBezTo>
                  <a:cubicBezTo>
                    <a:pt x="65" y="539"/>
                    <a:pt x="104" y="569"/>
                    <a:pt x="179" y="588"/>
                  </a:cubicBezTo>
                  <a:cubicBezTo>
                    <a:pt x="213" y="597"/>
                    <a:pt x="215" y="611"/>
                    <a:pt x="215" y="612"/>
                  </a:cubicBezTo>
                  <a:cubicBezTo>
                    <a:pt x="215" y="614"/>
                    <a:pt x="215" y="614"/>
                    <a:pt x="215" y="614"/>
                  </a:cubicBezTo>
                  <a:cubicBezTo>
                    <a:pt x="215" y="710"/>
                    <a:pt x="215" y="710"/>
                    <a:pt x="215" y="710"/>
                  </a:cubicBezTo>
                  <a:cubicBezTo>
                    <a:pt x="215" y="717"/>
                    <a:pt x="220" y="722"/>
                    <a:pt x="227" y="722"/>
                  </a:cubicBezTo>
                  <a:lnTo>
                    <a:pt x="233" y="7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baseline="0">
                <a:latin typeface="Huawei Sans" panose="020C0503030203020204" pitchFamily="34" charset="0"/>
                <a:ea typeface="方正兰亭黑简体" panose="02000000000000000000" pitchFamily="2" charset="-122"/>
              </a:endParaRPr>
            </a:p>
          </p:txBody>
        </p:sp>
        <p:sp>
          <p:nvSpPr>
            <p:cNvPr id="9" name="Freeform 31"/>
            <p:cNvSpPr>
              <a:spLocks/>
            </p:cNvSpPr>
            <p:nvPr/>
          </p:nvSpPr>
          <p:spPr bwMode="auto">
            <a:xfrm>
              <a:off x="6029325" y="2752726"/>
              <a:ext cx="169863" cy="495300"/>
            </a:xfrm>
            <a:custGeom>
              <a:avLst/>
              <a:gdLst>
                <a:gd name="T0" fmla="*/ 21 w 162"/>
                <a:gd name="T1" fmla="*/ 470 h 470"/>
                <a:gd name="T2" fmla="*/ 33 w 162"/>
                <a:gd name="T3" fmla="*/ 458 h 470"/>
                <a:gd name="T4" fmla="*/ 33 w 162"/>
                <a:gd name="T5" fmla="*/ 361 h 470"/>
                <a:gd name="T6" fmla="*/ 108 w 162"/>
                <a:gd name="T7" fmla="*/ 168 h 470"/>
                <a:gd name="T8" fmla="*/ 162 w 162"/>
                <a:gd name="T9" fmla="*/ 13 h 470"/>
                <a:gd name="T10" fmla="*/ 151 w 162"/>
                <a:gd name="T11" fmla="*/ 1 h 470"/>
                <a:gd name="T12" fmla="*/ 144 w 162"/>
                <a:gd name="T13" fmla="*/ 0 h 470"/>
                <a:gd name="T14" fmla="*/ 131 w 162"/>
                <a:gd name="T15" fmla="*/ 12 h 470"/>
                <a:gd name="T16" fmla="*/ 84 w 162"/>
                <a:gd name="T17" fmla="*/ 149 h 470"/>
                <a:gd name="T18" fmla="*/ 3 w 162"/>
                <a:gd name="T19" fmla="*/ 362 h 470"/>
                <a:gd name="T20" fmla="*/ 3 w 162"/>
                <a:gd name="T21" fmla="*/ 458 h 470"/>
                <a:gd name="T22" fmla="*/ 15 w 162"/>
                <a:gd name="T23" fmla="*/ 470 h 470"/>
                <a:gd name="T24" fmla="*/ 21 w 162"/>
                <a:gd name="T25" fmla="*/ 470 h 4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2" h="470">
                  <a:moveTo>
                    <a:pt x="21" y="470"/>
                  </a:moveTo>
                  <a:cubicBezTo>
                    <a:pt x="28" y="470"/>
                    <a:pt x="33" y="465"/>
                    <a:pt x="33" y="458"/>
                  </a:cubicBezTo>
                  <a:cubicBezTo>
                    <a:pt x="33" y="361"/>
                    <a:pt x="33" y="361"/>
                    <a:pt x="33" y="361"/>
                  </a:cubicBezTo>
                  <a:cubicBezTo>
                    <a:pt x="33" y="360"/>
                    <a:pt x="29" y="262"/>
                    <a:pt x="108" y="168"/>
                  </a:cubicBezTo>
                  <a:cubicBezTo>
                    <a:pt x="137" y="133"/>
                    <a:pt x="157" y="75"/>
                    <a:pt x="162" y="13"/>
                  </a:cubicBezTo>
                  <a:cubicBezTo>
                    <a:pt x="162" y="7"/>
                    <a:pt x="157" y="1"/>
                    <a:pt x="151" y="1"/>
                  </a:cubicBezTo>
                  <a:cubicBezTo>
                    <a:pt x="144" y="0"/>
                    <a:pt x="144" y="0"/>
                    <a:pt x="144" y="0"/>
                  </a:cubicBezTo>
                  <a:cubicBezTo>
                    <a:pt x="138" y="0"/>
                    <a:pt x="132" y="5"/>
                    <a:pt x="131" y="12"/>
                  </a:cubicBezTo>
                  <a:cubicBezTo>
                    <a:pt x="127" y="67"/>
                    <a:pt x="110" y="119"/>
                    <a:pt x="84" y="149"/>
                  </a:cubicBezTo>
                  <a:cubicBezTo>
                    <a:pt x="0" y="249"/>
                    <a:pt x="3" y="353"/>
                    <a:pt x="3" y="362"/>
                  </a:cubicBezTo>
                  <a:cubicBezTo>
                    <a:pt x="3" y="458"/>
                    <a:pt x="3" y="458"/>
                    <a:pt x="3" y="458"/>
                  </a:cubicBezTo>
                  <a:cubicBezTo>
                    <a:pt x="3" y="465"/>
                    <a:pt x="8" y="470"/>
                    <a:pt x="15" y="470"/>
                  </a:cubicBezTo>
                  <a:lnTo>
                    <a:pt x="21" y="4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baseline="0">
                <a:latin typeface="Huawei Sans" panose="020C0503030203020204" pitchFamily="34" charset="0"/>
                <a:ea typeface="方正兰亭黑简体" panose="02000000000000000000" pitchFamily="2" charset="-122"/>
              </a:endParaRPr>
            </a:p>
          </p:txBody>
        </p:sp>
        <p:sp>
          <p:nvSpPr>
            <p:cNvPr id="10" name="Freeform 32"/>
            <p:cNvSpPr>
              <a:spLocks/>
            </p:cNvSpPr>
            <p:nvPr/>
          </p:nvSpPr>
          <p:spPr bwMode="auto">
            <a:xfrm>
              <a:off x="5851525" y="2489201"/>
              <a:ext cx="325437" cy="406401"/>
            </a:xfrm>
            <a:custGeom>
              <a:avLst/>
              <a:gdLst>
                <a:gd name="T0" fmla="*/ 155 w 309"/>
                <a:gd name="T1" fmla="*/ 386 h 386"/>
                <a:gd name="T2" fmla="*/ 189 w 309"/>
                <a:gd name="T3" fmla="*/ 363 h 386"/>
                <a:gd name="T4" fmla="*/ 208 w 309"/>
                <a:gd name="T5" fmla="*/ 363 h 386"/>
                <a:gd name="T6" fmla="*/ 232 w 309"/>
                <a:gd name="T7" fmla="*/ 353 h 386"/>
                <a:gd name="T8" fmla="*/ 242 w 309"/>
                <a:gd name="T9" fmla="*/ 329 h 386"/>
                <a:gd name="T10" fmla="*/ 242 w 309"/>
                <a:gd name="T11" fmla="*/ 308 h 386"/>
                <a:gd name="T12" fmla="*/ 212 w 309"/>
                <a:gd name="T13" fmla="*/ 308 h 386"/>
                <a:gd name="T14" fmla="*/ 212 w 309"/>
                <a:gd name="T15" fmla="*/ 329 h 386"/>
                <a:gd name="T16" fmla="*/ 210 w 309"/>
                <a:gd name="T17" fmla="*/ 332 h 386"/>
                <a:gd name="T18" fmla="*/ 208 w 309"/>
                <a:gd name="T19" fmla="*/ 333 h 386"/>
                <a:gd name="T20" fmla="*/ 162 w 309"/>
                <a:gd name="T21" fmla="*/ 333 h 386"/>
                <a:gd name="T22" fmla="*/ 162 w 309"/>
                <a:gd name="T23" fmla="*/ 348 h 386"/>
                <a:gd name="T24" fmla="*/ 155 w 309"/>
                <a:gd name="T25" fmla="*/ 356 h 386"/>
                <a:gd name="T26" fmla="*/ 147 w 309"/>
                <a:gd name="T27" fmla="*/ 348 h 386"/>
                <a:gd name="T28" fmla="*/ 147 w 309"/>
                <a:gd name="T29" fmla="*/ 333 h 386"/>
                <a:gd name="T30" fmla="*/ 101 w 309"/>
                <a:gd name="T31" fmla="*/ 333 h 386"/>
                <a:gd name="T32" fmla="*/ 98 w 309"/>
                <a:gd name="T33" fmla="*/ 329 h 386"/>
                <a:gd name="T34" fmla="*/ 98 w 309"/>
                <a:gd name="T35" fmla="*/ 266 h 386"/>
                <a:gd name="T36" fmla="*/ 90 w 309"/>
                <a:gd name="T37" fmla="*/ 262 h 386"/>
                <a:gd name="T38" fmla="*/ 30 w 309"/>
                <a:gd name="T39" fmla="*/ 155 h 386"/>
                <a:gd name="T40" fmla="*/ 155 w 309"/>
                <a:gd name="T41" fmla="*/ 31 h 386"/>
                <a:gd name="T42" fmla="*/ 279 w 309"/>
                <a:gd name="T43" fmla="*/ 155 h 386"/>
                <a:gd name="T44" fmla="*/ 222 w 309"/>
                <a:gd name="T45" fmla="*/ 260 h 386"/>
                <a:gd name="T46" fmla="*/ 174 w 309"/>
                <a:gd name="T47" fmla="*/ 259 h 386"/>
                <a:gd name="T48" fmla="*/ 170 w 309"/>
                <a:gd name="T49" fmla="*/ 255 h 386"/>
                <a:gd name="T50" fmla="*/ 170 w 309"/>
                <a:gd name="T51" fmla="*/ 188 h 386"/>
                <a:gd name="T52" fmla="*/ 139 w 309"/>
                <a:gd name="T53" fmla="*/ 188 h 386"/>
                <a:gd name="T54" fmla="*/ 139 w 309"/>
                <a:gd name="T55" fmla="*/ 255 h 386"/>
                <a:gd name="T56" fmla="*/ 174 w 309"/>
                <a:gd name="T57" fmla="*/ 290 h 386"/>
                <a:gd name="T58" fmla="*/ 231 w 309"/>
                <a:gd name="T59" fmla="*/ 290 h 386"/>
                <a:gd name="T60" fmla="*/ 235 w 309"/>
                <a:gd name="T61" fmla="*/ 288 h 386"/>
                <a:gd name="T62" fmla="*/ 309 w 309"/>
                <a:gd name="T63" fmla="*/ 155 h 386"/>
                <a:gd name="T64" fmla="*/ 155 w 309"/>
                <a:gd name="T65" fmla="*/ 0 h 386"/>
                <a:gd name="T66" fmla="*/ 0 w 309"/>
                <a:gd name="T67" fmla="*/ 155 h 386"/>
                <a:gd name="T68" fmla="*/ 67 w 309"/>
                <a:gd name="T69" fmla="*/ 283 h 386"/>
                <a:gd name="T70" fmla="*/ 67 w 309"/>
                <a:gd name="T71" fmla="*/ 329 h 386"/>
                <a:gd name="T72" fmla="*/ 101 w 309"/>
                <a:gd name="T73" fmla="*/ 363 h 386"/>
                <a:gd name="T74" fmla="*/ 120 w 309"/>
                <a:gd name="T75" fmla="*/ 363 h 386"/>
                <a:gd name="T76" fmla="*/ 155 w 309"/>
                <a:gd name="T77" fmla="*/ 386 h 3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309" h="386">
                  <a:moveTo>
                    <a:pt x="155" y="386"/>
                  </a:moveTo>
                  <a:cubicBezTo>
                    <a:pt x="170" y="386"/>
                    <a:pt x="184" y="377"/>
                    <a:pt x="189" y="363"/>
                  </a:cubicBezTo>
                  <a:cubicBezTo>
                    <a:pt x="208" y="363"/>
                    <a:pt x="208" y="363"/>
                    <a:pt x="208" y="363"/>
                  </a:cubicBezTo>
                  <a:cubicBezTo>
                    <a:pt x="217" y="363"/>
                    <a:pt x="226" y="360"/>
                    <a:pt x="232" y="353"/>
                  </a:cubicBezTo>
                  <a:cubicBezTo>
                    <a:pt x="238" y="347"/>
                    <a:pt x="242" y="338"/>
                    <a:pt x="242" y="329"/>
                  </a:cubicBezTo>
                  <a:cubicBezTo>
                    <a:pt x="242" y="308"/>
                    <a:pt x="242" y="308"/>
                    <a:pt x="242" y="308"/>
                  </a:cubicBezTo>
                  <a:cubicBezTo>
                    <a:pt x="212" y="308"/>
                    <a:pt x="212" y="308"/>
                    <a:pt x="212" y="308"/>
                  </a:cubicBezTo>
                  <a:cubicBezTo>
                    <a:pt x="212" y="329"/>
                    <a:pt x="212" y="329"/>
                    <a:pt x="212" y="329"/>
                  </a:cubicBezTo>
                  <a:cubicBezTo>
                    <a:pt x="212" y="330"/>
                    <a:pt x="211" y="331"/>
                    <a:pt x="210" y="332"/>
                  </a:cubicBezTo>
                  <a:cubicBezTo>
                    <a:pt x="210" y="332"/>
                    <a:pt x="209" y="333"/>
                    <a:pt x="208" y="333"/>
                  </a:cubicBezTo>
                  <a:cubicBezTo>
                    <a:pt x="162" y="333"/>
                    <a:pt x="162" y="333"/>
                    <a:pt x="162" y="333"/>
                  </a:cubicBezTo>
                  <a:cubicBezTo>
                    <a:pt x="162" y="348"/>
                    <a:pt x="162" y="348"/>
                    <a:pt x="162" y="348"/>
                  </a:cubicBezTo>
                  <a:cubicBezTo>
                    <a:pt x="162" y="352"/>
                    <a:pt x="159" y="356"/>
                    <a:pt x="155" y="356"/>
                  </a:cubicBezTo>
                  <a:cubicBezTo>
                    <a:pt x="150" y="356"/>
                    <a:pt x="147" y="352"/>
                    <a:pt x="147" y="348"/>
                  </a:cubicBezTo>
                  <a:cubicBezTo>
                    <a:pt x="147" y="333"/>
                    <a:pt x="147" y="333"/>
                    <a:pt x="147" y="333"/>
                  </a:cubicBezTo>
                  <a:cubicBezTo>
                    <a:pt x="101" y="333"/>
                    <a:pt x="101" y="333"/>
                    <a:pt x="101" y="333"/>
                  </a:cubicBezTo>
                  <a:cubicBezTo>
                    <a:pt x="99" y="333"/>
                    <a:pt x="98" y="331"/>
                    <a:pt x="98" y="329"/>
                  </a:cubicBezTo>
                  <a:cubicBezTo>
                    <a:pt x="98" y="266"/>
                    <a:pt x="98" y="266"/>
                    <a:pt x="98" y="266"/>
                  </a:cubicBezTo>
                  <a:cubicBezTo>
                    <a:pt x="90" y="262"/>
                    <a:pt x="90" y="262"/>
                    <a:pt x="90" y="262"/>
                  </a:cubicBezTo>
                  <a:cubicBezTo>
                    <a:pt x="53" y="239"/>
                    <a:pt x="30" y="199"/>
                    <a:pt x="30" y="155"/>
                  </a:cubicBezTo>
                  <a:cubicBezTo>
                    <a:pt x="30" y="87"/>
                    <a:pt x="86" y="31"/>
                    <a:pt x="155" y="31"/>
                  </a:cubicBezTo>
                  <a:cubicBezTo>
                    <a:pt x="223" y="31"/>
                    <a:pt x="279" y="87"/>
                    <a:pt x="279" y="155"/>
                  </a:cubicBezTo>
                  <a:cubicBezTo>
                    <a:pt x="279" y="198"/>
                    <a:pt x="258" y="236"/>
                    <a:pt x="222" y="260"/>
                  </a:cubicBezTo>
                  <a:cubicBezTo>
                    <a:pt x="174" y="259"/>
                    <a:pt x="174" y="259"/>
                    <a:pt x="174" y="259"/>
                  </a:cubicBezTo>
                  <a:cubicBezTo>
                    <a:pt x="172" y="259"/>
                    <a:pt x="170" y="258"/>
                    <a:pt x="170" y="255"/>
                  </a:cubicBezTo>
                  <a:cubicBezTo>
                    <a:pt x="170" y="188"/>
                    <a:pt x="170" y="188"/>
                    <a:pt x="170" y="188"/>
                  </a:cubicBezTo>
                  <a:cubicBezTo>
                    <a:pt x="139" y="188"/>
                    <a:pt x="139" y="188"/>
                    <a:pt x="139" y="188"/>
                  </a:cubicBezTo>
                  <a:cubicBezTo>
                    <a:pt x="139" y="255"/>
                    <a:pt x="139" y="255"/>
                    <a:pt x="139" y="255"/>
                  </a:cubicBezTo>
                  <a:cubicBezTo>
                    <a:pt x="139" y="274"/>
                    <a:pt x="155" y="290"/>
                    <a:pt x="174" y="290"/>
                  </a:cubicBezTo>
                  <a:cubicBezTo>
                    <a:pt x="231" y="290"/>
                    <a:pt x="231" y="290"/>
                    <a:pt x="231" y="290"/>
                  </a:cubicBezTo>
                  <a:cubicBezTo>
                    <a:pt x="235" y="288"/>
                    <a:pt x="235" y="288"/>
                    <a:pt x="235" y="288"/>
                  </a:cubicBezTo>
                  <a:cubicBezTo>
                    <a:pt x="281" y="259"/>
                    <a:pt x="309" y="210"/>
                    <a:pt x="309" y="155"/>
                  </a:cubicBezTo>
                  <a:cubicBezTo>
                    <a:pt x="309" y="70"/>
                    <a:pt x="240" y="0"/>
                    <a:pt x="155" y="0"/>
                  </a:cubicBezTo>
                  <a:cubicBezTo>
                    <a:pt x="69" y="0"/>
                    <a:pt x="0" y="70"/>
                    <a:pt x="0" y="155"/>
                  </a:cubicBezTo>
                  <a:cubicBezTo>
                    <a:pt x="0" y="207"/>
                    <a:pt x="25" y="254"/>
                    <a:pt x="67" y="283"/>
                  </a:cubicBezTo>
                  <a:cubicBezTo>
                    <a:pt x="67" y="329"/>
                    <a:pt x="67" y="329"/>
                    <a:pt x="67" y="329"/>
                  </a:cubicBezTo>
                  <a:cubicBezTo>
                    <a:pt x="67" y="348"/>
                    <a:pt x="83" y="363"/>
                    <a:pt x="101" y="363"/>
                  </a:cubicBezTo>
                  <a:cubicBezTo>
                    <a:pt x="120" y="363"/>
                    <a:pt x="120" y="363"/>
                    <a:pt x="120" y="363"/>
                  </a:cubicBezTo>
                  <a:cubicBezTo>
                    <a:pt x="126" y="377"/>
                    <a:pt x="139" y="386"/>
                    <a:pt x="155" y="38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baseline="0">
                <a:latin typeface="Huawei Sans" panose="020C0503030203020204" pitchFamily="34" charset="0"/>
                <a:ea typeface="方正兰亭黑简体" panose="02000000000000000000" pitchFamily="2" charset="-122"/>
              </a:endParaRPr>
            </a:p>
          </p:txBody>
        </p:sp>
        <p:sp>
          <p:nvSpPr>
            <p:cNvPr id="11" name="Freeform 33"/>
            <p:cNvSpPr>
              <a:spLocks noEditPoints="1"/>
            </p:cNvSpPr>
            <p:nvPr/>
          </p:nvSpPr>
          <p:spPr bwMode="auto">
            <a:xfrm>
              <a:off x="5956300" y="2597151"/>
              <a:ext cx="114300" cy="114300"/>
            </a:xfrm>
            <a:custGeom>
              <a:avLst/>
              <a:gdLst>
                <a:gd name="T0" fmla="*/ 55 w 109"/>
                <a:gd name="T1" fmla="*/ 108 h 108"/>
                <a:gd name="T2" fmla="*/ 109 w 109"/>
                <a:gd name="T3" fmla="*/ 54 h 108"/>
                <a:gd name="T4" fmla="*/ 55 w 109"/>
                <a:gd name="T5" fmla="*/ 0 h 108"/>
                <a:gd name="T6" fmla="*/ 0 w 109"/>
                <a:gd name="T7" fmla="*/ 54 h 108"/>
                <a:gd name="T8" fmla="*/ 55 w 109"/>
                <a:gd name="T9" fmla="*/ 108 h 108"/>
                <a:gd name="T10" fmla="*/ 55 w 109"/>
                <a:gd name="T11" fmla="*/ 30 h 108"/>
                <a:gd name="T12" fmla="*/ 78 w 109"/>
                <a:gd name="T13" fmla="*/ 54 h 108"/>
                <a:gd name="T14" fmla="*/ 55 w 109"/>
                <a:gd name="T15" fmla="*/ 78 h 108"/>
                <a:gd name="T16" fmla="*/ 31 w 109"/>
                <a:gd name="T17" fmla="*/ 54 h 108"/>
                <a:gd name="T18" fmla="*/ 55 w 109"/>
                <a:gd name="T19" fmla="*/ 30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9" h="108">
                  <a:moveTo>
                    <a:pt x="55" y="108"/>
                  </a:moveTo>
                  <a:cubicBezTo>
                    <a:pt x="84" y="108"/>
                    <a:pt x="109" y="84"/>
                    <a:pt x="109" y="54"/>
                  </a:cubicBezTo>
                  <a:cubicBezTo>
                    <a:pt x="109" y="24"/>
                    <a:pt x="84" y="0"/>
                    <a:pt x="55" y="0"/>
                  </a:cubicBezTo>
                  <a:cubicBezTo>
                    <a:pt x="25" y="0"/>
                    <a:pt x="0" y="24"/>
                    <a:pt x="0" y="54"/>
                  </a:cubicBezTo>
                  <a:cubicBezTo>
                    <a:pt x="0" y="84"/>
                    <a:pt x="25" y="108"/>
                    <a:pt x="55" y="108"/>
                  </a:cubicBezTo>
                  <a:close/>
                  <a:moveTo>
                    <a:pt x="55" y="30"/>
                  </a:moveTo>
                  <a:cubicBezTo>
                    <a:pt x="68" y="30"/>
                    <a:pt x="78" y="41"/>
                    <a:pt x="78" y="54"/>
                  </a:cubicBezTo>
                  <a:cubicBezTo>
                    <a:pt x="78" y="67"/>
                    <a:pt x="68" y="78"/>
                    <a:pt x="55" y="78"/>
                  </a:cubicBezTo>
                  <a:cubicBezTo>
                    <a:pt x="41" y="78"/>
                    <a:pt x="31" y="67"/>
                    <a:pt x="31" y="54"/>
                  </a:cubicBezTo>
                  <a:cubicBezTo>
                    <a:pt x="31" y="41"/>
                    <a:pt x="41" y="30"/>
                    <a:pt x="55"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baseline="0">
                <a:latin typeface="Huawei Sans" panose="020C0503030203020204" pitchFamily="34" charset="0"/>
                <a:ea typeface="方正兰亭黑简体" panose="02000000000000000000" pitchFamily="2" charset="-122"/>
              </a:endParaRPr>
            </a:p>
          </p:txBody>
        </p:sp>
        <p:sp>
          <p:nvSpPr>
            <p:cNvPr id="12" name="Rectangle 34"/>
            <p:cNvSpPr>
              <a:spLocks noChangeArrowheads="1"/>
            </p:cNvSpPr>
            <p:nvPr/>
          </p:nvSpPr>
          <p:spPr bwMode="auto">
            <a:xfrm>
              <a:off x="5997575" y="2422526"/>
              <a:ext cx="33338" cy="476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1799" baseline="0">
                <a:latin typeface="Huawei Sans" panose="020C0503030203020204" pitchFamily="34" charset="0"/>
                <a:ea typeface="方正兰亭黑简体" panose="02000000000000000000" pitchFamily="2" charset="-122"/>
              </a:endParaRPr>
            </a:p>
          </p:txBody>
        </p:sp>
        <p:sp>
          <p:nvSpPr>
            <p:cNvPr id="13" name="Freeform 35"/>
            <p:cNvSpPr>
              <a:spLocks/>
            </p:cNvSpPr>
            <p:nvPr/>
          </p:nvSpPr>
          <p:spPr bwMode="auto">
            <a:xfrm>
              <a:off x="6132513" y="2479676"/>
              <a:ext cx="57150" cy="55563"/>
            </a:xfrm>
            <a:custGeom>
              <a:avLst/>
              <a:gdLst>
                <a:gd name="T0" fmla="*/ 14 w 36"/>
                <a:gd name="T1" fmla="*/ 35 h 35"/>
                <a:gd name="T2" fmla="*/ 36 w 36"/>
                <a:gd name="T3" fmla="*/ 14 h 35"/>
                <a:gd name="T4" fmla="*/ 21 w 36"/>
                <a:gd name="T5" fmla="*/ 0 h 35"/>
                <a:gd name="T6" fmla="*/ 0 w 36"/>
                <a:gd name="T7" fmla="*/ 21 h 35"/>
                <a:gd name="T8" fmla="*/ 14 w 36"/>
                <a:gd name="T9" fmla="*/ 35 h 35"/>
              </a:gdLst>
              <a:ahLst/>
              <a:cxnLst>
                <a:cxn ang="0">
                  <a:pos x="T0" y="T1"/>
                </a:cxn>
                <a:cxn ang="0">
                  <a:pos x="T2" y="T3"/>
                </a:cxn>
                <a:cxn ang="0">
                  <a:pos x="T4" y="T5"/>
                </a:cxn>
                <a:cxn ang="0">
                  <a:pos x="T6" y="T7"/>
                </a:cxn>
                <a:cxn ang="0">
                  <a:pos x="T8" y="T9"/>
                </a:cxn>
              </a:cxnLst>
              <a:rect l="0" t="0" r="r" b="b"/>
              <a:pathLst>
                <a:path w="36" h="35">
                  <a:moveTo>
                    <a:pt x="14" y="35"/>
                  </a:moveTo>
                  <a:lnTo>
                    <a:pt x="36" y="14"/>
                  </a:lnTo>
                  <a:lnTo>
                    <a:pt x="21" y="0"/>
                  </a:lnTo>
                  <a:lnTo>
                    <a:pt x="0" y="21"/>
                  </a:lnTo>
                  <a:lnTo>
                    <a:pt x="14" y="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baseline="0">
                <a:latin typeface="Huawei Sans" panose="020C0503030203020204" pitchFamily="34" charset="0"/>
                <a:ea typeface="方正兰亭黑简体" panose="02000000000000000000" pitchFamily="2" charset="-122"/>
              </a:endParaRPr>
            </a:p>
          </p:txBody>
        </p:sp>
        <p:sp>
          <p:nvSpPr>
            <p:cNvPr id="14" name="Rectangle 36"/>
            <p:cNvSpPr>
              <a:spLocks noChangeArrowheads="1"/>
            </p:cNvSpPr>
            <p:nvPr/>
          </p:nvSpPr>
          <p:spPr bwMode="auto">
            <a:xfrm>
              <a:off x="6196013" y="2638426"/>
              <a:ext cx="49213" cy="317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1799" baseline="0">
                <a:latin typeface="Huawei Sans" panose="020C0503030203020204" pitchFamily="34" charset="0"/>
                <a:ea typeface="方正兰亭黑简体" panose="02000000000000000000" pitchFamily="2" charset="-122"/>
              </a:endParaRPr>
            </a:p>
          </p:txBody>
        </p:sp>
        <p:sp>
          <p:nvSpPr>
            <p:cNvPr id="15" name="Rectangle 37"/>
            <p:cNvSpPr>
              <a:spLocks noChangeArrowheads="1"/>
            </p:cNvSpPr>
            <p:nvPr/>
          </p:nvSpPr>
          <p:spPr bwMode="auto">
            <a:xfrm>
              <a:off x="5783263" y="2638426"/>
              <a:ext cx="47625" cy="317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1799" baseline="0">
                <a:latin typeface="Huawei Sans" panose="020C0503030203020204" pitchFamily="34" charset="0"/>
                <a:ea typeface="方正兰亭黑简体" panose="02000000000000000000" pitchFamily="2" charset="-122"/>
              </a:endParaRPr>
            </a:p>
          </p:txBody>
        </p:sp>
        <p:sp>
          <p:nvSpPr>
            <p:cNvPr id="16" name="Freeform 38"/>
            <p:cNvSpPr>
              <a:spLocks/>
            </p:cNvSpPr>
            <p:nvPr/>
          </p:nvSpPr>
          <p:spPr bwMode="auto">
            <a:xfrm>
              <a:off x="5840413" y="2479676"/>
              <a:ext cx="55563" cy="55563"/>
            </a:xfrm>
            <a:custGeom>
              <a:avLst/>
              <a:gdLst>
                <a:gd name="T0" fmla="*/ 21 w 35"/>
                <a:gd name="T1" fmla="*/ 35 h 35"/>
                <a:gd name="T2" fmla="*/ 35 w 35"/>
                <a:gd name="T3" fmla="*/ 21 h 35"/>
                <a:gd name="T4" fmla="*/ 14 w 35"/>
                <a:gd name="T5" fmla="*/ 0 h 35"/>
                <a:gd name="T6" fmla="*/ 0 w 35"/>
                <a:gd name="T7" fmla="*/ 14 h 35"/>
                <a:gd name="T8" fmla="*/ 21 w 35"/>
                <a:gd name="T9" fmla="*/ 35 h 35"/>
              </a:gdLst>
              <a:ahLst/>
              <a:cxnLst>
                <a:cxn ang="0">
                  <a:pos x="T0" y="T1"/>
                </a:cxn>
                <a:cxn ang="0">
                  <a:pos x="T2" y="T3"/>
                </a:cxn>
                <a:cxn ang="0">
                  <a:pos x="T4" y="T5"/>
                </a:cxn>
                <a:cxn ang="0">
                  <a:pos x="T6" y="T7"/>
                </a:cxn>
                <a:cxn ang="0">
                  <a:pos x="T8" y="T9"/>
                </a:cxn>
              </a:cxnLst>
              <a:rect l="0" t="0" r="r" b="b"/>
              <a:pathLst>
                <a:path w="35" h="35">
                  <a:moveTo>
                    <a:pt x="21" y="35"/>
                  </a:moveTo>
                  <a:lnTo>
                    <a:pt x="35" y="21"/>
                  </a:lnTo>
                  <a:lnTo>
                    <a:pt x="14" y="0"/>
                  </a:lnTo>
                  <a:lnTo>
                    <a:pt x="0" y="14"/>
                  </a:lnTo>
                  <a:lnTo>
                    <a:pt x="21" y="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baseline="0">
                <a:latin typeface="Huawei Sans" panose="020C0503030203020204" pitchFamily="34" charset="0"/>
                <a:ea typeface="方正兰亭黑简体" panose="02000000000000000000" pitchFamily="2" charset="-122"/>
              </a:endParaRPr>
            </a:p>
          </p:txBody>
        </p:sp>
        <p:sp>
          <p:nvSpPr>
            <p:cNvPr id="17" name="Freeform 39"/>
            <p:cNvSpPr>
              <a:spLocks/>
            </p:cNvSpPr>
            <p:nvPr/>
          </p:nvSpPr>
          <p:spPr bwMode="auto">
            <a:xfrm>
              <a:off x="5913438" y="2433638"/>
              <a:ext cx="47625" cy="55563"/>
            </a:xfrm>
            <a:custGeom>
              <a:avLst/>
              <a:gdLst>
                <a:gd name="T0" fmla="*/ 11 w 30"/>
                <a:gd name="T1" fmla="*/ 35 h 35"/>
                <a:gd name="T2" fmla="*/ 30 w 30"/>
                <a:gd name="T3" fmla="*/ 28 h 35"/>
                <a:gd name="T4" fmla="*/ 19 w 30"/>
                <a:gd name="T5" fmla="*/ 0 h 35"/>
                <a:gd name="T6" fmla="*/ 0 w 30"/>
                <a:gd name="T7" fmla="*/ 7 h 35"/>
                <a:gd name="T8" fmla="*/ 11 w 30"/>
                <a:gd name="T9" fmla="*/ 35 h 35"/>
              </a:gdLst>
              <a:ahLst/>
              <a:cxnLst>
                <a:cxn ang="0">
                  <a:pos x="T0" y="T1"/>
                </a:cxn>
                <a:cxn ang="0">
                  <a:pos x="T2" y="T3"/>
                </a:cxn>
                <a:cxn ang="0">
                  <a:pos x="T4" y="T5"/>
                </a:cxn>
                <a:cxn ang="0">
                  <a:pos x="T6" y="T7"/>
                </a:cxn>
                <a:cxn ang="0">
                  <a:pos x="T8" y="T9"/>
                </a:cxn>
              </a:cxnLst>
              <a:rect l="0" t="0" r="r" b="b"/>
              <a:pathLst>
                <a:path w="30" h="35">
                  <a:moveTo>
                    <a:pt x="11" y="35"/>
                  </a:moveTo>
                  <a:lnTo>
                    <a:pt x="30" y="28"/>
                  </a:lnTo>
                  <a:lnTo>
                    <a:pt x="19" y="0"/>
                  </a:lnTo>
                  <a:lnTo>
                    <a:pt x="0" y="7"/>
                  </a:lnTo>
                  <a:lnTo>
                    <a:pt x="11" y="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baseline="0">
                <a:latin typeface="Huawei Sans" panose="020C0503030203020204" pitchFamily="34" charset="0"/>
                <a:ea typeface="方正兰亭黑简体" panose="02000000000000000000" pitchFamily="2" charset="-122"/>
              </a:endParaRPr>
            </a:p>
          </p:txBody>
        </p:sp>
        <p:sp>
          <p:nvSpPr>
            <p:cNvPr id="18" name="Freeform 40"/>
            <p:cNvSpPr>
              <a:spLocks/>
            </p:cNvSpPr>
            <p:nvPr/>
          </p:nvSpPr>
          <p:spPr bwMode="auto">
            <a:xfrm>
              <a:off x="6070600" y="2435226"/>
              <a:ext cx="49213" cy="57150"/>
            </a:xfrm>
            <a:custGeom>
              <a:avLst/>
              <a:gdLst>
                <a:gd name="T0" fmla="*/ 19 w 31"/>
                <a:gd name="T1" fmla="*/ 36 h 36"/>
                <a:gd name="T2" fmla="*/ 31 w 31"/>
                <a:gd name="T3" fmla="*/ 8 h 36"/>
                <a:gd name="T4" fmla="*/ 12 w 31"/>
                <a:gd name="T5" fmla="*/ 0 h 36"/>
                <a:gd name="T6" fmla="*/ 0 w 31"/>
                <a:gd name="T7" fmla="*/ 28 h 36"/>
                <a:gd name="T8" fmla="*/ 19 w 31"/>
                <a:gd name="T9" fmla="*/ 36 h 36"/>
              </a:gdLst>
              <a:ahLst/>
              <a:cxnLst>
                <a:cxn ang="0">
                  <a:pos x="T0" y="T1"/>
                </a:cxn>
                <a:cxn ang="0">
                  <a:pos x="T2" y="T3"/>
                </a:cxn>
                <a:cxn ang="0">
                  <a:pos x="T4" y="T5"/>
                </a:cxn>
                <a:cxn ang="0">
                  <a:pos x="T6" y="T7"/>
                </a:cxn>
                <a:cxn ang="0">
                  <a:pos x="T8" y="T9"/>
                </a:cxn>
              </a:cxnLst>
              <a:rect l="0" t="0" r="r" b="b"/>
              <a:pathLst>
                <a:path w="31" h="36">
                  <a:moveTo>
                    <a:pt x="19" y="36"/>
                  </a:moveTo>
                  <a:lnTo>
                    <a:pt x="31" y="8"/>
                  </a:lnTo>
                  <a:lnTo>
                    <a:pt x="12" y="0"/>
                  </a:lnTo>
                  <a:lnTo>
                    <a:pt x="0" y="28"/>
                  </a:lnTo>
                  <a:lnTo>
                    <a:pt x="19" y="3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baseline="0">
                <a:latin typeface="Huawei Sans" panose="020C0503030203020204" pitchFamily="34" charset="0"/>
                <a:ea typeface="方正兰亭黑简体" panose="02000000000000000000" pitchFamily="2" charset="-122"/>
              </a:endParaRPr>
            </a:p>
          </p:txBody>
        </p:sp>
        <p:sp>
          <p:nvSpPr>
            <p:cNvPr id="19" name="Freeform 41"/>
            <p:cNvSpPr>
              <a:spLocks/>
            </p:cNvSpPr>
            <p:nvPr/>
          </p:nvSpPr>
          <p:spPr bwMode="auto">
            <a:xfrm>
              <a:off x="6176963" y="2554288"/>
              <a:ext cx="57150" cy="47625"/>
            </a:xfrm>
            <a:custGeom>
              <a:avLst/>
              <a:gdLst>
                <a:gd name="T0" fmla="*/ 8 w 36"/>
                <a:gd name="T1" fmla="*/ 30 h 30"/>
                <a:gd name="T2" fmla="*/ 36 w 36"/>
                <a:gd name="T3" fmla="*/ 18 h 30"/>
                <a:gd name="T4" fmla="*/ 29 w 36"/>
                <a:gd name="T5" fmla="*/ 0 h 30"/>
                <a:gd name="T6" fmla="*/ 0 w 36"/>
                <a:gd name="T7" fmla="*/ 11 h 30"/>
                <a:gd name="T8" fmla="*/ 8 w 36"/>
                <a:gd name="T9" fmla="*/ 30 h 30"/>
              </a:gdLst>
              <a:ahLst/>
              <a:cxnLst>
                <a:cxn ang="0">
                  <a:pos x="T0" y="T1"/>
                </a:cxn>
                <a:cxn ang="0">
                  <a:pos x="T2" y="T3"/>
                </a:cxn>
                <a:cxn ang="0">
                  <a:pos x="T4" y="T5"/>
                </a:cxn>
                <a:cxn ang="0">
                  <a:pos x="T6" y="T7"/>
                </a:cxn>
                <a:cxn ang="0">
                  <a:pos x="T8" y="T9"/>
                </a:cxn>
              </a:cxnLst>
              <a:rect l="0" t="0" r="r" b="b"/>
              <a:pathLst>
                <a:path w="36" h="30">
                  <a:moveTo>
                    <a:pt x="8" y="30"/>
                  </a:moveTo>
                  <a:lnTo>
                    <a:pt x="36" y="18"/>
                  </a:lnTo>
                  <a:lnTo>
                    <a:pt x="29" y="0"/>
                  </a:lnTo>
                  <a:lnTo>
                    <a:pt x="0" y="11"/>
                  </a:lnTo>
                  <a:lnTo>
                    <a:pt x="8" y="3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baseline="0">
                <a:latin typeface="Huawei Sans" panose="020C0503030203020204" pitchFamily="34" charset="0"/>
                <a:ea typeface="方正兰亭黑简体" panose="02000000000000000000" pitchFamily="2" charset="-122"/>
              </a:endParaRPr>
            </a:p>
          </p:txBody>
        </p:sp>
        <p:sp>
          <p:nvSpPr>
            <p:cNvPr id="20" name="Freeform 42"/>
            <p:cNvSpPr>
              <a:spLocks/>
            </p:cNvSpPr>
            <p:nvPr/>
          </p:nvSpPr>
          <p:spPr bwMode="auto">
            <a:xfrm>
              <a:off x="5795963" y="2547938"/>
              <a:ext cx="57150" cy="47625"/>
            </a:xfrm>
            <a:custGeom>
              <a:avLst/>
              <a:gdLst>
                <a:gd name="T0" fmla="*/ 28 w 36"/>
                <a:gd name="T1" fmla="*/ 30 h 30"/>
                <a:gd name="T2" fmla="*/ 36 w 36"/>
                <a:gd name="T3" fmla="*/ 12 h 30"/>
                <a:gd name="T4" fmla="*/ 8 w 36"/>
                <a:gd name="T5" fmla="*/ 0 h 30"/>
                <a:gd name="T6" fmla="*/ 0 w 36"/>
                <a:gd name="T7" fmla="*/ 18 h 30"/>
                <a:gd name="T8" fmla="*/ 28 w 36"/>
                <a:gd name="T9" fmla="*/ 30 h 30"/>
              </a:gdLst>
              <a:ahLst/>
              <a:cxnLst>
                <a:cxn ang="0">
                  <a:pos x="T0" y="T1"/>
                </a:cxn>
                <a:cxn ang="0">
                  <a:pos x="T2" y="T3"/>
                </a:cxn>
                <a:cxn ang="0">
                  <a:pos x="T4" y="T5"/>
                </a:cxn>
                <a:cxn ang="0">
                  <a:pos x="T6" y="T7"/>
                </a:cxn>
                <a:cxn ang="0">
                  <a:pos x="T8" y="T9"/>
                </a:cxn>
              </a:cxnLst>
              <a:rect l="0" t="0" r="r" b="b"/>
              <a:pathLst>
                <a:path w="36" h="30">
                  <a:moveTo>
                    <a:pt x="28" y="30"/>
                  </a:moveTo>
                  <a:lnTo>
                    <a:pt x="36" y="12"/>
                  </a:lnTo>
                  <a:lnTo>
                    <a:pt x="8" y="0"/>
                  </a:lnTo>
                  <a:lnTo>
                    <a:pt x="0" y="18"/>
                  </a:lnTo>
                  <a:lnTo>
                    <a:pt x="28" y="3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baseline="0">
                <a:latin typeface="Huawei Sans" panose="020C0503030203020204" pitchFamily="34" charset="0"/>
                <a:ea typeface="方正兰亭黑简体" panose="02000000000000000000" pitchFamily="2" charset="-122"/>
              </a:endParaRPr>
            </a:p>
          </p:txBody>
        </p:sp>
      </p:grpSp>
      <p:sp>
        <p:nvSpPr>
          <p:cNvPr id="23" name="文本占位符 6"/>
          <p:cNvSpPr>
            <a:spLocks noGrp="1"/>
          </p:cNvSpPr>
          <p:nvPr>
            <p:ph type="body" sz="quarter" idx="11" hasCustomPrompt="1"/>
          </p:nvPr>
        </p:nvSpPr>
        <p:spPr>
          <a:xfrm>
            <a:off x="451191" y="1247555"/>
            <a:ext cx="11307600" cy="4680000"/>
          </a:xfrm>
          <a:prstGeom prst="rect">
            <a:avLst/>
          </a:prstGeom>
        </p:spPr>
        <p:txBody>
          <a:bodyPr/>
          <a:lstStyle>
            <a:lvl1pPr marL="457200" marR="0" indent="-457200" algn="just" defTabSz="801688" rtl="0" eaLnBrk="1" fontAlgn="ctr" latinLnBrk="0" hangingPunct="1">
              <a:lnSpc>
                <a:spcPct val="140000"/>
              </a:lnSpc>
              <a:spcBef>
                <a:spcPct val="30000"/>
              </a:spcBef>
              <a:spcAft>
                <a:spcPct val="0"/>
              </a:spcAft>
              <a:buClr>
                <a:schemeClr val="tx1"/>
              </a:buClr>
              <a:buSzPct val="100000"/>
              <a:buFont typeface="+mj-lt"/>
              <a:buAutoNum type="arabicPeriod"/>
              <a:tabLst/>
              <a:defRPr sz="2000" baseline="0">
                <a:latin typeface="Huawei Sans" panose="020C0503030203020204" pitchFamily="34" charset="0"/>
                <a:ea typeface="方正兰亭黑简体" panose="02000000000000000000" pitchFamily="2" charset="-122"/>
                <a:cs typeface="Huawei Sans" panose="020C0503030203020204" pitchFamily="34" charset="0"/>
              </a:defRPr>
            </a:lvl1pPr>
            <a:lvl2pPr marL="401637" indent="0" algn="just">
              <a:buSzPct val="100000"/>
              <a:buFont typeface="+mj-lt"/>
              <a:buNone/>
              <a:defRPr sz="1800" baseline="0">
                <a:latin typeface="Huawei Sans" panose="020C0503030203020204" pitchFamily="34" charset="0"/>
              </a:defRPr>
            </a:lvl2pPr>
            <a:lvl3pPr>
              <a:defRPr/>
            </a:lvl3pPr>
            <a:lvl5pPr>
              <a:buNone/>
              <a:defRPr/>
            </a:lvl5pPr>
          </a:lstStyle>
          <a:p>
            <a:r>
              <a:rPr lang="zh-CN" altLang="en-US" dirty="0"/>
              <a:t>此版式用于思考题</a:t>
            </a:r>
            <a:r>
              <a:rPr lang="en-US" altLang="zh-CN" dirty="0"/>
              <a:t>-201501</a:t>
            </a:r>
            <a:r>
              <a:rPr lang="zh-CN" altLang="en-US" dirty="0"/>
              <a:t>具体格式（序号格式需以模板展示）</a:t>
            </a:r>
            <a:endParaRPr lang="en-US" altLang="zh-CN" dirty="0"/>
          </a:p>
          <a:p>
            <a:pPr lvl="1"/>
            <a:endParaRPr lang="en-US" altLang="zh-CN" dirty="0"/>
          </a:p>
        </p:txBody>
      </p:sp>
    </p:spTree>
    <p:extLst>
      <p:ext uri="{BB962C8B-B14F-4D97-AF65-F5344CB8AC3E}">
        <p14:creationId xmlns:p14="http://schemas.microsoft.com/office/powerpoint/2010/main" val="3821090524"/>
      </p:ext>
    </p:extLst>
  </p:cSld>
  <p:clrMapOvr>
    <a:masterClrMapping/>
  </p:clrMapOvr>
  <p:timing>
    <p:tnLst>
      <p:par>
        <p:cTn id="1" dur="indefinite" restart="never" nodeType="tmRoot"/>
      </p:par>
    </p:tnLst>
  </p:timing>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7#本章总结">
    <p:spTree>
      <p:nvGrpSpPr>
        <p:cNvPr id="1" name=""/>
        <p:cNvGrpSpPr/>
        <p:nvPr/>
      </p:nvGrpSpPr>
      <p:grpSpPr>
        <a:xfrm>
          <a:off x="0" y="0"/>
          <a:ext cx="0" cy="0"/>
          <a:chOff x="0" y="0"/>
          <a:chExt cx="0" cy="0"/>
        </a:xfrm>
      </p:grpSpPr>
      <p:sp>
        <p:nvSpPr>
          <p:cNvPr id="3" name="TextBox 10">
            <a:extLst>
              <a:ext uri="{FF2B5EF4-FFF2-40B4-BE49-F238E27FC236}">
                <a16:creationId xmlns:a16="http://schemas.microsoft.com/office/drawing/2014/main" xmlns="" id="{18ED692C-39CB-4AC0-81F6-D21CDD086EE4}"/>
              </a:ext>
            </a:extLst>
          </p:cNvPr>
          <p:cNvSpPr txBox="1"/>
          <p:nvPr userDrawn="1"/>
        </p:nvSpPr>
        <p:spPr bwMode="auto">
          <a:xfrm>
            <a:off x="1594877" y="408780"/>
            <a:ext cx="2015437" cy="639559"/>
          </a:xfrm>
          <a:prstGeom prst="rect">
            <a:avLst/>
          </a:prstGeom>
          <a:noFill/>
          <a:ln w="9525">
            <a:noFill/>
            <a:miter lim="800000"/>
            <a:headEnd/>
            <a:tailEnd/>
          </a:ln>
        </p:spPr>
        <p:txBody>
          <a:bodyPr wrap="square" lIns="99941" tIns="49967" rIns="99941" bIns="49967" rtlCol="0">
            <a:spAutoFit/>
          </a:bodyPr>
          <a:lstStyle/>
          <a:p>
            <a:pPr defTabSz="1001223" eaLnBrk="0" fontAlgn="ctr" hangingPunct="0"/>
            <a:r>
              <a:rPr lang="zh-CN" altLang="en-US" sz="3499" b="1" baseline="0" dirty="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rPr>
              <a:t>本章总结</a:t>
            </a:r>
          </a:p>
        </p:txBody>
      </p:sp>
      <p:sp>
        <p:nvSpPr>
          <p:cNvPr id="4" name="Freeform 9"/>
          <p:cNvSpPr>
            <a:spLocks/>
          </p:cNvSpPr>
          <p:nvPr userDrawn="1"/>
        </p:nvSpPr>
        <p:spPr bwMode="auto">
          <a:xfrm>
            <a:off x="3112" y="296368"/>
            <a:ext cx="1375826"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C00000"/>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baseline="0">
              <a:latin typeface="Huawei Sans" panose="020C0503030203020204" pitchFamily="34" charset="0"/>
              <a:ea typeface="方正兰亭黑简体" panose="02000000000000000000" pitchFamily="2" charset="-122"/>
            </a:endParaRPr>
          </a:p>
        </p:txBody>
      </p:sp>
      <p:sp>
        <p:nvSpPr>
          <p:cNvPr id="5" name="Freeform 11"/>
          <p:cNvSpPr>
            <a:spLocks/>
          </p:cNvSpPr>
          <p:nvPr userDrawn="1"/>
        </p:nvSpPr>
        <p:spPr bwMode="auto">
          <a:xfrm>
            <a:off x="1245702" y="296368"/>
            <a:ext cx="233272"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C00000"/>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baseline="0">
              <a:latin typeface="Huawei Sans" panose="020C0503030203020204" pitchFamily="34" charset="0"/>
              <a:ea typeface="方正兰亭黑简体" panose="02000000000000000000" pitchFamily="2" charset="-122"/>
            </a:endParaRPr>
          </a:p>
        </p:txBody>
      </p:sp>
      <p:grpSp>
        <p:nvGrpSpPr>
          <p:cNvPr id="6" name="组合 5"/>
          <p:cNvGrpSpPr/>
          <p:nvPr userDrawn="1"/>
        </p:nvGrpSpPr>
        <p:grpSpPr>
          <a:xfrm>
            <a:off x="515179" y="490849"/>
            <a:ext cx="470510" cy="475421"/>
            <a:chOff x="5540375" y="2868613"/>
            <a:chExt cx="1106488" cy="1117600"/>
          </a:xfrm>
          <a:solidFill>
            <a:schemeClr val="bg1"/>
          </a:solidFill>
        </p:grpSpPr>
        <p:sp>
          <p:nvSpPr>
            <p:cNvPr id="7" name="Freeform 6"/>
            <p:cNvSpPr>
              <a:spLocks/>
            </p:cNvSpPr>
            <p:nvPr/>
          </p:nvSpPr>
          <p:spPr bwMode="auto">
            <a:xfrm>
              <a:off x="5970588" y="3251201"/>
              <a:ext cx="676275" cy="517525"/>
            </a:xfrm>
            <a:custGeom>
              <a:avLst/>
              <a:gdLst>
                <a:gd name="T0" fmla="*/ 40 w 180"/>
                <a:gd name="T1" fmla="*/ 42 h 138"/>
                <a:gd name="T2" fmla="*/ 27 w 180"/>
                <a:gd name="T3" fmla="*/ 42 h 138"/>
                <a:gd name="T4" fmla="*/ 3 w 180"/>
                <a:gd name="T5" fmla="*/ 66 h 138"/>
                <a:gd name="T6" fmla="*/ 3 w 180"/>
                <a:gd name="T7" fmla="*/ 79 h 138"/>
                <a:gd name="T8" fmla="*/ 59 w 180"/>
                <a:gd name="T9" fmla="*/ 135 h 138"/>
                <a:gd name="T10" fmla="*/ 72 w 180"/>
                <a:gd name="T11" fmla="*/ 135 h 138"/>
                <a:gd name="T12" fmla="*/ 176 w 180"/>
                <a:gd name="T13" fmla="*/ 31 h 138"/>
                <a:gd name="T14" fmla="*/ 176 w 180"/>
                <a:gd name="T15" fmla="*/ 18 h 138"/>
                <a:gd name="T16" fmla="*/ 162 w 180"/>
                <a:gd name="T17" fmla="*/ 4 h 138"/>
                <a:gd name="T18" fmla="*/ 149 w 180"/>
                <a:gd name="T19" fmla="*/ 3 h 138"/>
                <a:gd name="T20" fmla="*/ 74 w 180"/>
                <a:gd name="T21" fmla="*/ 66 h 138"/>
                <a:gd name="T22" fmla="*/ 60 w 180"/>
                <a:gd name="T23" fmla="*/ 65 h 138"/>
                <a:gd name="T24" fmla="*/ 40 w 180"/>
                <a:gd name="T25" fmla="*/ 42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0" h="138">
                  <a:moveTo>
                    <a:pt x="40" y="42"/>
                  </a:moveTo>
                  <a:cubicBezTo>
                    <a:pt x="36" y="39"/>
                    <a:pt x="30" y="38"/>
                    <a:pt x="27" y="42"/>
                  </a:cubicBezTo>
                  <a:cubicBezTo>
                    <a:pt x="3" y="66"/>
                    <a:pt x="3" y="66"/>
                    <a:pt x="3" y="66"/>
                  </a:cubicBezTo>
                  <a:cubicBezTo>
                    <a:pt x="0" y="69"/>
                    <a:pt x="0" y="75"/>
                    <a:pt x="3" y="79"/>
                  </a:cubicBezTo>
                  <a:cubicBezTo>
                    <a:pt x="59" y="135"/>
                    <a:pt x="59" y="135"/>
                    <a:pt x="59" y="135"/>
                  </a:cubicBezTo>
                  <a:cubicBezTo>
                    <a:pt x="63" y="138"/>
                    <a:pt x="69" y="138"/>
                    <a:pt x="72" y="135"/>
                  </a:cubicBezTo>
                  <a:cubicBezTo>
                    <a:pt x="176" y="31"/>
                    <a:pt x="176" y="31"/>
                    <a:pt x="176" y="31"/>
                  </a:cubicBezTo>
                  <a:cubicBezTo>
                    <a:pt x="179" y="27"/>
                    <a:pt x="180" y="21"/>
                    <a:pt x="176" y="18"/>
                  </a:cubicBezTo>
                  <a:cubicBezTo>
                    <a:pt x="162" y="4"/>
                    <a:pt x="162" y="4"/>
                    <a:pt x="162" y="4"/>
                  </a:cubicBezTo>
                  <a:cubicBezTo>
                    <a:pt x="159" y="0"/>
                    <a:pt x="153" y="0"/>
                    <a:pt x="149" y="3"/>
                  </a:cubicBezTo>
                  <a:cubicBezTo>
                    <a:pt x="74" y="66"/>
                    <a:pt x="74" y="66"/>
                    <a:pt x="74" y="66"/>
                  </a:cubicBezTo>
                  <a:cubicBezTo>
                    <a:pt x="70" y="69"/>
                    <a:pt x="64" y="68"/>
                    <a:pt x="60" y="65"/>
                  </a:cubicBezTo>
                  <a:lnTo>
                    <a:pt x="40" y="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baseline="0">
                <a:latin typeface="Huawei Sans" panose="020C0503030203020204" pitchFamily="34" charset="0"/>
                <a:ea typeface="方正兰亭黑简体" panose="02000000000000000000" pitchFamily="2" charset="-122"/>
              </a:endParaRPr>
            </a:p>
          </p:txBody>
        </p:sp>
        <p:sp>
          <p:nvSpPr>
            <p:cNvPr id="8" name="Freeform 7"/>
            <p:cNvSpPr>
              <a:spLocks/>
            </p:cNvSpPr>
            <p:nvPr/>
          </p:nvSpPr>
          <p:spPr bwMode="auto">
            <a:xfrm>
              <a:off x="5540375" y="2868613"/>
              <a:ext cx="941388" cy="1117600"/>
            </a:xfrm>
            <a:custGeom>
              <a:avLst/>
              <a:gdLst>
                <a:gd name="T0" fmla="*/ 233 w 251"/>
                <a:gd name="T1" fmla="*/ 279 h 298"/>
                <a:gd name="T2" fmla="*/ 19 w 251"/>
                <a:gd name="T3" fmla="*/ 279 h 298"/>
                <a:gd name="T4" fmla="*/ 19 w 251"/>
                <a:gd name="T5" fmla="*/ 38 h 298"/>
                <a:gd name="T6" fmla="*/ 44 w 251"/>
                <a:gd name="T7" fmla="*/ 38 h 298"/>
                <a:gd name="T8" fmla="*/ 44 w 251"/>
                <a:gd name="T9" fmla="*/ 47 h 298"/>
                <a:gd name="T10" fmla="*/ 54 w 251"/>
                <a:gd name="T11" fmla="*/ 57 h 298"/>
                <a:gd name="T12" fmla="*/ 56 w 251"/>
                <a:gd name="T13" fmla="*/ 57 h 298"/>
                <a:gd name="T14" fmla="*/ 65 w 251"/>
                <a:gd name="T15" fmla="*/ 47 h 298"/>
                <a:gd name="T16" fmla="*/ 65 w 251"/>
                <a:gd name="T17" fmla="*/ 38 h 298"/>
                <a:gd name="T18" fmla="*/ 92 w 251"/>
                <a:gd name="T19" fmla="*/ 38 h 298"/>
                <a:gd name="T20" fmla="*/ 92 w 251"/>
                <a:gd name="T21" fmla="*/ 47 h 298"/>
                <a:gd name="T22" fmla="*/ 102 w 251"/>
                <a:gd name="T23" fmla="*/ 57 h 298"/>
                <a:gd name="T24" fmla="*/ 104 w 251"/>
                <a:gd name="T25" fmla="*/ 57 h 298"/>
                <a:gd name="T26" fmla="*/ 113 w 251"/>
                <a:gd name="T27" fmla="*/ 47 h 298"/>
                <a:gd name="T28" fmla="*/ 113 w 251"/>
                <a:gd name="T29" fmla="*/ 38 h 298"/>
                <a:gd name="T30" fmla="*/ 140 w 251"/>
                <a:gd name="T31" fmla="*/ 38 h 298"/>
                <a:gd name="T32" fmla="*/ 140 w 251"/>
                <a:gd name="T33" fmla="*/ 47 h 298"/>
                <a:gd name="T34" fmla="*/ 150 w 251"/>
                <a:gd name="T35" fmla="*/ 57 h 298"/>
                <a:gd name="T36" fmla="*/ 152 w 251"/>
                <a:gd name="T37" fmla="*/ 57 h 298"/>
                <a:gd name="T38" fmla="*/ 161 w 251"/>
                <a:gd name="T39" fmla="*/ 47 h 298"/>
                <a:gd name="T40" fmla="*/ 161 w 251"/>
                <a:gd name="T41" fmla="*/ 38 h 298"/>
                <a:gd name="T42" fmla="*/ 189 w 251"/>
                <a:gd name="T43" fmla="*/ 38 h 298"/>
                <a:gd name="T44" fmla="*/ 189 w 251"/>
                <a:gd name="T45" fmla="*/ 47 h 298"/>
                <a:gd name="T46" fmla="*/ 198 w 251"/>
                <a:gd name="T47" fmla="*/ 57 h 298"/>
                <a:gd name="T48" fmla="*/ 200 w 251"/>
                <a:gd name="T49" fmla="*/ 57 h 298"/>
                <a:gd name="T50" fmla="*/ 210 w 251"/>
                <a:gd name="T51" fmla="*/ 47 h 298"/>
                <a:gd name="T52" fmla="*/ 210 w 251"/>
                <a:gd name="T53" fmla="*/ 38 h 298"/>
                <a:gd name="T54" fmla="*/ 215 w 251"/>
                <a:gd name="T55" fmla="*/ 38 h 298"/>
                <a:gd name="T56" fmla="*/ 233 w 251"/>
                <a:gd name="T57" fmla="*/ 55 h 298"/>
                <a:gd name="T58" fmla="*/ 233 w 251"/>
                <a:gd name="T59" fmla="*/ 114 h 298"/>
                <a:gd name="T60" fmla="*/ 251 w 251"/>
                <a:gd name="T61" fmla="*/ 98 h 298"/>
                <a:gd name="T62" fmla="*/ 251 w 251"/>
                <a:gd name="T63" fmla="*/ 47 h 298"/>
                <a:gd name="T64" fmla="*/ 223 w 251"/>
                <a:gd name="T65" fmla="*/ 19 h 298"/>
                <a:gd name="T66" fmla="*/ 210 w 251"/>
                <a:gd name="T67" fmla="*/ 19 h 298"/>
                <a:gd name="T68" fmla="*/ 210 w 251"/>
                <a:gd name="T69" fmla="*/ 10 h 298"/>
                <a:gd name="T70" fmla="*/ 200 w 251"/>
                <a:gd name="T71" fmla="*/ 0 h 298"/>
                <a:gd name="T72" fmla="*/ 198 w 251"/>
                <a:gd name="T73" fmla="*/ 0 h 298"/>
                <a:gd name="T74" fmla="*/ 189 w 251"/>
                <a:gd name="T75" fmla="*/ 10 h 298"/>
                <a:gd name="T76" fmla="*/ 189 w 251"/>
                <a:gd name="T77" fmla="*/ 19 h 298"/>
                <a:gd name="T78" fmla="*/ 161 w 251"/>
                <a:gd name="T79" fmla="*/ 19 h 298"/>
                <a:gd name="T80" fmla="*/ 161 w 251"/>
                <a:gd name="T81" fmla="*/ 10 h 298"/>
                <a:gd name="T82" fmla="*/ 152 w 251"/>
                <a:gd name="T83" fmla="*/ 0 h 298"/>
                <a:gd name="T84" fmla="*/ 150 w 251"/>
                <a:gd name="T85" fmla="*/ 0 h 298"/>
                <a:gd name="T86" fmla="*/ 140 w 251"/>
                <a:gd name="T87" fmla="*/ 10 h 298"/>
                <a:gd name="T88" fmla="*/ 140 w 251"/>
                <a:gd name="T89" fmla="*/ 19 h 298"/>
                <a:gd name="T90" fmla="*/ 113 w 251"/>
                <a:gd name="T91" fmla="*/ 19 h 298"/>
                <a:gd name="T92" fmla="*/ 113 w 251"/>
                <a:gd name="T93" fmla="*/ 10 h 298"/>
                <a:gd name="T94" fmla="*/ 104 w 251"/>
                <a:gd name="T95" fmla="*/ 0 h 298"/>
                <a:gd name="T96" fmla="*/ 102 w 251"/>
                <a:gd name="T97" fmla="*/ 0 h 298"/>
                <a:gd name="T98" fmla="*/ 92 w 251"/>
                <a:gd name="T99" fmla="*/ 10 h 298"/>
                <a:gd name="T100" fmla="*/ 92 w 251"/>
                <a:gd name="T101" fmla="*/ 19 h 298"/>
                <a:gd name="T102" fmla="*/ 65 w 251"/>
                <a:gd name="T103" fmla="*/ 19 h 298"/>
                <a:gd name="T104" fmla="*/ 65 w 251"/>
                <a:gd name="T105" fmla="*/ 10 h 298"/>
                <a:gd name="T106" fmla="*/ 56 w 251"/>
                <a:gd name="T107" fmla="*/ 0 h 298"/>
                <a:gd name="T108" fmla="*/ 54 w 251"/>
                <a:gd name="T109" fmla="*/ 0 h 298"/>
                <a:gd name="T110" fmla="*/ 44 w 251"/>
                <a:gd name="T111" fmla="*/ 10 h 298"/>
                <a:gd name="T112" fmla="*/ 44 w 251"/>
                <a:gd name="T113" fmla="*/ 19 h 298"/>
                <a:gd name="T114" fmla="*/ 0 w 251"/>
                <a:gd name="T115" fmla="*/ 19 h 298"/>
                <a:gd name="T116" fmla="*/ 0 w 251"/>
                <a:gd name="T117" fmla="*/ 298 h 298"/>
                <a:gd name="T118" fmla="*/ 251 w 251"/>
                <a:gd name="T119" fmla="*/ 298 h 298"/>
                <a:gd name="T120" fmla="*/ 251 w 251"/>
                <a:gd name="T121" fmla="*/ 199 h 298"/>
                <a:gd name="T122" fmla="*/ 233 w 251"/>
                <a:gd name="T123" fmla="*/ 218 h 298"/>
                <a:gd name="T124" fmla="*/ 233 w 251"/>
                <a:gd name="T125" fmla="*/ 27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51" h="298">
                  <a:moveTo>
                    <a:pt x="233" y="279"/>
                  </a:moveTo>
                  <a:cubicBezTo>
                    <a:pt x="19" y="279"/>
                    <a:pt x="19" y="279"/>
                    <a:pt x="19" y="279"/>
                  </a:cubicBezTo>
                  <a:cubicBezTo>
                    <a:pt x="19" y="38"/>
                    <a:pt x="19" y="38"/>
                    <a:pt x="19" y="38"/>
                  </a:cubicBezTo>
                  <a:cubicBezTo>
                    <a:pt x="44" y="38"/>
                    <a:pt x="44" y="38"/>
                    <a:pt x="44" y="38"/>
                  </a:cubicBezTo>
                  <a:cubicBezTo>
                    <a:pt x="44" y="47"/>
                    <a:pt x="44" y="47"/>
                    <a:pt x="44" y="47"/>
                  </a:cubicBezTo>
                  <a:cubicBezTo>
                    <a:pt x="44" y="52"/>
                    <a:pt x="48" y="57"/>
                    <a:pt x="54" y="57"/>
                  </a:cubicBezTo>
                  <a:cubicBezTo>
                    <a:pt x="56" y="57"/>
                    <a:pt x="56" y="57"/>
                    <a:pt x="56" y="57"/>
                  </a:cubicBezTo>
                  <a:cubicBezTo>
                    <a:pt x="61" y="57"/>
                    <a:pt x="65" y="52"/>
                    <a:pt x="65" y="47"/>
                  </a:cubicBezTo>
                  <a:cubicBezTo>
                    <a:pt x="65" y="38"/>
                    <a:pt x="65" y="38"/>
                    <a:pt x="65" y="38"/>
                  </a:cubicBezTo>
                  <a:cubicBezTo>
                    <a:pt x="92" y="38"/>
                    <a:pt x="92" y="38"/>
                    <a:pt x="92" y="38"/>
                  </a:cubicBezTo>
                  <a:cubicBezTo>
                    <a:pt x="92" y="47"/>
                    <a:pt x="92" y="47"/>
                    <a:pt x="92" y="47"/>
                  </a:cubicBezTo>
                  <a:cubicBezTo>
                    <a:pt x="92" y="52"/>
                    <a:pt x="97" y="57"/>
                    <a:pt x="102" y="57"/>
                  </a:cubicBezTo>
                  <a:cubicBezTo>
                    <a:pt x="104" y="57"/>
                    <a:pt x="104" y="57"/>
                    <a:pt x="104" y="57"/>
                  </a:cubicBezTo>
                  <a:cubicBezTo>
                    <a:pt x="109" y="57"/>
                    <a:pt x="113" y="52"/>
                    <a:pt x="113" y="47"/>
                  </a:cubicBezTo>
                  <a:cubicBezTo>
                    <a:pt x="113" y="38"/>
                    <a:pt x="113" y="38"/>
                    <a:pt x="113" y="38"/>
                  </a:cubicBezTo>
                  <a:cubicBezTo>
                    <a:pt x="140" y="38"/>
                    <a:pt x="140" y="38"/>
                    <a:pt x="140" y="38"/>
                  </a:cubicBezTo>
                  <a:cubicBezTo>
                    <a:pt x="140" y="47"/>
                    <a:pt x="140" y="47"/>
                    <a:pt x="140" y="47"/>
                  </a:cubicBezTo>
                  <a:cubicBezTo>
                    <a:pt x="140" y="52"/>
                    <a:pt x="145" y="57"/>
                    <a:pt x="150" y="57"/>
                  </a:cubicBezTo>
                  <a:cubicBezTo>
                    <a:pt x="152" y="57"/>
                    <a:pt x="152" y="57"/>
                    <a:pt x="152" y="57"/>
                  </a:cubicBezTo>
                  <a:cubicBezTo>
                    <a:pt x="157" y="57"/>
                    <a:pt x="161" y="52"/>
                    <a:pt x="161" y="47"/>
                  </a:cubicBezTo>
                  <a:cubicBezTo>
                    <a:pt x="161" y="38"/>
                    <a:pt x="161" y="38"/>
                    <a:pt x="161" y="38"/>
                  </a:cubicBezTo>
                  <a:cubicBezTo>
                    <a:pt x="189" y="38"/>
                    <a:pt x="189" y="38"/>
                    <a:pt x="189" y="38"/>
                  </a:cubicBezTo>
                  <a:cubicBezTo>
                    <a:pt x="189" y="47"/>
                    <a:pt x="189" y="47"/>
                    <a:pt x="189" y="47"/>
                  </a:cubicBezTo>
                  <a:cubicBezTo>
                    <a:pt x="189" y="52"/>
                    <a:pt x="193" y="57"/>
                    <a:pt x="198" y="57"/>
                  </a:cubicBezTo>
                  <a:cubicBezTo>
                    <a:pt x="200" y="57"/>
                    <a:pt x="200" y="57"/>
                    <a:pt x="200" y="57"/>
                  </a:cubicBezTo>
                  <a:cubicBezTo>
                    <a:pt x="205" y="57"/>
                    <a:pt x="210" y="52"/>
                    <a:pt x="210" y="47"/>
                  </a:cubicBezTo>
                  <a:cubicBezTo>
                    <a:pt x="210" y="38"/>
                    <a:pt x="210" y="38"/>
                    <a:pt x="210" y="38"/>
                  </a:cubicBezTo>
                  <a:cubicBezTo>
                    <a:pt x="215" y="38"/>
                    <a:pt x="215" y="38"/>
                    <a:pt x="215" y="38"/>
                  </a:cubicBezTo>
                  <a:cubicBezTo>
                    <a:pt x="233" y="55"/>
                    <a:pt x="233" y="55"/>
                    <a:pt x="233" y="55"/>
                  </a:cubicBezTo>
                  <a:cubicBezTo>
                    <a:pt x="233" y="114"/>
                    <a:pt x="233" y="114"/>
                    <a:pt x="233" y="114"/>
                  </a:cubicBezTo>
                  <a:cubicBezTo>
                    <a:pt x="251" y="98"/>
                    <a:pt x="251" y="98"/>
                    <a:pt x="251" y="98"/>
                  </a:cubicBezTo>
                  <a:cubicBezTo>
                    <a:pt x="251" y="47"/>
                    <a:pt x="251" y="47"/>
                    <a:pt x="251" y="47"/>
                  </a:cubicBezTo>
                  <a:cubicBezTo>
                    <a:pt x="223" y="19"/>
                    <a:pt x="223" y="19"/>
                    <a:pt x="223" y="19"/>
                  </a:cubicBezTo>
                  <a:cubicBezTo>
                    <a:pt x="210" y="19"/>
                    <a:pt x="210" y="19"/>
                    <a:pt x="210" y="19"/>
                  </a:cubicBezTo>
                  <a:cubicBezTo>
                    <a:pt x="210" y="10"/>
                    <a:pt x="210" y="10"/>
                    <a:pt x="210" y="10"/>
                  </a:cubicBezTo>
                  <a:cubicBezTo>
                    <a:pt x="210" y="4"/>
                    <a:pt x="205" y="0"/>
                    <a:pt x="200" y="0"/>
                  </a:cubicBezTo>
                  <a:cubicBezTo>
                    <a:pt x="198" y="0"/>
                    <a:pt x="198" y="0"/>
                    <a:pt x="198" y="0"/>
                  </a:cubicBezTo>
                  <a:cubicBezTo>
                    <a:pt x="193" y="0"/>
                    <a:pt x="189" y="4"/>
                    <a:pt x="189" y="10"/>
                  </a:cubicBezTo>
                  <a:cubicBezTo>
                    <a:pt x="189" y="19"/>
                    <a:pt x="189" y="19"/>
                    <a:pt x="189" y="19"/>
                  </a:cubicBezTo>
                  <a:cubicBezTo>
                    <a:pt x="161" y="19"/>
                    <a:pt x="161" y="19"/>
                    <a:pt x="161" y="19"/>
                  </a:cubicBezTo>
                  <a:cubicBezTo>
                    <a:pt x="161" y="10"/>
                    <a:pt x="161" y="10"/>
                    <a:pt x="161" y="10"/>
                  </a:cubicBezTo>
                  <a:cubicBezTo>
                    <a:pt x="161" y="4"/>
                    <a:pt x="157" y="0"/>
                    <a:pt x="152" y="0"/>
                  </a:cubicBezTo>
                  <a:cubicBezTo>
                    <a:pt x="150" y="0"/>
                    <a:pt x="150" y="0"/>
                    <a:pt x="150" y="0"/>
                  </a:cubicBezTo>
                  <a:cubicBezTo>
                    <a:pt x="145" y="0"/>
                    <a:pt x="140" y="4"/>
                    <a:pt x="140" y="10"/>
                  </a:cubicBezTo>
                  <a:cubicBezTo>
                    <a:pt x="140" y="19"/>
                    <a:pt x="140" y="19"/>
                    <a:pt x="140" y="19"/>
                  </a:cubicBezTo>
                  <a:cubicBezTo>
                    <a:pt x="113" y="19"/>
                    <a:pt x="113" y="19"/>
                    <a:pt x="113" y="19"/>
                  </a:cubicBezTo>
                  <a:cubicBezTo>
                    <a:pt x="113" y="10"/>
                    <a:pt x="113" y="10"/>
                    <a:pt x="113" y="10"/>
                  </a:cubicBezTo>
                  <a:cubicBezTo>
                    <a:pt x="113" y="4"/>
                    <a:pt x="109" y="0"/>
                    <a:pt x="104" y="0"/>
                  </a:cubicBezTo>
                  <a:cubicBezTo>
                    <a:pt x="102" y="0"/>
                    <a:pt x="102" y="0"/>
                    <a:pt x="102" y="0"/>
                  </a:cubicBezTo>
                  <a:cubicBezTo>
                    <a:pt x="97" y="0"/>
                    <a:pt x="92" y="4"/>
                    <a:pt x="92" y="10"/>
                  </a:cubicBezTo>
                  <a:cubicBezTo>
                    <a:pt x="92" y="19"/>
                    <a:pt x="92" y="19"/>
                    <a:pt x="92" y="19"/>
                  </a:cubicBezTo>
                  <a:cubicBezTo>
                    <a:pt x="65" y="19"/>
                    <a:pt x="65" y="19"/>
                    <a:pt x="65" y="19"/>
                  </a:cubicBezTo>
                  <a:cubicBezTo>
                    <a:pt x="65" y="10"/>
                    <a:pt x="65" y="10"/>
                    <a:pt x="65" y="10"/>
                  </a:cubicBezTo>
                  <a:cubicBezTo>
                    <a:pt x="65" y="4"/>
                    <a:pt x="61" y="0"/>
                    <a:pt x="56" y="0"/>
                  </a:cubicBezTo>
                  <a:cubicBezTo>
                    <a:pt x="54" y="0"/>
                    <a:pt x="54" y="0"/>
                    <a:pt x="54" y="0"/>
                  </a:cubicBezTo>
                  <a:cubicBezTo>
                    <a:pt x="48" y="0"/>
                    <a:pt x="44" y="4"/>
                    <a:pt x="44" y="10"/>
                  </a:cubicBezTo>
                  <a:cubicBezTo>
                    <a:pt x="44" y="19"/>
                    <a:pt x="44" y="19"/>
                    <a:pt x="44" y="19"/>
                  </a:cubicBezTo>
                  <a:cubicBezTo>
                    <a:pt x="0" y="19"/>
                    <a:pt x="0" y="19"/>
                    <a:pt x="0" y="19"/>
                  </a:cubicBezTo>
                  <a:cubicBezTo>
                    <a:pt x="0" y="298"/>
                    <a:pt x="0" y="298"/>
                    <a:pt x="0" y="298"/>
                  </a:cubicBezTo>
                  <a:cubicBezTo>
                    <a:pt x="251" y="298"/>
                    <a:pt x="251" y="298"/>
                    <a:pt x="251" y="298"/>
                  </a:cubicBezTo>
                  <a:cubicBezTo>
                    <a:pt x="251" y="199"/>
                    <a:pt x="251" y="199"/>
                    <a:pt x="251" y="199"/>
                  </a:cubicBezTo>
                  <a:cubicBezTo>
                    <a:pt x="233" y="218"/>
                    <a:pt x="233" y="218"/>
                    <a:pt x="233" y="218"/>
                  </a:cubicBezTo>
                  <a:lnTo>
                    <a:pt x="233" y="27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baseline="0">
                <a:latin typeface="Huawei Sans" panose="020C0503030203020204" pitchFamily="34" charset="0"/>
                <a:ea typeface="方正兰亭黑简体" panose="02000000000000000000" pitchFamily="2" charset="-122"/>
              </a:endParaRPr>
            </a:p>
          </p:txBody>
        </p:sp>
      </p:grpSp>
      <p:sp>
        <p:nvSpPr>
          <p:cNvPr id="10" name="内容占位符 6"/>
          <p:cNvSpPr>
            <a:spLocks noGrp="1"/>
          </p:cNvSpPr>
          <p:nvPr>
            <p:ph sz="quarter" idx="10"/>
          </p:nvPr>
        </p:nvSpPr>
        <p:spPr>
          <a:xfrm>
            <a:off x="445283" y="1247555"/>
            <a:ext cx="11307600" cy="4680000"/>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2pPr>
            <a:lvl3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3pPr>
            <a:lvl4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4pPr>
            <a:lvl5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843201345"/>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8#谢谢">
    <p:spTree>
      <p:nvGrpSpPr>
        <p:cNvPr id="1" name=""/>
        <p:cNvGrpSpPr/>
        <p:nvPr/>
      </p:nvGrpSpPr>
      <p:grpSpPr>
        <a:xfrm>
          <a:off x="0" y="0"/>
          <a:ext cx="0" cy="0"/>
          <a:chOff x="0" y="0"/>
          <a:chExt cx="0" cy="0"/>
        </a:xfrm>
      </p:grpSpPr>
      <p:grpSp>
        <p:nvGrpSpPr>
          <p:cNvPr id="15" name="组合 14"/>
          <p:cNvGrpSpPr/>
          <p:nvPr userDrawn="1"/>
        </p:nvGrpSpPr>
        <p:grpSpPr>
          <a:xfrm>
            <a:off x="12216278" y="2923311"/>
            <a:ext cx="1982916" cy="3934682"/>
            <a:chOff x="12216278" y="2262477"/>
            <a:chExt cx="1982916" cy="4604143"/>
          </a:xfrm>
        </p:grpSpPr>
        <p:grpSp>
          <p:nvGrpSpPr>
            <p:cNvPr id="16" name="组合 15"/>
            <p:cNvGrpSpPr/>
            <p:nvPr userDrawn="1"/>
          </p:nvGrpSpPr>
          <p:grpSpPr>
            <a:xfrm>
              <a:off x="12315635" y="2262477"/>
              <a:ext cx="1883559" cy="692624"/>
              <a:chOff x="12315635" y="2207613"/>
              <a:chExt cx="1883559" cy="692624"/>
            </a:xfrm>
          </p:grpSpPr>
          <p:sp>
            <p:nvSpPr>
              <p:cNvPr id="33" name="矩形 5">
                <a:extLst>
                  <a:ext uri="{FF2B5EF4-FFF2-40B4-BE49-F238E27FC236}">
                    <a16:creationId xmlns:a16="http://schemas.microsoft.com/office/drawing/2014/main" xmlns="" id="{3B0B5EC2-EA55-CC45-A9D0-D5EA5D768C99}"/>
                  </a:ext>
                </a:extLst>
              </p:cNvPr>
              <p:cNvSpPr/>
              <p:nvPr userDrawn="1"/>
            </p:nvSpPr>
            <p:spPr>
              <a:xfrm>
                <a:off x="12315635" y="2401808"/>
                <a:ext cx="911019" cy="498429"/>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en-US" altLang="zh-CN" sz="700" b="1" baseline="0"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P</a:t>
                </a:r>
                <a:r>
                  <a:rPr kumimoji="1" lang="en-US" altLang="zh-Hant" sz="700" b="1" baseline="0"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ANTONE</a:t>
                </a:r>
                <a:r>
                  <a:rPr kumimoji="1" lang="en-US" altLang="zh-CN" sz="700" b="1" baseline="0"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 186C</a:t>
                </a:r>
              </a:p>
              <a:p>
                <a:pPr algn="ctr">
                  <a:lnSpc>
                    <a:spcPct val="100000"/>
                  </a:lnSpc>
                </a:pPr>
                <a:r>
                  <a:rPr kumimoji="1" lang="en-US" altLang="zh-CN" sz="700" b="1" baseline="0"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RGB 200/16/46</a:t>
                </a:r>
              </a:p>
            </p:txBody>
          </p:sp>
          <p:sp>
            <p:nvSpPr>
              <p:cNvPr id="34" name="矩形 9">
                <a:extLst>
                  <a:ext uri="{FF2B5EF4-FFF2-40B4-BE49-F238E27FC236}">
                    <a16:creationId xmlns:a16="http://schemas.microsoft.com/office/drawing/2014/main" xmlns="" id="{992224C5-04A6-C041-B257-13137945DBB8}"/>
                  </a:ext>
                </a:extLst>
              </p:cNvPr>
              <p:cNvSpPr/>
              <p:nvPr userDrawn="1"/>
            </p:nvSpPr>
            <p:spPr>
              <a:xfrm>
                <a:off x="13288175" y="2401808"/>
                <a:ext cx="911019" cy="498429"/>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en-US" altLang="zh-CN" sz="700" b="1" baseline="0"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P</a:t>
                </a:r>
                <a:r>
                  <a:rPr kumimoji="1" lang="en-US" altLang="zh-Hant" sz="700" b="1" baseline="0"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ANTONE</a:t>
                </a:r>
                <a:r>
                  <a:rPr kumimoji="1" lang="en-US" altLang="zh-CN" sz="700" b="1" baseline="0"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 185C</a:t>
                </a:r>
              </a:p>
              <a:p>
                <a:pPr algn="ctr">
                  <a:lnSpc>
                    <a:spcPct val="100000"/>
                  </a:lnSpc>
                </a:pPr>
                <a:r>
                  <a:rPr kumimoji="1" lang="en-US" altLang="zh-CN" sz="700" b="1" baseline="0"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RGB 199/0/11</a:t>
                </a:r>
              </a:p>
            </p:txBody>
          </p:sp>
          <p:sp>
            <p:nvSpPr>
              <p:cNvPr id="35" name="文本框 31">
                <a:extLst>
                  <a:ext uri="{FF2B5EF4-FFF2-40B4-BE49-F238E27FC236}">
                    <a16:creationId xmlns:a16="http://schemas.microsoft.com/office/drawing/2014/main" xmlns="" id="{58918196-0639-EE4B-AFC2-315BE04587B9}"/>
                  </a:ext>
                </a:extLst>
              </p:cNvPr>
              <p:cNvSpPr txBox="1"/>
              <p:nvPr userDrawn="1"/>
            </p:nvSpPr>
            <p:spPr>
              <a:xfrm>
                <a:off x="12326898" y="2207613"/>
                <a:ext cx="384721" cy="180071"/>
              </a:xfrm>
              <a:prstGeom prst="rect">
                <a:avLst/>
              </a:prstGeom>
              <a:noFill/>
            </p:spPr>
            <p:txBody>
              <a:bodyPr wrap="none" lIns="0" tIns="0" rIns="0" bIns="0" rtlCol="0">
                <a:spAutoFit/>
              </a:bodyPr>
              <a:lstStyle/>
              <a:p>
                <a:pPr algn="ctr">
                  <a:lnSpc>
                    <a:spcPct val="100000"/>
                  </a:lnSpc>
                </a:pPr>
                <a:r>
                  <a:rPr kumimoji="1" lang="zh-CN" altLang="en-US" sz="1000" baseline="0" dirty="0">
                    <a:solidFill>
                      <a:schemeClr val="tx1"/>
                    </a:solidFill>
                    <a:latin typeface="Huawei Sans" panose="020C0503030203020204" pitchFamily="34" charset="0"/>
                    <a:ea typeface="方正兰亭黑简体" panose="02000000000000000000" pitchFamily="2" charset="-122"/>
                  </a:rPr>
                  <a:t>品牌色</a:t>
                </a:r>
              </a:p>
            </p:txBody>
          </p:sp>
        </p:grpSp>
        <p:grpSp>
          <p:nvGrpSpPr>
            <p:cNvPr id="17" name="组合 16"/>
            <p:cNvGrpSpPr/>
            <p:nvPr userDrawn="1"/>
          </p:nvGrpSpPr>
          <p:grpSpPr>
            <a:xfrm>
              <a:off x="12216278" y="3054642"/>
              <a:ext cx="1982912" cy="3811978"/>
              <a:chOff x="12216278" y="3054642"/>
              <a:chExt cx="1982912" cy="3811978"/>
            </a:xfrm>
          </p:grpSpPr>
          <p:sp>
            <p:nvSpPr>
              <p:cNvPr id="18" name="矩形 12">
                <a:extLst>
                  <a:ext uri="{FF2B5EF4-FFF2-40B4-BE49-F238E27FC236}">
                    <a16:creationId xmlns:a16="http://schemas.microsoft.com/office/drawing/2014/main" xmlns="" id="{DCA8B73C-0B87-284F-805F-752EBF20B768}"/>
                  </a:ext>
                </a:extLst>
              </p:cNvPr>
              <p:cNvSpPr/>
              <p:nvPr userDrawn="1"/>
            </p:nvSpPr>
            <p:spPr>
              <a:xfrm>
                <a:off x="12315640" y="3785971"/>
                <a:ext cx="885201" cy="462672"/>
              </a:xfrm>
              <a:prstGeom prst="rect">
                <a:avLst/>
              </a:prstGeom>
              <a:solidFill>
                <a:srgbClr val="EA5A4F"/>
              </a:solidFill>
              <a:ln>
                <a:solidFill>
                  <a:srgbClr val="EA5A4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mr-IN" altLang="zh-CN" sz="700" b="1" baseline="0" dirty="0">
                    <a:solidFill>
                      <a:schemeClr val="tx2"/>
                    </a:solidFill>
                    <a:latin typeface="Huawei Sans" panose="020C0503030203020204" pitchFamily="34" charset="0"/>
                    <a:ea typeface="方正兰亭黑简体" panose="02000000000000000000" pitchFamily="2" charset="-122"/>
                    <a:cs typeface="Arial" charset="0"/>
                  </a:rPr>
                  <a:t>RGB</a:t>
                </a:r>
                <a:r>
                  <a:rPr kumimoji="1" lang="en-US" altLang="zh-CN" sz="700" b="1" baseline="0"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 234</a:t>
                </a:r>
                <a:r>
                  <a:rPr kumimoji="1" lang="mr-IN" altLang="zh-CN" sz="700" b="1" baseline="0" dirty="0">
                    <a:solidFill>
                      <a:schemeClr val="tx2"/>
                    </a:solidFill>
                    <a:latin typeface="Huawei Sans" panose="020C0503030203020204" pitchFamily="34" charset="0"/>
                    <a:ea typeface="方正兰亭黑简体" panose="02000000000000000000" pitchFamily="2" charset="-122"/>
                    <a:cs typeface="Arial" charset="0"/>
                  </a:rPr>
                  <a:t>/</a:t>
                </a:r>
                <a:r>
                  <a:rPr kumimoji="1" lang="en-US" altLang="zh-CN" sz="700" b="1" baseline="0"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90/79</a:t>
                </a:r>
                <a:endParaRPr kumimoji="1" lang="mr-IN" altLang="zh-CN" sz="700" b="1" baseline="0" dirty="0">
                  <a:solidFill>
                    <a:schemeClr val="tx2"/>
                  </a:solidFill>
                  <a:latin typeface="Huawei Sans" panose="020C0503030203020204" pitchFamily="34" charset="0"/>
                  <a:ea typeface="方正兰亭黑简体" panose="02000000000000000000" pitchFamily="2" charset="-122"/>
                  <a:cs typeface="Arial" charset="0"/>
                </a:endParaRPr>
              </a:p>
            </p:txBody>
          </p:sp>
          <p:sp>
            <p:nvSpPr>
              <p:cNvPr id="19" name="矩形 13">
                <a:extLst>
                  <a:ext uri="{FF2B5EF4-FFF2-40B4-BE49-F238E27FC236}">
                    <a16:creationId xmlns:a16="http://schemas.microsoft.com/office/drawing/2014/main" xmlns="" id="{138A39A8-BB4E-CD4E-9201-F1785C874F92}"/>
                  </a:ext>
                </a:extLst>
              </p:cNvPr>
              <p:cNvSpPr/>
              <p:nvPr userDrawn="1"/>
            </p:nvSpPr>
            <p:spPr>
              <a:xfrm>
                <a:off x="12315640" y="3259312"/>
                <a:ext cx="885201" cy="462672"/>
              </a:xfrm>
              <a:prstGeom prst="rect">
                <a:avLst/>
              </a:prstGeom>
              <a:solidFill>
                <a:srgbClr val="78000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mr-IN" altLang="zh-CN" sz="700" b="1" baseline="0" dirty="0">
                    <a:solidFill>
                      <a:schemeClr val="tx2"/>
                    </a:solidFill>
                    <a:latin typeface="Huawei Sans" panose="020C0503030203020204" pitchFamily="34" charset="0"/>
                    <a:ea typeface="方正兰亭黑简体" panose="02000000000000000000" pitchFamily="2" charset="-122"/>
                    <a:cs typeface="Arial" charset="0"/>
                  </a:rPr>
                  <a:t>RGB</a:t>
                </a:r>
                <a:r>
                  <a:rPr kumimoji="1" lang="en-US" altLang="zh-CN" sz="700" b="1" baseline="0"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 120</a:t>
                </a:r>
                <a:r>
                  <a:rPr kumimoji="1" lang="mr-IN" altLang="zh-CN" sz="700" b="1" baseline="0" dirty="0">
                    <a:solidFill>
                      <a:schemeClr val="tx2"/>
                    </a:solidFill>
                    <a:latin typeface="Huawei Sans" panose="020C0503030203020204" pitchFamily="34" charset="0"/>
                    <a:ea typeface="方正兰亭黑简体" panose="02000000000000000000" pitchFamily="2" charset="-122"/>
                    <a:cs typeface="Arial" charset="0"/>
                  </a:rPr>
                  <a:t>/</a:t>
                </a:r>
                <a:r>
                  <a:rPr kumimoji="1" lang="en-US" altLang="zh-CN" sz="700" b="1" baseline="0"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0/15</a:t>
                </a:r>
                <a:endParaRPr kumimoji="1" lang="mr-IN" altLang="zh-CN" sz="700" b="1" baseline="0" dirty="0">
                  <a:solidFill>
                    <a:schemeClr val="tx2"/>
                  </a:solidFill>
                  <a:latin typeface="Huawei Sans" panose="020C0503030203020204" pitchFamily="34" charset="0"/>
                  <a:ea typeface="方正兰亭黑简体" panose="02000000000000000000" pitchFamily="2" charset="-122"/>
                  <a:cs typeface="Arial" charset="0"/>
                </a:endParaRPr>
              </a:p>
            </p:txBody>
          </p:sp>
          <p:sp>
            <p:nvSpPr>
              <p:cNvPr id="20" name="文本框 15">
                <a:extLst>
                  <a:ext uri="{FF2B5EF4-FFF2-40B4-BE49-F238E27FC236}">
                    <a16:creationId xmlns:a16="http://schemas.microsoft.com/office/drawing/2014/main" xmlns="" id="{8F53C07A-1022-C740-8F8D-97538E174D38}"/>
                  </a:ext>
                </a:extLst>
              </p:cNvPr>
              <p:cNvSpPr txBox="1"/>
              <p:nvPr userDrawn="1"/>
            </p:nvSpPr>
            <p:spPr>
              <a:xfrm>
                <a:off x="12216278" y="3054642"/>
                <a:ext cx="569387" cy="180071"/>
              </a:xfrm>
              <a:prstGeom prst="rect">
                <a:avLst/>
              </a:prstGeom>
              <a:noFill/>
            </p:spPr>
            <p:txBody>
              <a:bodyPr wrap="square" lIns="0" tIns="0" rIns="0" bIns="0" rtlCol="0" anchor="b" anchorCtr="0">
                <a:spAutoFit/>
              </a:bodyPr>
              <a:lstStyle/>
              <a:p>
                <a:pPr algn="ctr">
                  <a:lnSpc>
                    <a:spcPct val="100000"/>
                  </a:lnSpc>
                </a:pPr>
                <a:r>
                  <a:rPr kumimoji="1" lang="zh-CN" altLang="en-US" sz="1000" baseline="0" dirty="0">
                    <a:solidFill>
                      <a:schemeClr val="tx1"/>
                    </a:solidFill>
                    <a:latin typeface="Huawei Sans" panose="020C0503030203020204" pitchFamily="34" charset="0"/>
                    <a:ea typeface="方正兰亭黑简体" panose="02000000000000000000" pitchFamily="2" charset="-122"/>
                  </a:rPr>
                  <a:t>辅助色</a:t>
                </a:r>
              </a:p>
            </p:txBody>
          </p:sp>
          <p:sp>
            <p:nvSpPr>
              <p:cNvPr id="21" name="矩形 16">
                <a:extLst>
                  <a:ext uri="{FF2B5EF4-FFF2-40B4-BE49-F238E27FC236}">
                    <a16:creationId xmlns:a16="http://schemas.microsoft.com/office/drawing/2014/main" xmlns="" id="{306A7598-C00D-994F-82DA-B39F3C2E0AAD}"/>
                  </a:ext>
                </a:extLst>
              </p:cNvPr>
              <p:cNvSpPr/>
              <p:nvPr userDrawn="1"/>
            </p:nvSpPr>
            <p:spPr>
              <a:xfrm>
                <a:off x="12315640" y="4836793"/>
                <a:ext cx="885201" cy="462672"/>
              </a:xfrm>
              <a:prstGeom prst="rect">
                <a:avLst/>
              </a:prstGeom>
              <a:solidFill>
                <a:srgbClr val="F8B53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mr-IN" altLang="zh-CN" sz="700" b="1" baseline="0" dirty="0">
                    <a:solidFill>
                      <a:schemeClr val="tx2"/>
                    </a:solidFill>
                    <a:latin typeface="Huawei Sans" panose="020C0503030203020204" pitchFamily="34" charset="0"/>
                    <a:ea typeface="方正兰亭黑简体" panose="02000000000000000000" pitchFamily="2" charset="-122"/>
                    <a:cs typeface="Arial" charset="0"/>
                  </a:rPr>
                  <a:t>RGB</a:t>
                </a:r>
                <a:r>
                  <a:rPr kumimoji="1" lang="en-US" altLang="zh-CN" sz="700" b="1" baseline="0"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 248</a:t>
                </a:r>
                <a:r>
                  <a:rPr kumimoji="1" lang="mr-IN" altLang="zh-CN" sz="700" b="1" baseline="0" dirty="0">
                    <a:solidFill>
                      <a:schemeClr val="tx2"/>
                    </a:solidFill>
                    <a:latin typeface="Huawei Sans" panose="020C0503030203020204" pitchFamily="34" charset="0"/>
                    <a:ea typeface="方正兰亭黑简体" panose="02000000000000000000" pitchFamily="2" charset="-122"/>
                    <a:cs typeface="Arial" charset="0"/>
                  </a:rPr>
                  <a:t>/</a:t>
                </a:r>
                <a:r>
                  <a:rPr kumimoji="1" lang="en-US" altLang="zh-CN" sz="700" b="1" baseline="0"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181/60</a:t>
                </a:r>
                <a:endParaRPr kumimoji="1" lang="mr-IN" altLang="zh-CN" sz="700" b="1" baseline="0" dirty="0">
                  <a:solidFill>
                    <a:schemeClr val="tx2"/>
                  </a:solidFill>
                  <a:latin typeface="Huawei Sans" panose="020C0503030203020204" pitchFamily="34" charset="0"/>
                  <a:ea typeface="方正兰亭黑简体" panose="02000000000000000000" pitchFamily="2" charset="-122"/>
                  <a:cs typeface="Arial" charset="0"/>
                </a:endParaRPr>
              </a:p>
            </p:txBody>
          </p:sp>
          <p:sp>
            <p:nvSpPr>
              <p:cNvPr id="22" name="矩形 17">
                <a:extLst>
                  <a:ext uri="{FF2B5EF4-FFF2-40B4-BE49-F238E27FC236}">
                    <a16:creationId xmlns:a16="http://schemas.microsoft.com/office/drawing/2014/main" xmlns="" id="{C1423292-FF2F-A74C-943E-1C3C47534098}"/>
                  </a:ext>
                </a:extLst>
              </p:cNvPr>
              <p:cNvSpPr/>
              <p:nvPr userDrawn="1"/>
            </p:nvSpPr>
            <p:spPr>
              <a:xfrm>
                <a:off x="12315640" y="4319278"/>
                <a:ext cx="885201" cy="462672"/>
              </a:xfrm>
              <a:prstGeom prst="rect">
                <a:avLst/>
              </a:prstGeom>
              <a:solidFill>
                <a:srgbClr val="EB5C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mr-IN" altLang="zh-CN" sz="700" b="1" baseline="0" dirty="0">
                    <a:solidFill>
                      <a:schemeClr val="tx2"/>
                    </a:solidFill>
                    <a:latin typeface="Huawei Sans" panose="020C0503030203020204" pitchFamily="34" charset="0"/>
                    <a:ea typeface="方正兰亭黑简体" panose="02000000000000000000" pitchFamily="2" charset="-122"/>
                    <a:cs typeface="Arial" charset="0"/>
                  </a:rPr>
                  <a:t>RGB</a:t>
                </a:r>
                <a:r>
                  <a:rPr kumimoji="1" lang="en-US" altLang="zh-CN" sz="700" b="1" baseline="0"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 235</a:t>
                </a:r>
                <a:r>
                  <a:rPr kumimoji="1" lang="mr-IN" altLang="zh-CN" sz="700" b="1" baseline="0" dirty="0">
                    <a:solidFill>
                      <a:schemeClr val="tx2"/>
                    </a:solidFill>
                    <a:latin typeface="Huawei Sans" panose="020C0503030203020204" pitchFamily="34" charset="0"/>
                    <a:ea typeface="方正兰亭黑简体" panose="02000000000000000000" pitchFamily="2" charset="-122"/>
                    <a:cs typeface="Arial" charset="0"/>
                  </a:rPr>
                  <a:t>/</a:t>
                </a:r>
                <a:r>
                  <a:rPr kumimoji="1" lang="en-US" altLang="zh-CN" sz="700" b="1" baseline="0"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92/1</a:t>
                </a:r>
                <a:endParaRPr kumimoji="1" lang="mr-IN" altLang="zh-CN" sz="700" b="1" baseline="0" dirty="0">
                  <a:solidFill>
                    <a:schemeClr val="tx2"/>
                  </a:solidFill>
                  <a:latin typeface="Huawei Sans" panose="020C0503030203020204" pitchFamily="34" charset="0"/>
                  <a:ea typeface="方正兰亭黑简体" panose="02000000000000000000" pitchFamily="2" charset="-122"/>
                  <a:cs typeface="Arial" charset="0"/>
                </a:endParaRPr>
              </a:p>
            </p:txBody>
          </p:sp>
          <p:sp>
            <p:nvSpPr>
              <p:cNvPr id="23" name="矩形 18">
                <a:extLst>
                  <a:ext uri="{FF2B5EF4-FFF2-40B4-BE49-F238E27FC236}">
                    <a16:creationId xmlns:a16="http://schemas.microsoft.com/office/drawing/2014/main" xmlns="" id="{2A29AF15-F5C4-A842-A63B-5DBA549CB92F}"/>
                  </a:ext>
                </a:extLst>
              </p:cNvPr>
              <p:cNvSpPr/>
              <p:nvPr userDrawn="1"/>
            </p:nvSpPr>
            <p:spPr>
              <a:xfrm>
                <a:off x="12315636" y="5880294"/>
                <a:ext cx="911019" cy="462672"/>
              </a:xfrm>
              <a:prstGeom prst="rect">
                <a:avLst/>
              </a:prstGeom>
              <a:solidFill>
                <a:srgbClr val="8989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mr-IN" altLang="zh-CN" sz="700" b="1" baseline="0" dirty="0">
                    <a:solidFill>
                      <a:schemeClr val="tx2"/>
                    </a:solidFill>
                    <a:latin typeface="Huawei Sans" panose="020C0503030203020204" pitchFamily="34" charset="0"/>
                    <a:ea typeface="方正兰亭黑简体" panose="02000000000000000000" pitchFamily="2" charset="-122"/>
                    <a:cs typeface="Arial" charset="0"/>
                  </a:rPr>
                  <a:t>RGB</a:t>
                </a:r>
                <a:r>
                  <a:rPr kumimoji="1" lang="en-US" altLang="zh-CN" sz="700" b="1" baseline="0"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 137/137/137</a:t>
                </a:r>
                <a:endParaRPr kumimoji="1" lang="mr-IN" altLang="zh-CN" sz="700" b="1" baseline="0" dirty="0">
                  <a:solidFill>
                    <a:schemeClr val="tx2"/>
                  </a:solidFill>
                  <a:latin typeface="Huawei Sans" panose="020C0503030203020204" pitchFamily="34" charset="0"/>
                  <a:ea typeface="方正兰亭黑简体" panose="02000000000000000000" pitchFamily="2" charset="-122"/>
                  <a:cs typeface="Arial" charset="0"/>
                </a:endParaRPr>
              </a:p>
            </p:txBody>
          </p:sp>
          <p:sp>
            <p:nvSpPr>
              <p:cNvPr id="24" name="矩形 19">
                <a:extLst>
                  <a:ext uri="{FF2B5EF4-FFF2-40B4-BE49-F238E27FC236}">
                    <a16:creationId xmlns:a16="http://schemas.microsoft.com/office/drawing/2014/main" xmlns="" id="{E9EA970A-4D36-BC41-B8BE-40DF553320E7}"/>
                  </a:ext>
                </a:extLst>
              </p:cNvPr>
              <p:cNvSpPr/>
              <p:nvPr userDrawn="1"/>
            </p:nvSpPr>
            <p:spPr>
              <a:xfrm>
                <a:off x="12315636" y="5362779"/>
                <a:ext cx="911019" cy="462672"/>
              </a:xfrm>
              <a:prstGeom prst="rect">
                <a:avLst/>
              </a:prstGeom>
              <a:solidFill>
                <a:srgbClr val="23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mr-IN" altLang="zh-CN" sz="700" b="1" baseline="0" dirty="0">
                    <a:solidFill>
                      <a:schemeClr val="tx2"/>
                    </a:solidFill>
                    <a:latin typeface="Huawei Sans" panose="020C0503030203020204" pitchFamily="34" charset="0"/>
                    <a:ea typeface="方正兰亭黑简体" panose="02000000000000000000" pitchFamily="2" charset="-122"/>
                    <a:cs typeface="Arial" charset="0"/>
                  </a:rPr>
                  <a:t>RGB</a:t>
                </a:r>
                <a:r>
                  <a:rPr kumimoji="1" lang="en-US" altLang="zh-CN" sz="700" b="1" baseline="0"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 35/24/21</a:t>
                </a:r>
                <a:endParaRPr kumimoji="1" lang="mr-IN" altLang="zh-CN" sz="700" b="1" baseline="0" dirty="0">
                  <a:solidFill>
                    <a:schemeClr val="tx2"/>
                  </a:solidFill>
                  <a:latin typeface="Huawei Sans" panose="020C0503030203020204" pitchFamily="34" charset="0"/>
                  <a:ea typeface="方正兰亭黑简体" panose="02000000000000000000" pitchFamily="2" charset="-122"/>
                  <a:cs typeface="Arial" charset="0"/>
                </a:endParaRPr>
              </a:p>
            </p:txBody>
          </p:sp>
          <p:sp>
            <p:nvSpPr>
              <p:cNvPr id="25" name="矩形 22">
                <a:extLst>
                  <a:ext uri="{FF2B5EF4-FFF2-40B4-BE49-F238E27FC236}">
                    <a16:creationId xmlns:a16="http://schemas.microsoft.com/office/drawing/2014/main" xmlns="" id="{14EE21FB-1D92-0241-ABA5-5E9A6AEE0DC8}"/>
                  </a:ext>
                </a:extLst>
              </p:cNvPr>
              <p:cNvSpPr/>
              <p:nvPr userDrawn="1"/>
            </p:nvSpPr>
            <p:spPr>
              <a:xfrm>
                <a:off x="12315636" y="6403948"/>
                <a:ext cx="911019" cy="462672"/>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mr-IN" altLang="zh-CN" sz="700" b="1" baseline="0" dirty="0">
                    <a:solidFill>
                      <a:schemeClr val="bg1"/>
                    </a:solidFill>
                    <a:latin typeface="Huawei Sans" panose="020C0503030203020204" pitchFamily="34" charset="0"/>
                    <a:ea typeface="方正兰亭黑简体" panose="02000000000000000000" pitchFamily="2" charset="-122"/>
                    <a:cs typeface="Arial" charset="0"/>
                  </a:rPr>
                  <a:t>RGB</a:t>
                </a:r>
                <a:r>
                  <a:rPr kumimoji="1" lang="en-US" altLang="zh-CN" sz="700" b="1" baseline="0" dirty="0">
                    <a:solidFill>
                      <a:schemeClr val="bg1"/>
                    </a:solidFill>
                    <a:latin typeface="Huawei Sans" panose="020C0503030203020204" pitchFamily="34" charset="0"/>
                    <a:ea typeface="方正兰亭黑简体" panose="02000000000000000000" pitchFamily="2" charset="-122"/>
                    <a:cs typeface="Huawei Sans" panose="020C0503030203020204" pitchFamily="34" charset="0"/>
                  </a:rPr>
                  <a:t> 221</a:t>
                </a:r>
                <a:r>
                  <a:rPr kumimoji="1" lang="mr-IN" altLang="zh-CN" sz="700" b="1" baseline="0" dirty="0">
                    <a:solidFill>
                      <a:schemeClr val="bg1"/>
                    </a:solidFill>
                    <a:latin typeface="Huawei Sans" panose="020C0503030203020204" pitchFamily="34" charset="0"/>
                    <a:ea typeface="方正兰亭黑简体" panose="02000000000000000000" pitchFamily="2" charset="-122"/>
                    <a:cs typeface="Arial" charset="0"/>
                  </a:rPr>
                  <a:t>/</a:t>
                </a:r>
                <a:r>
                  <a:rPr kumimoji="1" lang="en-US" altLang="zh-CN" sz="700" b="1" baseline="0" dirty="0">
                    <a:solidFill>
                      <a:schemeClr val="bg1"/>
                    </a:solidFill>
                    <a:latin typeface="Huawei Sans" panose="020C0503030203020204" pitchFamily="34" charset="0"/>
                    <a:ea typeface="方正兰亭黑简体" panose="02000000000000000000" pitchFamily="2" charset="-122"/>
                    <a:cs typeface="Huawei Sans" panose="020C0503030203020204" pitchFamily="34" charset="0"/>
                  </a:rPr>
                  <a:t>221/221</a:t>
                </a:r>
                <a:endParaRPr kumimoji="1" lang="mr-IN" altLang="zh-CN" sz="700" b="1" baseline="0" dirty="0">
                  <a:solidFill>
                    <a:schemeClr val="bg1"/>
                  </a:solidFill>
                  <a:latin typeface="Huawei Sans" panose="020C0503030203020204" pitchFamily="34" charset="0"/>
                  <a:ea typeface="方正兰亭黑简体" panose="02000000000000000000" pitchFamily="2" charset="-122"/>
                  <a:cs typeface="Arial" charset="0"/>
                </a:endParaRPr>
              </a:p>
            </p:txBody>
          </p:sp>
          <p:sp>
            <p:nvSpPr>
              <p:cNvPr id="26" name="矩形 12">
                <a:extLst>
                  <a:ext uri="{FF2B5EF4-FFF2-40B4-BE49-F238E27FC236}">
                    <a16:creationId xmlns:a16="http://schemas.microsoft.com/office/drawing/2014/main" xmlns="" id="{883734A3-2645-434A-9DCC-1416B6C687CC}"/>
                  </a:ext>
                </a:extLst>
              </p:cNvPr>
              <p:cNvSpPr/>
              <p:nvPr userDrawn="1"/>
            </p:nvSpPr>
            <p:spPr>
              <a:xfrm>
                <a:off x="13288175" y="3785971"/>
                <a:ext cx="885201" cy="462672"/>
              </a:xfrm>
              <a:prstGeom prst="rect">
                <a:avLst/>
              </a:prstGeom>
              <a:solidFill>
                <a:srgbClr val="E98C8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mr-IN" altLang="zh-CN" sz="700" b="1" baseline="0" dirty="0">
                    <a:solidFill>
                      <a:schemeClr val="tx2"/>
                    </a:solidFill>
                    <a:latin typeface="Huawei Sans" panose="020C0503030203020204" pitchFamily="34" charset="0"/>
                    <a:ea typeface="方正兰亭黑简体" panose="02000000000000000000" pitchFamily="2" charset="-122"/>
                    <a:cs typeface="Arial" charset="0"/>
                  </a:rPr>
                  <a:t>RGB</a:t>
                </a:r>
                <a:r>
                  <a:rPr kumimoji="1" lang="en-US" altLang="zh-CN" sz="700" b="1" baseline="0"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 233</a:t>
                </a:r>
                <a:r>
                  <a:rPr kumimoji="1" lang="mr-IN" altLang="zh-CN" sz="700" b="1" baseline="0" dirty="0">
                    <a:solidFill>
                      <a:schemeClr val="tx2"/>
                    </a:solidFill>
                    <a:latin typeface="Huawei Sans" panose="020C0503030203020204" pitchFamily="34" charset="0"/>
                    <a:ea typeface="方正兰亭黑简体" panose="02000000000000000000" pitchFamily="2" charset="-122"/>
                    <a:cs typeface="Arial" charset="0"/>
                  </a:rPr>
                  <a:t>/</a:t>
                </a:r>
                <a:r>
                  <a:rPr kumimoji="1" lang="en-US" altLang="zh-CN" sz="700" b="1" baseline="0"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140/128</a:t>
                </a:r>
                <a:endParaRPr kumimoji="1" lang="mr-IN" altLang="zh-CN" sz="700" b="1" baseline="0" dirty="0">
                  <a:solidFill>
                    <a:schemeClr val="tx2"/>
                  </a:solidFill>
                  <a:latin typeface="Huawei Sans" panose="020C0503030203020204" pitchFamily="34" charset="0"/>
                  <a:ea typeface="方正兰亭黑简体" panose="02000000000000000000" pitchFamily="2" charset="-122"/>
                  <a:cs typeface="Arial" charset="0"/>
                </a:endParaRPr>
              </a:p>
            </p:txBody>
          </p:sp>
          <p:sp>
            <p:nvSpPr>
              <p:cNvPr id="27" name="矩形 13">
                <a:extLst>
                  <a:ext uri="{FF2B5EF4-FFF2-40B4-BE49-F238E27FC236}">
                    <a16:creationId xmlns:a16="http://schemas.microsoft.com/office/drawing/2014/main" xmlns="" id="{1FF13552-FB3D-134A-A80A-6CFB35DFE1A1}"/>
                  </a:ext>
                </a:extLst>
              </p:cNvPr>
              <p:cNvSpPr/>
              <p:nvPr userDrawn="1"/>
            </p:nvSpPr>
            <p:spPr>
              <a:xfrm>
                <a:off x="13288175" y="3259312"/>
                <a:ext cx="885201" cy="462672"/>
              </a:xfrm>
              <a:prstGeom prst="rect">
                <a:avLst/>
              </a:prstGeom>
              <a:solidFill>
                <a:srgbClr val="A72126"/>
              </a:solidFill>
              <a:ln>
                <a:solidFill>
                  <a:srgbClr val="9F000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mr-IN" altLang="zh-CN" sz="700" b="1" baseline="0" dirty="0">
                    <a:solidFill>
                      <a:schemeClr val="tx2"/>
                    </a:solidFill>
                    <a:latin typeface="Huawei Sans" panose="020C0503030203020204" pitchFamily="34" charset="0"/>
                    <a:ea typeface="方正兰亭黑简体" panose="02000000000000000000" pitchFamily="2" charset="-122"/>
                    <a:cs typeface="Arial" charset="0"/>
                  </a:rPr>
                  <a:t>RGB</a:t>
                </a:r>
                <a:r>
                  <a:rPr kumimoji="1" lang="en-US" altLang="zh-CN" sz="700" b="1" baseline="0"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 159</a:t>
                </a:r>
                <a:r>
                  <a:rPr kumimoji="1" lang="mr-IN" altLang="zh-CN" sz="700" b="1" baseline="0" dirty="0">
                    <a:solidFill>
                      <a:schemeClr val="tx2"/>
                    </a:solidFill>
                    <a:latin typeface="Huawei Sans" panose="020C0503030203020204" pitchFamily="34" charset="0"/>
                    <a:ea typeface="方正兰亭黑简体" panose="02000000000000000000" pitchFamily="2" charset="-122"/>
                    <a:cs typeface="Arial" charset="0"/>
                  </a:rPr>
                  <a:t>/</a:t>
                </a:r>
                <a:r>
                  <a:rPr kumimoji="1" lang="en-US" altLang="zh-CN" sz="700" b="1" baseline="0"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0/1</a:t>
                </a:r>
                <a:endParaRPr kumimoji="1" lang="mr-IN" altLang="zh-CN" sz="700" b="1" baseline="0" dirty="0">
                  <a:solidFill>
                    <a:schemeClr val="tx2"/>
                  </a:solidFill>
                  <a:latin typeface="Huawei Sans" panose="020C0503030203020204" pitchFamily="34" charset="0"/>
                  <a:ea typeface="方正兰亭黑简体" panose="02000000000000000000" pitchFamily="2" charset="-122"/>
                  <a:cs typeface="Arial" charset="0"/>
                </a:endParaRPr>
              </a:p>
            </p:txBody>
          </p:sp>
          <p:sp>
            <p:nvSpPr>
              <p:cNvPr id="28" name="矩形 16">
                <a:extLst>
                  <a:ext uri="{FF2B5EF4-FFF2-40B4-BE49-F238E27FC236}">
                    <a16:creationId xmlns:a16="http://schemas.microsoft.com/office/drawing/2014/main" xmlns="" id="{0A96471B-CB12-1443-B01F-C14C9112C149}"/>
                  </a:ext>
                </a:extLst>
              </p:cNvPr>
              <p:cNvSpPr/>
              <p:nvPr userDrawn="1"/>
            </p:nvSpPr>
            <p:spPr>
              <a:xfrm>
                <a:off x="13288175" y="4836793"/>
                <a:ext cx="885201" cy="462672"/>
              </a:xfrm>
              <a:prstGeom prst="rect">
                <a:avLst/>
              </a:prstGeom>
              <a:solidFill>
                <a:srgbClr val="F5DC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mr-IN" altLang="zh-CN" sz="700" b="1" baseline="0" dirty="0">
                    <a:solidFill>
                      <a:schemeClr val="bg1"/>
                    </a:solidFill>
                    <a:latin typeface="Huawei Sans" panose="020C0503030203020204" pitchFamily="34" charset="0"/>
                    <a:ea typeface="方正兰亭黑简体" panose="02000000000000000000" pitchFamily="2" charset="-122"/>
                    <a:cs typeface="Arial" charset="0"/>
                  </a:rPr>
                  <a:t>RGB</a:t>
                </a:r>
                <a:r>
                  <a:rPr kumimoji="1" lang="en-US" altLang="zh-CN" sz="700" b="1" baseline="0" dirty="0">
                    <a:solidFill>
                      <a:schemeClr val="bg1"/>
                    </a:solidFill>
                    <a:latin typeface="Huawei Sans" panose="020C0503030203020204" pitchFamily="34" charset="0"/>
                    <a:ea typeface="方正兰亭黑简体" panose="02000000000000000000" pitchFamily="2" charset="-122"/>
                    <a:cs typeface="Huawei Sans" panose="020C0503030203020204" pitchFamily="34" charset="0"/>
                  </a:rPr>
                  <a:t> 245</a:t>
                </a:r>
                <a:r>
                  <a:rPr kumimoji="1" lang="mr-IN" altLang="zh-CN" sz="700" b="1" baseline="0" dirty="0">
                    <a:solidFill>
                      <a:schemeClr val="bg1"/>
                    </a:solidFill>
                    <a:latin typeface="Huawei Sans" panose="020C0503030203020204" pitchFamily="34" charset="0"/>
                    <a:ea typeface="方正兰亭黑简体" panose="02000000000000000000" pitchFamily="2" charset="-122"/>
                    <a:cs typeface="Arial" charset="0"/>
                  </a:rPr>
                  <a:t>/</a:t>
                </a:r>
                <a:r>
                  <a:rPr kumimoji="1" lang="en-US" altLang="zh-CN" sz="700" b="1" baseline="0" dirty="0">
                    <a:solidFill>
                      <a:schemeClr val="bg1"/>
                    </a:solidFill>
                    <a:latin typeface="Huawei Sans" panose="020C0503030203020204" pitchFamily="34" charset="0"/>
                    <a:ea typeface="方正兰亭黑简体" panose="02000000000000000000" pitchFamily="2" charset="-122"/>
                    <a:cs typeface="Huawei Sans" panose="020C0503030203020204" pitchFamily="34" charset="0"/>
                  </a:rPr>
                  <a:t>220/87</a:t>
                </a:r>
                <a:endParaRPr kumimoji="1" lang="mr-IN" altLang="zh-CN" sz="700" b="1" baseline="0" dirty="0">
                  <a:solidFill>
                    <a:schemeClr val="bg1"/>
                  </a:solidFill>
                  <a:latin typeface="Huawei Sans" panose="020C0503030203020204" pitchFamily="34" charset="0"/>
                  <a:ea typeface="方正兰亭黑简体" panose="02000000000000000000" pitchFamily="2" charset="-122"/>
                  <a:cs typeface="Arial" charset="0"/>
                </a:endParaRPr>
              </a:p>
            </p:txBody>
          </p:sp>
          <p:sp>
            <p:nvSpPr>
              <p:cNvPr id="29" name="矩形 17">
                <a:extLst>
                  <a:ext uri="{FF2B5EF4-FFF2-40B4-BE49-F238E27FC236}">
                    <a16:creationId xmlns:a16="http://schemas.microsoft.com/office/drawing/2014/main" xmlns="" id="{61890D59-CF8B-1449-A836-3A304EC9A907}"/>
                  </a:ext>
                </a:extLst>
              </p:cNvPr>
              <p:cNvSpPr/>
              <p:nvPr userDrawn="1"/>
            </p:nvSpPr>
            <p:spPr>
              <a:xfrm>
                <a:off x="13288175" y="4319278"/>
                <a:ext cx="885201" cy="462672"/>
              </a:xfrm>
              <a:prstGeom prst="rect">
                <a:avLst/>
              </a:prstGeom>
              <a:solidFill>
                <a:srgbClr val="F085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mr-IN" altLang="zh-CN" sz="700" b="1" baseline="0" dirty="0">
                    <a:solidFill>
                      <a:schemeClr val="tx2"/>
                    </a:solidFill>
                    <a:latin typeface="Huawei Sans" panose="020C0503030203020204" pitchFamily="34" charset="0"/>
                    <a:ea typeface="方正兰亭黑简体" panose="02000000000000000000" pitchFamily="2" charset="-122"/>
                    <a:cs typeface="Arial" charset="0"/>
                  </a:rPr>
                  <a:t>RGB</a:t>
                </a:r>
                <a:r>
                  <a:rPr kumimoji="1" lang="en-US" altLang="zh-CN" sz="700" b="1" baseline="0"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 240</a:t>
                </a:r>
                <a:r>
                  <a:rPr kumimoji="1" lang="mr-IN" altLang="zh-CN" sz="700" b="1" baseline="0" dirty="0">
                    <a:solidFill>
                      <a:schemeClr val="tx2"/>
                    </a:solidFill>
                    <a:latin typeface="Huawei Sans" panose="020C0503030203020204" pitchFamily="34" charset="0"/>
                    <a:ea typeface="方正兰亭黑简体" panose="02000000000000000000" pitchFamily="2" charset="-122"/>
                    <a:cs typeface="Arial" charset="0"/>
                  </a:rPr>
                  <a:t>/</a:t>
                </a:r>
                <a:r>
                  <a:rPr kumimoji="1" lang="en-US" altLang="zh-CN" sz="700" b="1" baseline="0"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133/0</a:t>
                </a:r>
                <a:endParaRPr kumimoji="1" lang="mr-IN" altLang="zh-CN" sz="700" b="1" baseline="0" dirty="0">
                  <a:solidFill>
                    <a:schemeClr val="tx2"/>
                  </a:solidFill>
                  <a:latin typeface="Huawei Sans" panose="020C0503030203020204" pitchFamily="34" charset="0"/>
                  <a:ea typeface="方正兰亭黑简体" panose="02000000000000000000" pitchFamily="2" charset="-122"/>
                  <a:cs typeface="Arial" charset="0"/>
                </a:endParaRPr>
              </a:p>
            </p:txBody>
          </p:sp>
          <p:sp>
            <p:nvSpPr>
              <p:cNvPr id="30" name="矩形 18">
                <a:extLst>
                  <a:ext uri="{FF2B5EF4-FFF2-40B4-BE49-F238E27FC236}">
                    <a16:creationId xmlns:a16="http://schemas.microsoft.com/office/drawing/2014/main" xmlns="" id="{0466A1E1-E7C7-FD49-9880-9E44BED19FF5}"/>
                  </a:ext>
                </a:extLst>
              </p:cNvPr>
              <p:cNvSpPr/>
              <p:nvPr userDrawn="1"/>
            </p:nvSpPr>
            <p:spPr>
              <a:xfrm>
                <a:off x="13288171" y="5880294"/>
                <a:ext cx="911019" cy="462672"/>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mr-IN" altLang="zh-CN" sz="700" b="1" baseline="0" dirty="0">
                    <a:solidFill>
                      <a:schemeClr val="tx2"/>
                    </a:solidFill>
                    <a:latin typeface="Huawei Sans" panose="020C0503030203020204" pitchFamily="34" charset="0"/>
                    <a:ea typeface="方正兰亭黑简体" panose="02000000000000000000" pitchFamily="2" charset="-122"/>
                    <a:cs typeface="Arial" charset="0"/>
                  </a:rPr>
                  <a:t>RGB</a:t>
                </a:r>
                <a:r>
                  <a:rPr kumimoji="1" lang="en-US" altLang="zh-CN" sz="700" b="1" baseline="0"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 181</a:t>
                </a:r>
                <a:r>
                  <a:rPr kumimoji="1" lang="mr-IN" altLang="zh-CN" sz="700" b="1" baseline="0" dirty="0">
                    <a:solidFill>
                      <a:schemeClr val="tx2"/>
                    </a:solidFill>
                    <a:latin typeface="Huawei Sans" panose="020C0503030203020204" pitchFamily="34" charset="0"/>
                    <a:ea typeface="方正兰亭黑简体" panose="02000000000000000000" pitchFamily="2" charset="-122"/>
                    <a:cs typeface="Arial" charset="0"/>
                  </a:rPr>
                  <a:t>/</a:t>
                </a:r>
                <a:r>
                  <a:rPr kumimoji="1" lang="en-US" altLang="zh-CN" sz="700" b="1" baseline="0"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181/181</a:t>
                </a:r>
                <a:endParaRPr kumimoji="1" lang="mr-IN" altLang="zh-CN" sz="700" b="1" baseline="0" dirty="0">
                  <a:solidFill>
                    <a:schemeClr val="tx2"/>
                  </a:solidFill>
                  <a:latin typeface="Huawei Sans" panose="020C0503030203020204" pitchFamily="34" charset="0"/>
                  <a:ea typeface="方正兰亭黑简体" panose="02000000000000000000" pitchFamily="2" charset="-122"/>
                  <a:cs typeface="Arial" charset="0"/>
                </a:endParaRPr>
              </a:p>
            </p:txBody>
          </p:sp>
          <p:sp>
            <p:nvSpPr>
              <p:cNvPr id="31" name="矩形 19">
                <a:extLst>
                  <a:ext uri="{FF2B5EF4-FFF2-40B4-BE49-F238E27FC236}">
                    <a16:creationId xmlns:a16="http://schemas.microsoft.com/office/drawing/2014/main" xmlns="" id="{B21AD6AC-1275-0142-A9EA-D77B26CB40EF}"/>
                  </a:ext>
                </a:extLst>
              </p:cNvPr>
              <p:cNvSpPr/>
              <p:nvPr userDrawn="1"/>
            </p:nvSpPr>
            <p:spPr>
              <a:xfrm>
                <a:off x="13288171" y="5362779"/>
                <a:ext cx="911019" cy="462672"/>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mr-IN" altLang="zh-CN" sz="700" b="1" baseline="0" dirty="0">
                    <a:solidFill>
                      <a:schemeClr val="tx2"/>
                    </a:solidFill>
                    <a:latin typeface="Huawei Sans" panose="020C0503030203020204" pitchFamily="34" charset="0"/>
                    <a:ea typeface="方正兰亭黑简体" panose="02000000000000000000" pitchFamily="2" charset="-122"/>
                    <a:cs typeface="Arial" charset="0"/>
                  </a:rPr>
                  <a:t>RGB</a:t>
                </a:r>
                <a:r>
                  <a:rPr kumimoji="1" lang="en-US" altLang="zh-CN" sz="700" b="1" baseline="0"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 89</a:t>
                </a:r>
                <a:r>
                  <a:rPr kumimoji="1" lang="mr-IN" altLang="zh-CN" sz="700" b="1" baseline="0" dirty="0">
                    <a:solidFill>
                      <a:schemeClr val="tx2"/>
                    </a:solidFill>
                    <a:latin typeface="Huawei Sans" panose="020C0503030203020204" pitchFamily="34" charset="0"/>
                    <a:ea typeface="方正兰亭黑简体" panose="02000000000000000000" pitchFamily="2" charset="-122"/>
                    <a:cs typeface="Arial" charset="0"/>
                  </a:rPr>
                  <a:t>/</a:t>
                </a:r>
                <a:r>
                  <a:rPr kumimoji="1" lang="en-US" altLang="zh-CN" sz="700" b="1" baseline="0"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87/87</a:t>
                </a:r>
                <a:endParaRPr kumimoji="1" lang="mr-IN" altLang="zh-CN" sz="700" b="1" baseline="0" dirty="0">
                  <a:solidFill>
                    <a:schemeClr val="tx2"/>
                  </a:solidFill>
                  <a:latin typeface="Huawei Sans" panose="020C0503030203020204" pitchFamily="34" charset="0"/>
                  <a:ea typeface="方正兰亭黑简体" panose="02000000000000000000" pitchFamily="2" charset="-122"/>
                  <a:cs typeface="Arial" charset="0"/>
                </a:endParaRPr>
              </a:p>
            </p:txBody>
          </p:sp>
          <p:sp>
            <p:nvSpPr>
              <p:cNvPr id="32" name="矩形 22">
                <a:extLst>
                  <a:ext uri="{FF2B5EF4-FFF2-40B4-BE49-F238E27FC236}">
                    <a16:creationId xmlns:a16="http://schemas.microsoft.com/office/drawing/2014/main" xmlns="" id="{238BAC2A-AE09-A84D-875D-8472236D6610}"/>
                  </a:ext>
                </a:extLst>
              </p:cNvPr>
              <p:cNvSpPr/>
              <p:nvPr userDrawn="1"/>
            </p:nvSpPr>
            <p:spPr>
              <a:xfrm>
                <a:off x="13288171" y="6403948"/>
                <a:ext cx="911019" cy="462672"/>
              </a:xfrm>
              <a:prstGeom prst="rect">
                <a:avLst/>
              </a:prstGeom>
              <a:solidFill>
                <a:srgbClr val="FFFFFF"/>
              </a:solidFill>
              <a:ln w="6350">
                <a:solidFill>
                  <a:schemeClr val="bg1">
                    <a:lumMod val="10000"/>
                    <a:lumOff val="9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mr-IN" altLang="zh-CN" sz="700" b="1" baseline="0" dirty="0">
                    <a:solidFill>
                      <a:schemeClr val="bg1"/>
                    </a:solidFill>
                    <a:latin typeface="Huawei Sans" panose="020C0503030203020204" pitchFamily="34" charset="0"/>
                    <a:ea typeface="方正兰亭黑简体" panose="02000000000000000000" pitchFamily="2" charset="-122"/>
                    <a:cs typeface="Arial" charset="0"/>
                  </a:rPr>
                  <a:t>RGB</a:t>
                </a:r>
                <a:r>
                  <a:rPr kumimoji="1" lang="en-US" altLang="zh-CN" sz="700" b="1" baseline="0" dirty="0">
                    <a:solidFill>
                      <a:schemeClr val="bg1"/>
                    </a:solidFill>
                    <a:latin typeface="Huawei Sans" panose="020C0503030203020204" pitchFamily="34" charset="0"/>
                    <a:ea typeface="方正兰亭黑简体" panose="02000000000000000000" pitchFamily="2" charset="-122"/>
                    <a:cs typeface="Huawei Sans" panose="020C0503030203020204" pitchFamily="34" charset="0"/>
                  </a:rPr>
                  <a:t> 255</a:t>
                </a:r>
                <a:r>
                  <a:rPr kumimoji="1" lang="mr-IN" altLang="zh-CN" sz="700" b="1" baseline="0" dirty="0">
                    <a:solidFill>
                      <a:schemeClr val="bg1"/>
                    </a:solidFill>
                    <a:latin typeface="Huawei Sans" panose="020C0503030203020204" pitchFamily="34" charset="0"/>
                    <a:ea typeface="方正兰亭黑简体" panose="02000000000000000000" pitchFamily="2" charset="-122"/>
                    <a:cs typeface="Arial" charset="0"/>
                  </a:rPr>
                  <a:t>/</a:t>
                </a:r>
                <a:r>
                  <a:rPr kumimoji="1" lang="en-US" altLang="zh-CN" sz="700" b="1" baseline="0" dirty="0">
                    <a:solidFill>
                      <a:schemeClr val="bg1"/>
                    </a:solidFill>
                    <a:latin typeface="Huawei Sans" panose="020C0503030203020204" pitchFamily="34" charset="0"/>
                    <a:ea typeface="方正兰亭黑简体" panose="02000000000000000000" pitchFamily="2" charset="-122"/>
                    <a:cs typeface="Huawei Sans" panose="020C0503030203020204" pitchFamily="34" charset="0"/>
                  </a:rPr>
                  <a:t>255/255</a:t>
                </a:r>
                <a:endParaRPr kumimoji="1" lang="mr-IN" altLang="zh-CN" sz="700" b="1" baseline="0" dirty="0">
                  <a:solidFill>
                    <a:schemeClr val="bg1"/>
                  </a:solidFill>
                  <a:latin typeface="Huawei Sans" panose="020C0503030203020204" pitchFamily="34" charset="0"/>
                  <a:ea typeface="方正兰亭黑简体" panose="02000000000000000000" pitchFamily="2" charset="-122"/>
                  <a:cs typeface="Arial" charset="0"/>
                </a:endParaRPr>
              </a:p>
            </p:txBody>
          </p:sp>
        </p:grpSp>
      </p:grpSp>
      <p:sp>
        <p:nvSpPr>
          <p:cNvPr id="2" name="文本框 1"/>
          <p:cNvSpPr txBox="1"/>
          <p:nvPr userDrawn="1"/>
        </p:nvSpPr>
        <p:spPr>
          <a:xfrm>
            <a:off x="4409770" y="1622326"/>
            <a:ext cx="3377380" cy="861774"/>
          </a:xfrm>
          <a:prstGeom prst="rect">
            <a:avLst/>
          </a:prstGeom>
          <a:noFill/>
        </p:spPr>
        <p:txBody>
          <a:bodyPr wrap="square" rtlCol="0">
            <a:spAutoFit/>
          </a:bodyPr>
          <a:lstStyle/>
          <a:p>
            <a:r>
              <a:rPr lang="en-US" altLang="zh-CN" sz="5000" baseline="0" dirty="0">
                <a:latin typeface="Huawei Sans" panose="020C0503030203020204" pitchFamily="34" charset="0"/>
                <a:ea typeface="方正兰亭黑简体" panose="02000000000000000000" pitchFamily="2" charset="-122"/>
              </a:rPr>
              <a:t>Thank you.</a:t>
            </a:r>
            <a:endParaRPr lang="zh-CN" altLang="en-US" sz="5000" baseline="0" dirty="0">
              <a:latin typeface="Huawei Sans" panose="020C0503030203020204" pitchFamily="34" charset="0"/>
              <a:ea typeface="方正兰亭黑简体" panose="02000000000000000000" pitchFamily="2" charset="-122"/>
            </a:endParaRPr>
          </a:p>
        </p:txBody>
      </p:sp>
      <p:sp>
        <p:nvSpPr>
          <p:cNvPr id="3" name="文本框 2"/>
          <p:cNvSpPr txBox="1"/>
          <p:nvPr userDrawn="1"/>
        </p:nvSpPr>
        <p:spPr>
          <a:xfrm>
            <a:off x="2227012" y="3423986"/>
            <a:ext cx="7742899" cy="507831"/>
          </a:xfrm>
          <a:prstGeom prst="rect">
            <a:avLst/>
          </a:prstGeom>
          <a:noFill/>
        </p:spPr>
        <p:txBody>
          <a:bodyPr wrap="square" rtlCol="0" anchor="ctr">
            <a:spAutoFit/>
          </a:bodyPr>
          <a:lstStyle>
            <a:defPPr>
              <a:defRPr lang="en-US"/>
            </a:defPPr>
            <a:lvl1pPr>
              <a:defRPr sz="5000" baseline="0">
                <a:latin typeface="Huawei Sans" panose="020C0503030203020204" pitchFamily="34" charset="0"/>
                <a:ea typeface="方正兰亭黑简体" panose="02000000000000000000" pitchFamily="2" charset="-122"/>
              </a:defRPr>
            </a:lvl1pPr>
          </a:lstStyle>
          <a:p>
            <a:pPr lvl="0">
              <a:lnSpc>
                <a:spcPct val="150000"/>
              </a:lnSpc>
            </a:pPr>
            <a:r>
              <a:rPr lang="zh-CN" altLang="en-US" sz="1800" dirty="0"/>
              <a:t>把数字世界带入每个人、每个家庭、每个组织，构建万物互联的智能世界。</a:t>
            </a:r>
          </a:p>
        </p:txBody>
      </p:sp>
      <p:pic>
        <p:nvPicPr>
          <p:cNvPr id="38" name="图片 3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138126" y="6262864"/>
            <a:ext cx="1869596" cy="399462"/>
          </a:xfrm>
          <a:prstGeom prst="rect">
            <a:avLst/>
          </a:prstGeom>
        </p:spPr>
      </p:pic>
      <p:sp>
        <p:nvSpPr>
          <p:cNvPr id="39" name="文本框 38"/>
          <p:cNvSpPr txBox="1"/>
          <p:nvPr userDrawn="1"/>
        </p:nvSpPr>
        <p:spPr>
          <a:xfrm>
            <a:off x="1163979" y="4131136"/>
            <a:ext cx="9864042" cy="507831"/>
          </a:xfrm>
          <a:prstGeom prst="rect">
            <a:avLst/>
          </a:prstGeom>
          <a:noFill/>
        </p:spPr>
        <p:txBody>
          <a:bodyPr wrap="square" rtlCol="0" anchor="ctr">
            <a:spAutoFit/>
          </a:bodyPr>
          <a:lstStyle>
            <a:defPPr>
              <a:defRPr lang="en-US"/>
            </a:defPPr>
            <a:lvl1pPr>
              <a:defRPr sz="5000" baseline="0">
                <a:latin typeface="Huawei Sans" panose="020C0503030203020204" pitchFamily="34" charset="0"/>
                <a:ea typeface="方正兰亭黑简体" panose="02000000000000000000" pitchFamily="2" charset="-122"/>
              </a:defRPr>
            </a:lvl1pPr>
          </a:lstStyle>
          <a:p>
            <a:pPr lvl="0">
              <a:lnSpc>
                <a:spcPct val="150000"/>
              </a:lnSpc>
            </a:pPr>
            <a:r>
              <a:rPr lang="en-US" altLang="zh-CN" sz="1800" dirty="0"/>
              <a:t>Bring digital to every person,</a:t>
            </a:r>
            <a:r>
              <a:rPr lang="en-US" altLang="zh-CN" sz="1800" baseline="0" dirty="0"/>
              <a:t> </a:t>
            </a:r>
            <a:r>
              <a:rPr lang="en-US" altLang="zh-CN" sz="1800" dirty="0"/>
              <a:t>home, and organization for a fully connected, intelligent world. </a:t>
            </a:r>
            <a:endParaRPr lang="zh-CN" altLang="en-US" sz="1800" dirty="0"/>
          </a:p>
        </p:txBody>
      </p:sp>
    </p:spTree>
    <p:extLst>
      <p:ext uri="{BB962C8B-B14F-4D97-AF65-F5344CB8AC3E}">
        <p14:creationId xmlns:p14="http://schemas.microsoft.com/office/powerpoint/2010/main" val="604473421"/>
      </p:ext>
    </p:extLst>
  </p:cSld>
  <p:clrMapOvr>
    <a:masterClrMapping/>
  </p:clrMapOvr>
  <p:timing>
    <p:tnLst>
      <p:par>
        <p:cTn id="1" dur="indefinite" restart="never" nodeType="tmRoot"/>
      </p:par>
    </p:tnLst>
  </p:timing>
  <p:extLst>
    <p:ext uri="{DCECCB84-F9BA-43D5-87BE-67443E8EF086}">
      <p15:sldGuideLst xmlns:p15="http://schemas.microsoft.com/office/powerpoint/2012/main">
        <p15:guide id="1" orient="horz" pos="1003">
          <p15:clr>
            <a:srgbClr val="FBAE40"/>
          </p15:clr>
        </p15:guide>
        <p15:guide id="2" orient="horz" pos="216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7" name="Rectangle 6"/>
          <p:cNvSpPr>
            <a:spLocks noGrp="1" noChangeArrowheads="1"/>
          </p:cNvSpPr>
          <p:nvPr>
            <p:ph type="title"/>
          </p:nvPr>
        </p:nvSpPr>
        <p:spPr bwMode="auto">
          <a:xfrm>
            <a:off x="869611" y="260649"/>
            <a:ext cx="10323183" cy="868363"/>
          </a:xfrm>
          <a:prstGeom prst="rect">
            <a:avLst/>
          </a:prstGeom>
          <a:noFill/>
          <a:ln w="9525">
            <a:noFill/>
            <a:miter lim="800000"/>
            <a:headEnd/>
            <a:tailEnd/>
          </a:ln>
        </p:spPr>
        <p:txBody>
          <a:bodyPr vert="horz" wrap="square" lIns="80128" tIns="40064" rIns="80128" bIns="40064" numCol="1" anchor="ctr" anchorCtr="0" compatLnSpc="1">
            <a:prstTxWarp prst="textNoShape">
              <a:avLst/>
            </a:prstTxWarp>
          </a:bodyPr>
          <a:lstStyle/>
          <a:p>
            <a:pPr lvl="0"/>
            <a:r>
              <a:rPr lang="zh-CN" altLang="en-US" dirty="0"/>
              <a:t>单击此处编辑母版标题样式</a:t>
            </a:r>
          </a:p>
        </p:txBody>
      </p:sp>
      <p:sp>
        <p:nvSpPr>
          <p:cNvPr id="28" name="Rectangle 57"/>
          <p:cNvSpPr>
            <a:spLocks noGrp="1" noChangeArrowheads="1"/>
          </p:cNvSpPr>
          <p:nvPr>
            <p:ph type="body" idx="1"/>
          </p:nvPr>
        </p:nvSpPr>
        <p:spPr bwMode="auto">
          <a:xfrm>
            <a:off x="442912" y="1248073"/>
            <a:ext cx="11307600" cy="4680000"/>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9" name="Rectangle 69">
            <a:extLst>
              <a:ext uri="{FF2B5EF4-FFF2-40B4-BE49-F238E27FC236}">
                <a16:creationId xmlns:a16="http://schemas.microsoft.com/office/drawing/2014/main" xmlns="" id="{6ED2DBAA-9261-44D2-836C-78E5FB250BAC}"/>
              </a:ext>
            </a:extLst>
          </p:cNvPr>
          <p:cNvSpPr>
            <a:spLocks noChangeArrowheads="1"/>
          </p:cNvSpPr>
          <p:nvPr userDrawn="1"/>
        </p:nvSpPr>
        <p:spPr bwMode="auto">
          <a:xfrm>
            <a:off x="155280" y="6500581"/>
            <a:ext cx="658440" cy="265552"/>
          </a:xfrm>
          <a:prstGeom prst="rect">
            <a:avLst/>
          </a:prstGeom>
          <a:noFill/>
          <a:ln w="9525" algn="ctr">
            <a:noFill/>
            <a:miter lim="800000"/>
            <a:headEnd/>
            <a:tailEnd/>
          </a:ln>
          <a:effectLst/>
        </p:spPr>
        <p:txBody>
          <a:bodyPr wrap="none" lIns="80070" tIns="40036" rIns="80070" bIns="40036">
            <a:spAutoFit/>
          </a:bodyPr>
          <a:lstStyle/>
          <a:p>
            <a:pPr algn="l" defTabSz="801347" eaLnBrk="0" fontAlgn="ctr" hangingPunct="0">
              <a:defRPr/>
            </a:pPr>
            <a:r>
              <a:rPr lang="zh-CN" altLang="en-US" sz="1200" baseline="0" dirty="0">
                <a:latin typeface="Huawei Sans" panose="020C0503030203020204" pitchFamily="34" charset="0"/>
                <a:ea typeface="方正兰亭黑简体" panose="02000000000000000000" pitchFamily="2" charset="-122"/>
                <a:cs typeface="Huawei Sans" panose="020C0503030203020204" pitchFamily="34" charset="0"/>
              </a:rPr>
              <a:t>第</a:t>
            </a:r>
            <a:fld id="{2F2CF7F5-F178-4429-B6CA-28062DF31937}" type="slidenum">
              <a:rPr lang="en-US" altLang="zh-CN" sz="1200" smtClean="0">
                <a:latin typeface="Huawei Sans" panose="020C0503030203020204" pitchFamily="34" charset="0"/>
                <a:ea typeface="方正兰亭黑简体" panose="02000000000000000000" pitchFamily="2" charset="-122"/>
                <a:cs typeface="Huawei Sans" panose="020C0503030203020204" pitchFamily="34" charset="0"/>
              </a:rPr>
              <a:pPr algn="l" defTabSz="801347" eaLnBrk="0" fontAlgn="ctr" hangingPunct="0">
                <a:defRPr/>
              </a:pPr>
              <a:t>‹#›</a:t>
            </a:fld>
            <a:r>
              <a:rPr lang="zh-CN" altLang="en-US" sz="1200" dirty="0">
                <a:latin typeface="Huawei Sans" panose="020C0503030203020204" pitchFamily="34" charset="0"/>
                <a:ea typeface="方正兰亭黑简体" panose="02000000000000000000" pitchFamily="2" charset="-122"/>
                <a:cs typeface="Huawei Sans" panose="020C0503030203020204" pitchFamily="34" charset="0"/>
              </a:rPr>
              <a:t>页</a:t>
            </a:r>
            <a:endParaRPr lang="en-US" altLang="zh-CN" sz="1200" dirty="0">
              <a:latin typeface="Huawei Sans" panose="020C0503030203020204" pitchFamily="34" charset="0"/>
              <a:ea typeface="方正兰亭黑简体" panose="02000000000000000000" pitchFamily="2" charset="-122"/>
              <a:cs typeface="Huawei Sans" panose="020C0503030203020204" pitchFamily="34" charset="0"/>
            </a:endParaRPr>
          </a:p>
        </p:txBody>
      </p:sp>
      <p:grpSp>
        <p:nvGrpSpPr>
          <p:cNvPr id="20" name="组合 19"/>
          <p:cNvGrpSpPr/>
          <p:nvPr userDrawn="1"/>
        </p:nvGrpSpPr>
        <p:grpSpPr>
          <a:xfrm>
            <a:off x="12216278" y="2923311"/>
            <a:ext cx="1982916" cy="3934682"/>
            <a:chOff x="12216278" y="2262477"/>
            <a:chExt cx="1982916" cy="4604143"/>
          </a:xfrm>
        </p:grpSpPr>
        <p:grpSp>
          <p:nvGrpSpPr>
            <p:cNvPr id="21" name="组合 20"/>
            <p:cNvGrpSpPr/>
            <p:nvPr userDrawn="1"/>
          </p:nvGrpSpPr>
          <p:grpSpPr>
            <a:xfrm>
              <a:off x="12315635" y="2262477"/>
              <a:ext cx="1883559" cy="692624"/>
              <a:chOff x="12315635" y="2207613"/>
              <a:chExt cx="1883559" cy="692624"/>
            </a:xfrm>
          </p:grpSpPr>
          <p:sp>
            <p:nvSpPr>
              <p:cNvPr id="56" name="矩形 5">
                <a:extLst>
                  <a:ext uri="{FF2B5EF4-FFF2-40B4-BE49-F238E27FC236}">
                    <a16:creationId xmlns:a16="http://schemas.microsoft.com/office/drawing/2014/main" xmlns="" id="{3B0B5EC2-EA55-CC45-A9D0-D5EA5D768C99}"/>
                  </a:ext>
                </a:extLst>
              </p:cNvPr>
              <p:cNvSpPr/>
              <p:nvPr userDrawn="1"/>
            </p:nvSpPr>
            <p:spPr>
              <a:xfrm>
                <a:off x="12315635" y="2401808"/>
                <a:ext cx="911019" cy="498429"/>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en-US" altLang="zh-CN" sz="700" b="1"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P</a:t>
                </a:r>
                <a:r>
                  <a:rPr kumimoji="1" lang="en-US" altLang="zh-Hant" sz="700" b="1"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ANTONE</a:t>
                </a:r>
                <a:r>
                  <a:rPr kumimoji="1" lang="en-US" altLang="zh-CN" sz="700" b="1"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 186C</a:t>
                </a:r>
              </a:p>
              <a:p>
                <a:pPr algn="ctr">
                  <a:lnSpc>
                    <a:spcPct val="100000"/>
                  </a:lnSpc>
                </a:pPr>
                <a:r>
                  <a:rPr kumimoji="1" lang="en-US" altLang="zh-CN" sz="700" b="1"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RGB 200/16/46</a:t>
                </a:r>
              </a:p>
            </p:txBody>
          </p:sp>
          <p:sp>
            <p:nvSpPr>
              <p:cNvPr id="57" name="矩形 9">
                <a:extLst>
                  <a:ext uri="{FF2B5EF4-FFF2-40B4-BE49-F238E27FC236}">
                    <a16:creationId xmlns:a16="http://schemas.microsoft.com/office/drawing/2014/main" xmlns="" id="{992224C5-04A6-C041-B257-13137945DBB8}"/>
                  </a:ext>
                </a:extLst>
              </p:cNvPr>
              <p:cNvSpPr/>
              <p:nvPr userDrawn="1"/>
            </p:nvSpPr>
            <p:spPr>
              <a:xfrm>
                <a:off x="13288175" y="2401808"/>
                <a:ext cx="911019" cy="498429"/>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en-US" altLang="zh-CN" sz="700" b="1"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P</a:t>
                </a:r>
                <a:r>
                  <a:rPr kumimoji="1" lang="en-US" altLang="zh-Hant" sz="700" b="1"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ANTONE</a:t>
                </a:r>
                <a:r>
                  <a:rPr kumimoji="1" lang="en-US" altLang="zh-CN" sz="700" b="1"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 185C</a:t>
                </a:r>
              </a:p>
              <a:p>
                <a:pPr algn="ctr">
                  <a:lnSpc>
                    <a:spcPct val="100000"/>
                  </a:lnSpc>
                </a:pPr>
                <a:r>
                  <a:rPr kumimoji="1" lang="en-US" altLang="zh-CN" sz="700" b="1"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RGB 199/0/11</a:t>
                </a:r>
              </a:p>
            </p:txBody>
          </p:sp>
          <p:sp>
            <p:nvSpPr>
              <p:cNvPr id="58" name="文本框 31">
                <a:extLst>
                  <a:ext uri="{FF2B5EF4-FFF2-40B4-BE49-F238E27FC236}">
                    <a16:creationId xmlns:a16="http://schemas.microsoft.com/office/drawing/2014/main" xmlns="" id="{58918196-0639-EE4B-AFC2-315BE04587B9}"/>
                  </a:ext>
                </a:extLst>
              </p:cNvPr>
              <p:cNvSpPr txBox="1"/>
              <p:nvPr userDrawn="1"/>
            </p:nvSpPr>
            <p:spPr>
              <a:xfrm>
                <a:off x="12326898" y="2207613"/>
                <a:ext cx="384721" cy="180071"/>
              </a:xfrm>
              <a:prstGeom prst="rect">
                <a:avLst/>
              </a:prstGeom>
              <a:noFill/>
            </p:spPr>
            <p:txBody>
              <a:bodyPr wrap="none" lIns="0" tIns="0" rIns="0" bIns="0" rtlCol="0">
                <a:spAutoFit/>
              </a:bodyPr>
              <a:lstStyle/>
              <a:p>
                <a:pPr algn="ctr">
                  <a:lnSpc>
                    <a:spcPct val="100000"/>
                  </a:lnSpc>
                </a:pPr>
                <a:r>
                  <a:rPr kumimoji="1" lang="zh-CN" altLang="en-US" sz="1000" dirty="0">
                    <a:solidFill>
                      <a:schemeClr val="tx1"/>
                    </a:solidFill>
                    <a:latin typeface="Huawei Sans" panose="020C0503030203020204" pitchFamily="34" charset="0"/>
                    <a:ea typeface="方正兰亭黑简体" panose="02000000000000000000" pitchFamily="2" charset="-122"/>
                  </a:rPr>
                  <a:t>品牌色</a:t>
                </a:r>
              </a:p>
            </p:txBody>
          </p:sp>
        </p:grpSp>
        <p:grpSp>
          <p:nvGrpSpPr>
            <p:cNvPr id="22" name="组合 21"/>
            <p:cNvGrpSpPr/>
            <p:nvPr userDrawn="1"/>
          </p:nvGrpSpPr>
          <p:grpSpPr>
            <a:xfrm>
              <a:off x="12216278" y="3054642"/>
              <a:ext cx="1982912" cy="3811978"/>
              <a:chOff x="12216278" y="3054642"/>
              <a:chExt cx="1982912" cy="3811978"/>
            </a:xfrm>
          </p:grpSpPr>
          <p:sp>
            <p:nvSpPr>
              <p:cNvPr id="23" name="矩形 12">
                <a:extLst>
                  <a:ext uri="{FF2B5EF4-FFF2-40B4-BE49-F238E27FC236}">
                    <a16:creationId xmlns:a16="http://schemas.microsoft.com/office/drawing/2014/main" xmlns="" id="{DCA8B73C-0B87-284F-805F-752EBF20B768}"/>
                  </a:ext>
                </a:extLst>
              </p:cNvPr>
              <p:cNvSpPr/>
              <p:nvPr userDrawn="1"/>
            </p:nvSpPr>
            <p:spPr>
              <a:xfrm>
                <a:off x="12315640" y="3785971"/>
                <a:ext cx="885201" cy="462672"/>
              </a:xfrm>
              <a:prstGeom prst="rect">
                <a:avLst/>
              </a:prstGeom>
              <a:solidFill>
                <a:srgbClr val="EA5A4F"/>
              </a:solidFill>
              <a:ln>
                <a:solidFill>
                  <a:srgbClr val="EA5A4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mr-IN" altLang="zh-CN" sz="700" b="1" dirty="0">
                    <a:solidFill>
                      <a:schemeClr val="tx2"/>
                    </a:solidFill>
                    <a:latin typeface="Huawei Sans" panose="020C0503030203020204" pitchFamily="34" charset="0"/>
                    <a:ea typeface="方正兰亭黑简体" panose="02000000000000000000" pitchFamily="2" charset="-122"/>
                    <a:cs typeface="Arial" charset="0"/>
                  </a:rPr>
                  <a:t>RGB</a:t>
                </a:r>
                <a:r>
                  <a:rPr kumimoji="1" lang="en-US" altLang="zh-CN" sz="700" b="1"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 234</a:t>
                </a:r>
                <a:r>
                  <a:rPr kumimoji="1" lang="mr-IN" altLang="zh-CN" sz="700" b="1" dirty="0">
                    <a:solidFill>
                      <a:schemeClr val="tx2"/>
                    </a:solidFill>
                    <a:latin typeface="Huawei Sans" panose="020C0503030203020204" pitchFamily="34" charset="0"/>
                    <a:ea typeface="方正兰亭黑简体" panose="02000000000000000000" pitchFamily="2" charset="-122"/>
                    <a:cs typeface="Arial" charset="0"/>
                  </a:rPr>
                  <a:t>/</a:t>
                </a:r>
                <a:r>
                  <a:rPr kumimoji="1" lang="en-US" altLang="zh-CN" sz="700" b="1"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90/79</a:t>
                </a:r>
                <a:endParaRPr kumimoji="1" lang="mr-IN" altLang="zh-CN" sz="700" b="1" dirty="0">
                  <a:solidFill>
                    <a:schemeClr val="tx2"/>
                  </a:solidFill>
                  <a:latin typeface="Huawei Sans" panose="020C0503030203020204" pitchFamily="34" charset="0"/>
                  <a:ea typeface="方正兰亭黑简体" panose="02000000000000000000" pitchFamily="2" charset="-122"/>
                  <a:cs typeface="Arial" charset="0"/>
                </a:endParaRPr>
              </a:p>
            </p:txBody>
          </p:sp>
          <p:sp>
            <p:nvSpPr>
              <p:cNvPr id="24" name="矩形 13">
                <a:extLst>
                  <a:ext uri="{FF2B5EF4-FFF2-40B4-BE49-F238E27FC236}">
                    <a16:creationId xmlns:a16="http://schemas.microsoft.com/office/drawing/2014/main" xmlns="" id="{138A39A8-BB4E-CD4E-9201-F1785C874F92}"/>
                  </a:ext>
                </a:extLst>
              </p:cNvPr>
              <p:cNvSpPr/>
              <p:nvPr userDrawn="1"/>
            </p:nvSpPr>
            <p:spPr>
              <a:xfrm>
                <a:off x="12315640" y="3259312"/>
                <a:ext cx="885201" cy="462672"/>
              </a:xfrm>
              <a:prstGeom prst="rect">
                <a:avLst/>
              </a:prstGeom>
              <a:solidFill>
                <a:srgbClr val="78000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mr-IN" altLang="zh-CN" sz="700" b="1" dirty="0">
                    <a:solidFill>
                      <a:schemeClr val="tx2"/>
                    </a:solidFill>
                    <a:latin typeface="Huawei Sans" panose="020C0503030203020204" pitchFamily="34" charset="0"/>
                    <a:ea typeface="方正兰亭黑简体" panose="02000000000000000000" pitchFamily="2" charset="-122"/>
                    <a:cs typeface="Arial" charset="0"/>
                  </a:rPr>
                  <a:t>RGB</a:t>
                </a:r>
                <a:r>
                  <a:rPr kumimoji="1" lang="en-US" altLang="zh-CN" sz="700" b="1"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 120</a:t>
                </a:r>
                <a:r>
                  <a:rPr kumimoji="1" lang="mr-IN" altLang="zh-CN" sz="700" b="1" dirty="0">
                    <a:solidFill>
                      <a:schemeClr val="tx2"/>
                    </a:solidFill>
                    <a:latin typeface="Huawei Sans" panose="020C0503030203020204" pitchFamily="34" charset="0"/>
                    <a:ea typeface="方正兰亭黑简体" panose="02000000000000000000" pitchFamily="2" charset="-122"/>
                    <a:cs typeface="Arial" charset="0"/>
                  </a:rPr>
                  <a:t>/</a:t>
                </a:r>
                <a:r>
                  <a:rPr kumimoji="1" lang="en-US" altLang="zh-CN" sz="700" b="1"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0/15</a:t>
                </a:r>
                <a:endParaRPr kumimoji="1" lang="mr-IN" altLang="zh-CN" sz="700" b="1" dirty="0">
                  <a:solidFill>
                    <a:schemeClr val="tx2"/>
                  </a:solidFill>
                  <a:latin typeface="Huawei Sans" panose="020C0503030203020204" pitchFamily="34" charset="0"/>
                  <a:ea typeface="方正兰亭黑简体" panose="02000000000000000000" pitchFamily="2" charset="-122"/>
                  <a:cs typeface="Arial" charset="0"/>
                </a:endParaRPr>
              </a:p>
            </p:txBody>
          </p:sp>
          <p:sp>
            <p:nvSpPr>
              <p:cNvPr id="25" name="文本框 15">
                <a:extLst>
                  <a:ext uri="{FF2B5EF4-FFF2-40B4-BE49-F238E27FC236}">
                    <a16:creationId xmlns:a16="http://schemas.microsoft.com/office/drawing/2014/main" xmlns="" id="{8F53C07A-1022-C740-8F8D-97538E174D38}"/>
                  </a:ext>
                </a:extLst>
              </p:cNvPr>
              <p:cNvSpPr txBox="1"/>
              <p:nvPr userDrawn="1"/>
            </p:nvSpPr>
            <p:spPr>
              <a:xfrm>
                <a:off x="12216278" y="3054642"/>
                <a:ext cx="569387" cy="180071"/>
              </a:xfrm>
              <a:prstGeom prst="rect">
                <a:avLst/>
              </a:prstGeom>
              <a:noFill/>
            </p:spPr>
            <p:txBody>
              <a:bodyPr wrap="square" lIns="0" tIns="0" rIns="0" bIns="0" rtlCol="0" anchor="b" anchorCtr="0">
                <a:spAutoFit/>
              </a:bodyPr>
              <a:lstStyle/>
              <a:p>
                <a:pPr algn="ctr">
                  <a:lnSpc>
                    <a:spcPct val="100000"/>
                  </a:lnSpc>
                </a:pPr>
                <a:r>
                  <a:rPr kumimoji="1" lang="zh-CN" altLang="en-US" sz="1000" dirty="0">
                    <a:solidFill>
                      <a:schemeClr val="tx1"/>
                    </a:solidFill>
                    <a:latin typeface="Huawei Sans" panose="020C0503030203020204" pitchFamily="34" charset="0"/>
                    <a:ea typeface="方正兰亭黑简体" panose="02000000000000000000" pitchFamily="2" charset="-122"/>
                  </a:rPr>
                  <a:t>辅助色</a:t>
                </a:r>
              </a:p>
            </p:txBody>
          </p:sp>
          <p:sp>
            <p:nvSpPr>
              <p:cNvPr id="26" name="矩形 16">
                <a:extLst>
                  <a:ext uri="{FF2B5EF4-FFF2-40B4-BE49-F238E27FC236}">
                    <a16:creationId xmlns:a16="http://schemas.microsoft.com/office/drawing/2014/main" xmlns="" id="{306A7598-C00D-994F-82DA-B39F3C2E0AAD}"/>
                  </a:ext>
                </a:extLst>
              </p:cNvPr>
              <p:cNvSpPr/>
              <p:nvPr userDrawn="1"/>
            </p:nvSpPr>
            <p:spPr>
              <a:xfrm>
                <a:off x="12315640" y="4836793"/>
                <a:ext cx="885201" cy="462672"/>
              </a:xfrm>
              <a:prstGeom prst="rect">
                <a:avLst/>
              </a:prstGeom>
              <a:solidFill>
                <a:srgbClr val="F8B53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mr-IN" altLang="zh-CN" sz="700" b="1" dirty="0">
                    <a:solidFill>
                      <a:schemeClr val="tx2"/>
                    </a:solidFill>
                    <a:latin typeface="Huawei Sans" panose="020C0503030203020204" pitchFamily="34" charset="0"/>
                    <a:ea typeface="方正兰亭黑简体" panose="02000000000000000000" pitchFamily="2" charset="-122"/>
                    <a:cs typeface="Arial" charset="0"/>
                  </a:rPr>
                  <a:t>RGB</a:t>
                </a:r>
                <a:r>
                  <a:rPr kumimoji="1" lang="en-US" altLang="zh-CN" sz="700" b="1"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 248</a:t>
                </a:r>
                <a:r>
                  <a:rPr kumimoji="1" lang="mr-IN" altLang="zh-CN" sz="700" b="1" dirty="0">
                    <a:solidFill>
                      <a:schemeClr val="tx2"/>
                    </a:solidFill>
                    <a:latin typeface="Huawei Sans" panose="020C0503030203020204" pitchFamily="34" charset="0"/>
                    <a:ea typeface="方正兰亭黑简体" panose="02000000000000000000" pitchFamily="2" charset="-122"/>
                    <a:cs typeface="Arial" charset="0"/>
                  </a:rPr>
                  <a:t>/</a:t>
                </a:r>
                <a:r>
                  <a:rPr kumimoji="1" lang="en-US" altLang="zh-CN" sz="700" b="1"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181/60</a:t>
                </a:r>
                <a:endParaRPr kumimoji="1" lang="mr-IN" altLang="zh-CN" sz="700" b="1" dirty="0">
                  <a:solidFill>
                    <a:schemeClr val="tx2"/>
                  </a:solidFill>
                  <a:latin typeface="Huawei Sans" panose="020C0503030203020204" pitchFamily="34" charset="0"/>
                  <a:ea typeface="方正兰亭黑简体" panose="02000000000000000000" pitchFamily="2" charset="-122"/>
                  <a:cs typeface="Arial" charset="0"/>
                </a:endParaRPr>
              </a:p>
            </p:txBody>
          </p:sp>
          <p:sp>
            <p:nvSpPr>
              <p:cNvPr id="45" name="矩形 17">
                <a:extLst>
                  <a:ext uri="{FF2B5EF4-FFF2-40B4-BE49-F238E27FC236}">
                    <a16:creationId xmlns:a16="http://schemas.microsoft.com/office/drawing/2014/main" xmlns="" id="{C1423292-FF2F-A74C-943E-1C3C47534098}"/>
                  </a:ext>
                </a:extLst>
              </p:cNvPr>
              <p:cNvSpPr/>
              <p:nvPr userDrawn="1"/>
            </p:nvSpPr>
            <p:spPr>
              <a:xfrm>
                <a:off x="12315640" y="4319278"/>
                <a:ext cx="885201" cy="462672"/>
              </a:xfrm>
              <a:prstGeom prst="rect">
                <a:avLst/>
              </a:prstGeom>
              <a:solidFill>
                <a:srgbClr val="EB5C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mr-IN" altLang="zh-CN" sz="700" b="1" dirty="0">
                    <a:solidFill>
                      <a:schemeClr val="tx2"/>
                    </a:solidFill>
                    <a:latin typeface="Huawei Sans" panose="020C0503030203020204" pitchFamily="34" charset="0"/>
                    <a:ea typeface="方正兰亭黑简体" panose="02000000000000000000" pitchFamily="2" charset="-122"/>
                    <a:cs typeface="Arial" charset="0"/>
                  </a:rPr>
                  <a:t>RGB</a:t>
                </a:r>
                <a:r>
                  <a:rPr kumimoji="1" lang="en-US" altLang="zh-CN" sz="700" b="1"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 235</a:t>
                </a:r>
                <a:r>
                  <a:rPr kumimoji="1" lang="mr-IN" altLang="zh-CN" sz="700" b="1" dirty="0">
                    <a:solidFill>
                      <a:schemeClr val="tx2"/>
                    </a:solidFill>
                    <a:latin typeface="Huawei Sans" panose="020C0503030203020204" pitchFamily="34" charset="0"/>
                    <a:ea typeface="方正兰亭黑简体" panose="02000000000000000000" pitchFamily="2" charset="-122"/>
                    <a:cs typeface="Arial" charset="0"/>
                  </a:rPr>
                  <a:t>/</a:t>
                </a:r>
                <a:r>
                  <a:rPr kumimoji="1" lang="en-US" altLang="zh-CN" sz="700" b="1"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92/1</a:t>
                </a:r>
                <a:endParaRPr kumimoji="1" lang="mr-IN" altLang="zh-CN" sz="700" b="1" dirty="0">
                  <a:solidFill>
                    <a:schemeClr val="tx2"/>
                  </a:solidFill>
                  <a:latin typeface="Huawei Sans" panose="020C0503030203020204" pitchFamily="34" charset="0"/>
                  <a:ea typeface="方正兰亭黑简体" panose="02000000000000000000" pitchFamily="2" charset="-122"/>
                  <a:cs typeface="Arial" charset="0"/>
                </a:endParaRPr>
              </a:p>
            </p:txBody>
          </p:sp>
          <p:sp>
            <p:nvSpPr>
              <p:cNvPr id="46" name="矩形 18">
                <a:extLst>
                  <a:ext uri="{FF2B5EF4-FFF2-40B4-BE49-F238E27FC236}">
                    <a16:creationId xmlns:a16="http://schemas.microsoft.com/office/drawing/2014/main" xmlns="" id="{2A29AF15-F5C4-A842-A63B-5DBA549CB92F}"/>
                  </a:ext>
                </a:extLst>
              </p:cNvPr>
              <p:cNvSpPr/>
              <p:nvPr userDrawn="1"/>
            </p:nvSpPr>
            <p:spPr>
              <a:xfrm>
                <a:off x="12315636" y="5880294"/>
                <a:ext cx="911019" cy="462672"/>
              </a:xfrm>
              <a:prstGeom prst="rect">
                <a:avLst/>
              </a:prstGeom>
              <a:solidFill>
                <a:srgbClr val="8989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mr-IN" altLang="zh-CN" sz="700" b="1" dirty="0">
                    <a:solidFill>
                      <a:schemeClr val="tx2"/>
                    </a:solidFill>
                    <a:latin typeface="Huawei Sans" panose="020C0503030203020204" pitchFamily="34" charset="0"/>
                    <a:ea typeface="方正兰亭黑简体" panose="02000000000000000000" pitchFamily="2" charset="-122"/>
                    <a:cs typeface="Arial" charset="0"/>
                  </a:rPr>
                  <a:t>RGB</a:t>
                </a:r>
                <a:r>
                  <a:rPr kumimoji="1" lang="en-US" altLang="zh-CN" sz="700" b="1"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 137/137/137</a:t>
                </a:r>
                <a:endParaRPr kumimoji="1" lang="mr-IN" altLang="zh-CN" sz="700" b="1" dirty="0">
                  <a:solidFill>
                    <a:schemeClr val="tx2"/>
                  </a:solidFill>
                  <a:latin typeface="Huawei Sans" panose="020C0503030203020204" pitchFamily="34" charset="0"/>
                  <a:ea typeface="方正兰亭黑简体" panose="02000000000000000000" pitchFamily="2" charset="-122"/>
                  <a:cs typeface="Arial" charset="0"/>
                </a:endParaRPr>
              </a:p>
            </p:txBody>
          </p:sp>
          <p:sp>
            <p:nvSpPr>
              <p:cNvPr id="47" name="矩形 19">
                <a:extLst>
                  <a:ext uri="{FF2B5EF4-FFF2-40B4-BE49-F238E27FC236}">
                    <a16:creationId xmlns:a16="http://schemas.microsoft.com/office/drawing/2014/main" xmlns="" id="{E9EA970A-4D36-BC41-B8BE-40DF553320E7}"/>
                  </a:ext>
                </a:extLst>
              </p:cNvPr>
              <p:cNvSpPr/>
              <p:nvPr userDrawn="1"/>
            </p:nvSpPr>
            <p:spPr>
              <a:xfrm>
                <a:off x="12315636" y="5362779"/>
                <a:ext cx="911019" cy="462672"/>
              </a:xfrm>
              <a:prstGeom prst="rect">
                <a:avLst/>
              </a:prstGeom>
              <a:solidFill>
                <a:srgbClr val="23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mr-IN" altLang="zh-CN" sz="700" b="1" dirty="0">
                    <a:solidFill>
                      <a:schemeClr val="tx2"/>
                    </a:solidFill>
                    <a:latin typeface="Huawei Sans" panose="020C0503030203020204" pitchFamily="34" charset="0"/>
                    <a:ea typeface="方正兰亭黑简体" panose="02000000000000000000" pitchFamily="2" charset="-122"/>
                    <a:cs typeface="Arial" charset="0"/>
                  </a:rPr>
                  <a:t>RGB</a:t>
                </a:r>
                <a:r>
                  <a:rPr kumimoji="1" lang="en-US" altLang="zh-CN" sz="700" b="1"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 35/24/21</a:t>
                </a:r>
                <a:endParaRPr kumimoji="1" lang="mr-IN" altLang="zh-CN" sz="700" b="1" dirty="0">
                  <a:solidFill>
                    <a:schemeClr val="tx2"/>
                  </a:solidFill>
                  <a:latin typeface="Huawei Sans" panose="020C0503030203020204" pitchFamily="34" charset="0"/>
                  <a:ea typeface="方正兰亭黑简体" panose="02000000000000000000" pitchFamily="2" charset="-122"/>
                  <a:cs typeface="Arial" charset="0"/>
                </a:endParaRPr>
              </a:p>
            </p:txBody>
          </p:sp>
          <p:sp>
            <p:nvSpPr>
              <p:cNvPr id="48" name="矩形 22">
                <a:extLst>
                  <a:ext uri="{FF2B5EF4-FFF2-40B4-BE49-F238E27FC236}">
                    <a16:creationId xmlns:a16="http://schemas.microsoft.com/office/drawing/2014/main" xmlns="" id="{14EE21FB-1D92-0241-ABA5-5E9A6AEE0DC8}"/>
                  </a:ext>
                </a:extLst>
              </p:cNvPr>
              <p:cNvSpPr/>
              <p:nvPr userDrawn="1"/>
            </p:nvSpPr>
            <p:spPr>
              <a:xfrm>
                <a:off x="12315636" y="6403948"/>
                <a:ext cx="911019" cy="462672"/>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mr-IN" altLang="zh-CN" sz="700" b="1" dirty="0">
                    <a:solidFill>
                      <a:schemeClr val="bg1"/>
                    </a:solidFill>
                    <a:latin typeface="Huawei Sans" panose="020C0503030203020204" pitchFamily="34" charset="0"/>
                    <a:ea typeface="方正兰亭黑简体" panose="02000000000000000000" pitchFamily="2" charset="-122"/>
                    <a:cs typeface="Arial" charset="0"/>
                  </a:rPr>
                  <a:t>RGB</a:t>
                </a:r>
                <a:r>
                  <a:rPr kumimoji="1" lang="en-US" altLang="zh-CN" sz="700" b="1" dirty="0">
                    <a:solidFill>
                      <a:schemeClr val="bg1"/>
                    </a:solidFill>
                    <a:latin typeface="Huawei Sans" panose="020C0503030203020204" pitchFamily="34" charset="0"/>
                    <a:ea typeface="方正兰亭黑简体" panose="02000000000000000000" pitchFamily="2" charset="-122"/>
                    <a:cs typeface="Huawei Sans" panose="020C0503030203020204" pitchFamily="34" charset="0"/>
                  </a:rPr>
                  <a:t> 221</a:t>
                </a:r>
                <a:r>
                  <a:rPr kumimoji="1" lang="mr-IN" altLang="zh-CN" sz="700" b="1" dirty="0">
                    <a:solidFill>
                      <a:schemeClr val="bg1"/>
                    </a:solidFill>
                    <a:latin typeface="Huawei Sans" panose="020C0503030203020204" pitchFamily="34" charset="0"/>
                    <a:ea typeface="方正兰亭黑简体" panose="02000000000000000000" pitchFamily="2" charset="-122"/>
                    <a:cs typeface="Arial" charset="0"/>
                  </a:rPr>
                  <a:t>/</a:t>
                </a:r>
                <a:r>
                  <a:rPr kumimoji="1" lang="en-US" altLang="zh-CN" sz="700" b="1" dirty="0">
                    <a:solidFill>
                      <a:schemeClr val="bg1"/>
                    </a:solidFill>
                    <a:latin typeface="Huawei Sans" panose="020C0503030203020204" pitchFamily="34" charset="0"/>
                    <a:ea typeface="方正兰亭黑简体" panose="02000000000000000000" pitchFamily="2" charset="-122"/>
                    <a:cs typeface="Huawei Sans" panose="020C0503030203020204" pitchFamily="34" charset="0"/>
                  </a:rPr>
                  <a:t>221/221</a:t>
                </a:r>
                <a:endParaRPr kumimoji="1" lang="mr-IN" altLang="zh-CN" sz="700" b="1" dirty="0">
                  <a:solidFill>
                    <a:schemeClr val="bg1"/>
                  </a:solidFill>
                  <a:latin typeface="Huawei Sans" panose="020C0503030203020204" pitchFamily="34" charset="0"/>
                  <a:ea typeface="方正兰亭黑简体" panose="02000000000000000000" pitchFamily="2" charset="-122"/>
                  <a:cs typeface="Arial" charset="0"/>
                </a:endParaRPr>
              </a:p>
            </p:txBody>
          </p:sp>
          <p:sp>
            <p:nvSpPr>
              <p:cNvPr id="49" name="矩形 12">
                <a:extLst>
                  <a:ext uri="{FF2B5EF4-FFF2-40B4-BE49-F238E27FC236}">
                    <a16:creationId xmlns:a16="http://schemas.microsoft.com/office/drawing/2014/main" xmlns="" id="{883734A3-2645-434A-9DCC-1416B6C687CC}"/>
                  </a:ext>
                </a:extLst>
              </p:cNvPr>
              <p:cNvSpPr/>
              <p:nvPr userDrawn="1"/>
            </p:nvSpPr>
            <p:spPr>
              <a:xfrm>
                <a:off x="13288175" y="3785971"/>
                <a:ext cx="885201" cy="462672"/>
              </a:xfrm>
              <a:prstGeom prst="rect">
                <a:avLst/>
              </a:prstGeom>
              <a:solidFill>
                <a:srgbClr val="E98C8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mr-IN" altLang="zh-CN" sz="700" b="1" dirty="0">
                    <a:solidFill>
                      <a:schemeClr val="tx2"/>
                    </a:solidFill>
                    <a:latin typeface="Huawei Sans" panose="020C0503030203020204" pitchFamily="34" charset="0"/>
                    <a:ea typeface="方正兰亭黑简体" panose="02000000000000000000" pitchFamily="2" charset="-122"/>
                    <a:cs typeface="Arial" charset="0"/>
                  </a:rPr>
                  <a:t>RGB</a:t>
                </a:r>
                <a:r>
                  <a:rPr kumimoji="1" lang="en-US" altLang="zh-CN" sz="700" b="1"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 233</a:t>
                </a:r>
                <a:r>
                  <a:rPr kumimoji="1" lang="mr-IN" altLang="zh-CN" sz="700" b="1" dirty="0">
                    <a:solidFill>
                      <a:schemeClr val="tx2"/>
                    </a:solidFill>
                    <a:latin typeface="Huawei Sans" panose="020C0503030203020204" pitchFamily="34" charset="0"/>
                    <a:ea typeface="方正兰亭黑简体" panose="02000000000000000000" pitchFamily="2" charset="-122"/>
                    <a:cs typeface="Arial" charset="0"/>
                  </a:rPr>
                  <a:t>/</a:t>
                </a:r>
                <a:r>
                  <a:rPr kumimoji="1" lang="en-US" altLang="zh-CN" sz="700" b="1"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140/128</a:t>
                </a:r>
                <a:endParaRPr kumimoji="1" lang="mr-IN" altLang="zh-CN" sz="700" b="1" dirty="0">
                  <a:solidFill>
                    <a:schemeClr val="tx2"/>
                  </a:solidFill>
                  <a:latin typeface="Huawei Sans" panose="020C0503030203020204" pitchFamily="34" charset="0"/>
                  <a:ea typeface="方正兰亭黑简体" panose="02000000000000000000" pitchFamily="2" charset="-122"/>
                  <a:cs typeface="Arial" charset="0"/>
                </a:endParaRPr>
              </a:p>
            </p:txBody>
          </p:sp>
          <p:sp>
            <p:nvSpPr>
              <p:cNvPr id="50" name="矩形 13">
                <a:extLst>
                  <a:ext uri="{FF2B5EF4-FFF2-40B4-BE49-F238E27FC236}">
                    <a16:creationId xmlns:a16="http://schemas.microsoft.com/office/drawing/2014/main" xmlns="" id="{1FF13552-FB3D-134A-A80A-6CFB35DFE1A1}"/>
                  </a:ext>
                </a:extLst>
              </p:cNvPr>
              <p:cNvSpPr/>
              <p:nvPr userDrawn="1"/>
            </p:nvSpPr>
            <p:spPr>
              <a:xfrm>
                <a:off x="13288175" y="3259312"/>
                <a:ext cx="885201" cy="462672"/>
              </a:xfrm>
              <a:prstGeom prst="rect">
                <a:avLst/>
              </a:prstGeom>
              <a:solidFill>
                <a:srgbClr val="A72126"/>
              </a:solidFill>
              <a:ln>
                <a:solidFill>
                  <a:srgbClr val="9F000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mr-IN" altLang="zh-CN" sz="700" b="1" dirty="0">
                    <a:solidFill>
                      <a:schemeClr val="tx2"/>
                    </a:solidFill>
                    <a:latin typeface="Huawei Sans" panose="020C0503030203020204" pitchFamily="34" charset="0"/>
                    <a:ea typeface="方正兰亭黑简体" panose="02000000000000000000" pitchFamily="2" charset="-122"/>
                    <a:cs typeface="Arial" charset="0"/>
                  </a:rPr>
                  <a:t>RGB</a:t>
                </a:r>
                <a:r>
                  <a:rPr kumimoji="1" lang="en-US" altLang="zh-CN" sz="700" b="1"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 159</a:t>
                </a:r>
                <a:r>
                  <a:rPr kumimoji="1" lang="mr-IN" altLang="zh-CN" sz="700" b="1" dirty="0">
                    <a:solidFill>
                      <a:schemeClr val="tx2"/>
                    </a:solidFill>
                    <a:latin typeface="Huawei Sans" panose="020C0503030203020204" pitchFamily="34" charset="0"/>
                    <a:ea typeface="方正兰亭黑简体" panose="02000000000000000000" pitchFamily="2" charset="-122"/>
                    <a:cs typeface="Arial" charset="0"/>
                  </a:rPr>
                  <a:t>/</a:t>
                </a:r>
                <a:r>
                  <a:rPr kumimoji="1" lang="en-US" altLang="zh-CN" sz="700" b="1"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0/1</a:t>
                </a:r>
                <a:endParaRPr kumimoji="1" lang="mr-IN" altLang="zh-CN" sz="700" b="1" dirty="0">
                  <a:solidFill>
                    <a:schemeClr val="tx2"/>
                  </a:solidFill>
                  <a:latin typeface="Huawei Sans" panose="020C0503030203020204" pitchFamily="34" charset="0"/>
                  <a:ea typeface="方正兰亭黑简体" panose="02000000000000000000" pitchFamily="2" charset="-122"/>
                  <a:cs typeface="Arial" charset="0"/>
                </a:endParaRPr>
              </a:p>
            </p:txBody>
          </p:sp>
          <p:sp>
            <p:nvSpPr>
              <p:cNvPr id="51" name="矩形 16">
                <a:extLst>
                  <a:ext uri="{FF2B5EF4-FFF2-40B4-BE49-F238E27FC236}">
                    <a16:creationId xmlns:a16="http://schemas.microsoft.com/office/drawing/2014/main" xmlns="" id="{0A96471B-CB12-1443-B01F-C14C9112C149}"/>
                  </a:ext>
                </a:extLst>
              </p:cNvPr>
              <p:cNvSpPr/>
              <p:nvPr userDrawn="1"/>
            </p:nvSpPr>
            <p:spPr>
              <a:xfrm>
                <a:off x="13288175" y="4836793"/>
                <a:ext cx="885201" cy="462672"/>
              </a:xfrm>
              <a:prstGeom prst="rect">
                <a:avLst/>
              </a:prstGeom>
              <a:solidFill>
                <a:srgbClr val="F5DC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mr-IN" altLang="zh-CN" sz="700" b="1" dirty="0">
                    <a:solidFill>
                      <a:schemeClr val="bg1"/>
                    </a:solidFill>
                    <a:latin typeface="Huawei Sans" panose="020C0503030203020204" pitchFamily="34" charset="0"/>
                    <a:ea typeface="方正兰亭黑简体" panose="02000000000000000000" pitchFamily="2" charset="-122"/>
                    <a:cs typeface="Arial" charset="0"/>
                  </a:rPr>
                  <a:t>RGB</a:t>
                </a:r>
                <a:r>
                  <a:rPr kumimoji="1" lang="en-US" altLang="zh-CN" sz="700" b="1" dirty="0">
                    <a:solidFill>
                      <a:schemeClr val="bg1"/>
                    </a:solidFill>
                    <a:latin typeface="Huawei Sans" panose="020C0503030203020204" pitchFamily="34" charset="0"/>
                    <a:ea typeface="方正兰亭黑简体" panose="02000000000000000000" pitchFamily="2" charset="-122"/>
                    <a:cs typeface="Huawei Sans" panose="020C0503030203020204" pitchFamily="34" charset="0"/>
                  </a:rPr>
                  <a:t> 245</a:t>
                </a:r>
                <a:r>
                  <a:rPr kumimoji="1" lang="mr-IN" altLang="zh-CN" sz="700" b="1" dirty="0">
                    <a:solidFill>
                      <a:schemeClr val="bg1"/>
                    </a:solidFill>
                    <a:latin typeface="Huawei Sans" panose="020C0503030203020204" pitchFamily="34" charset="0"/>
                    <a:ea typeface="方正兰亭黑简体" panose="02000000000000000000" pitchFamily="2" charset="-122"/>
                    <a:cs typeface="Arial" charset="0"/>
                  </a:rPr>
                  <a:t>/</a:t>
                </a:r>
                <a:r>
                  <a:rPr kumimoji="1" lang="en-US" altLang="zh-CN" sz="700" b="1" dirty="0">
                    <a:solidFill>
                      <a:schemeClr val="bg1"/>
                    </a:solidFill>
                    <a:latin typeface="Huawei Sans" panose="020C0503030203020204" pitchFamily="34" charset="0"/>
                    <a:ea typeface="方正兰亭黑简体" panose="02000000000000000000" pitchFamily="2" charset="-122"/>
                    <a:cs typeface="Huawei Sans" panose="020C0503030203020204" pitchFamily="34" charset="0"/>
                  </a:rPr>
                  <a:t>220/87</a:t>
                </a:r>
                <a:endParaRPr kumimoji="1" lang="mr-IN" altLang="zh-CN" sz="700" b="1" dirty="0">
                  <a:solidFill>
                    <a:schemeClr val="bg1"/>
                  </a:solidFill>
                  <a:latin typeface="Huawei Sans" panose="020C0503030203020204" pitchFamily="34" charset="0"/>
                  <a:ea typeface="方正兰亭黑简体" panose="02000000000000000000" pitchFamily="2" charset="-122"/>
                  <a:cs typeface="Arial" charset="0"/>
                </a:endParaRPr>
              </a:p>
            </p:txBody>
          </p:sp>
          <p:sp>
            <p:nvSpPr>
              <p:cNvPr id="52" name="矩形 17">
                <a:extLst>
                  <a:ext uri="{FF2B5EF4-FFF2-40B4-BE49-F238E27FC236}">
                    <a16:creationId xmlns:a16="http://schemas.microsoft.com/office/drawing/2014/main" xmlns="" id="{61890D59-CF8B-1449-A836-3A304EC9A907}"/>
                  </a:ext>
                </a:extLst>
              </p:cNvPr>
              <p:cNvSpPr/>
              <p:nvPr userDrawn="1"/>
            </p:nvSpPr>
            <p:spPr>
              <a:xfrm>
                <a:off x="13288175" y="4319278"/>
                <a:ext cx="885201" cy="462672"/>
              </a:xfrm>
              <a:prstGeom prst="rect">
                <a:avLst/>
              </a:prstGeom>
              <a:solidFill>
                <a:srgbClr val="F085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mr-IN" altLang="zh-CN" sz="700" b="1" dirty="0">
                    <a:solidFill>
                      <a:schemeClr val="tx2"/>
                    </a:solidFill>
                    <a:latin typeface="Huawei Sans" panose="020C0503030203020204" pitchFamily="34" charset="0"/>
                    <a:ea typeface="方正兰亭黑简体" panose="02000000000000000000" pitchFamily="2" charset="-122"/>
                    <a:cs typeface="Arial" charset="0"/>
                  </a:rPr>
                  <a:t>RGB</a:t>
                </a:r>
                <a:r>
                  <a:rPr kumimoji="1" lang="en-US" altLang="zh-CN" sz="700" b="1"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 240</a:t>
                </a:r>
                <a:r>
                  <a:rPr kumimoji="1" lang="mr-IN" altLang="zh-CN" sz="700" b="1" dirty="0">
                    <a:solidFill>
                      <a:schemeClr val="tx2"/>
                    </a:solidFill>
                    <a:latin typeface="Huawei Sans" panose="020C0503030203020204" pitchFamily="34" charset="0"/>
                    <a:ea typeface="方正兰亭黑简体" panose="02000000000000000000" pitchFamily="2" charset="-122"/>
                    <a:cs typeface="Arial" charset="0"/>
                  </a:rPr>
                  <a:t>/</a:t>
                </a:r>
                <a:r>
                  <a:rPr kumimoji="1" lang="en-US" altLang="zh-CN" sz="700" b="1"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133/0</a:t>
                </a:r>
                <a:endParaRPr kumimoji="1" lang="mr-IN" altLang="zh-CN" sz="700" b="1" dirty="0">
                  <a:solidFill>
                    <a:schemeClr val="tx2"/>
                  </a:solidFill>
                  <a:latin typeface="Huawei Sans" panose="020C0503030203020204" pitchFamily="34" charset="0"/>
                  <a:ea typeface="方正兰亭黑简体" panose="02000000000000000000" pitchFamily="2" charset="-122"/>
                  <a:cs typeface="Arial" charset="0"/>
                </a:endParaRPr>
              </a:p>
            </p:txBody>
          </p:sp>
          <p:sp>
            <p:nvSpPr>
              <p:cNvPr id="53" name="矩形 18">
                <a:extLst>
                  <a:ext uri="{FF2B5EF4-FFF2-40B4-BE49-F238E27FC236}">
                    <a16:creationId xmlns:a16="http://schemas.microsoft.com/office/drawing/2014/main" xmlns="" id="{0466A1E1-E7C7-FD49-9880-9E44BED19FF5}"/>
                  </a:ext>
                </a:extLst>
              </p:cNvPr>
              <p:cNvSpPr/>
              <p:nvPr userDrawn="1"/>
            </p:nvSpPr>
            <p:spPr>
              <a:xfrm>
                <a:off x="13288171" y="5880294"/>
                <a:ext cx="911019" cy="462672"/>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mr-IN" altLang="zh-CN" sz="700" b="1" dirty="0">
                    <a:solidFill>
                      <a:schemeClr val="tx2"/>
                    </a:solidFill>
                    <a:latin typeface="Huawei Sans" panose="020C0503030203020204" pitchFamily="34" charset="0"/>
                    <a:ea typeface="方正兰亭黑简体" panose="02000000000000000000" pitchFamily="2" charset="-122"/>
                    <a:cs typeface="Arial" charset="0"/>
                  </a:rPr>
                  <a:t>RGB</a:t>
                </a:r>
                <a:r>
                  <a:rPr kumimoji="1" lang="en-US" altLang="zh-CN" sz="700" b="1"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 181</a:t>
                </a:r>
                <a:r>
                  <a:rPr kumimoji="1" lang="mr-IN" altLang="zh-CN" sz="700" b="1" dirty="0">
                    <a:solidFill>
                      <a:schemeClr val="tx2"/>
                    </a:solidFill>
                    <a:latin typeface="Huawei Sans" panose="020C0503030203020204" pitchFamily="34" charset="0"/>
                    <a:ea typeface="方正兰亭黑简体" panose="02000000000000000000" pitchFamily="2" charset="-122"/>
                    <a:cs typeface="Arial" charset="0"/>
                  </a:rPr>
                  <a:t>/</a:t>
                </a:r>
                <a:r>
                  <a:rPr kumimoji="1" lang="en-US" altLang="zh-CN" sz="700" b="1"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181/181</a:t>
                </a:r>
                <a:endParaRPr kumimoji="1" lang="mr-IN" altLang="zh-CN" sz="700" b="1" dirty="0">
                  <a:solidFill>
                    <a:schemeClr val="tx2"/>
                  </a:solidFill>
                  <a:latin typeface="Huawei Sans" panose="020C0503030203020204" pitchFamily="34" charset="0"/>
                  <a:ea typeface="方正兰亭黑简体" panose="02000000000000000000" pitchFamily="2" charset="-122"/>
                  <a:cs typeface="Arial" charset="0"/>
                </a:endParaRPr>
              </a:p>
            </p:txBody>
          </p:sp>
          <p:sp>
            <p:nvSpPr>
              <p:cNvPr id="54" name="矩形 19">
                <a:extLst>
                  <a:ext uri="{FF2B5EF4-FFF2-40B4-BE49-F238E27FC236}">
                    <a16:creationId xmlns:a16="http://schemas.microsoft.com/office/drawing/2014/main" xmlns="" id="{B21AD6AC-1275-0142-A9EA-D77B26CB40EF}"/>
                  </a:ext>
                </a:extLst>
              </p:cNvPr>
              <p:cNvSpPr/>
              <p:nvPr userDrawn="1"/>
            </p:nvSpPr>
            <p:spPr>
              <a:xfrm>
                <a:off x="13288171" y="5362779"/>
                <a:ext cx="911019" cy="462672"/>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mr-IN" altLang="zh-CN" sz="700" b="1" dirty="0">
                    <a:solidFill>
                      <a:schemeClr val="tx2"/>
                    </a:solidFill>
                    <a:latin typeface="Huawei Sans" panose="020C0503030203020204" pitchFamily="34" charset="0"/>
                    <a:ea typeface="方正兰亭黑简体" panose="02000000000000000000" pitchFamily="2" charset="-122"/>
                    <a:cs typeface="Arial" charset="0"/>
                  </a:rPr>
                  <a:t>RGB</a:t>
                </a:r>
                <a:r>
                  <a:rPr kumimoji="1" lang="en-US" altLang="zh-CN" sz="700" b="1"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 89</a:t>
                </a:r>
                <a:r>
                  <a:rPr kumimoji="1" lang="mr-IN" altLang="zh-CN" sz="700" b="1" dirty="0">
                    <a:solidFill>
                      <a:schemeClr val="tx2"/>
                    </a:solidFill>
                    <a:latin typeface="Huawei Sans" panose="020C0503030203020204" pitchFamily="34" charset="0"/>
                    <a:ea typeface="方正兰亭黑简体" panose="02000000000000000000" pitchFamily="2" charset="-122"/>
                    <a:cs typeface="Arial" charset="0"/>
                  </a:rPr>
                  <a:t>/</a:t>
                </a:r>
                <a:r>
                  <a:rPr kumimoji="1" lang="en-US" altLang="zh-CN" sz="700" b="1"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87/87</a:t>
                </a:r>
                <a:endParaRPr kumimoji="1" lang="mr-IN" altLang="zh-CN" sz="700" b="1" dirty="0">
                  <a:solidFill>
                    <a:schemeClr val="tx2"/>
                  </a:solidFill>
                  <a:latin typeface="Huawei Sans" panose="020C0503030203020204" pitchFamily="34" charset="0"/>
                  <a:ea typeface="方正兰亭黑简体" panose="02000000000000000000" pitchFamily="2" charset="-122"/>
                  <a:cs typeface="Arial" charset="0"/>
                </a:endParaRPr>
              </a:p>
            </p:txBody>
          </p:sp>
          <p:sp>
            <p:nvSpPr>
              <p:cNvPr id="55" name="矩形 22">
                <a:extLst>
                  <a:ext uri="{FF2B5EF4-FFF2-40B4-BE49-F238E27FC236}">
                    <a16:creationId xmlns:a16="http://schemas.microsoft.com/office/drawing/2014/main" xmlns="" id="{238BAC2A-AE09-A84D-875D-8472236D6610}"/>
                  </a:ext>
                </a:extLst>
              </p:cNvPr>
              <p:cNvSpPr/>
              <p:nvPr userDrawn="1"/>
            </p:nvSpPr>
            <p:spPr>
              <a:xfrm>
                <a:off x="13288171" y="6403948"/>
                <a:ext cx="911019" cy="462672"/>
              </a:xfrm>
              <a:prstGeom prst="rect">
                <a:avLst/>
              </a:prstGeom>
              <a:solidFill>
                <a:srgbClr val="FFFFFF"/>
              </a:solidFill>
              <a:ln w="6350">
                <a:solidFill>
                  <a:schemeClr val="bg1">
                    <a:lumMod val="10000"/>
                    <a:lumOff val="9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mr-IN" altLang="zh-CN" sz="700" b="1" dirty="0">
                    <a:solidFill>
                      <a:schemeClr val="bg1"/>
                    </a:solidFill>
                    <a:latin typeface="Huawei Sans" panose="020C0503030203020204" pitchFamily="34" charset="0"/>
                    <a:ea typeface="方正兰亭黑简体" panose="02000000000000000000" pitchFamily="2" charset="-122"/>
                    <a:cs typeface="Arial" charset="0"/>
                  </a:rPr>
                  <a:t>RGB</a:t>
                </a:r>
                <a:r>
                  <a:rPr kumimoji="1" lang="en-US" altLang="zh-CN" sz="700" b="1" dirty="0">
                    <a:solidFill>
                      <a:schemeClr val="bg1"/>
                    </a:solidFill>
                    <a:latin typeface="Huawei Sans" panose="020C0503030203020204" pitchFamily="34" charset="0"/>
                    <a:ea typeface="方正兰亭黑简体" panose="02000000000000000000" pitchFamily="2" charset="-122"/>
                    <a:cs typeface="Huawei Sans" panose="020C0503030203020204" pitchFamily="34" charset="0"/>
                  </a:rPr>
                  <a:t> 255</a:t>
                </a:r>
                <a:r>
                  <a:rPr kumimoji="1" lang="mr-IN" altLang="zh-CN" sz="700" b="1" dirty="0">
                    <a:solidFill>
                      <a:schemeClr val="bg1"/>
                    </a:solidFill>
                    <a:latin typeface="Huawei Sans" panose="020C0503030203020204" pitchFamily="34" charset="0"/>
                    <a:ea typeface="方正兰亭黑简体" panose="02000000000000000000" pitchFamily="2" charset="-122"/>
                    <a:cs typeface="Arial" charset="0"/>
                  </a:rPr>
                  <a:t>/</a:t>
                </a:r>
                <a:r>
                  <a:rPr kumimoji="1" lang="en-US" altLang="zh-CN" sz="700" b="1" dirty="0">
                    <a:solidFill>
                      <a:schemeClr val="bg1"/>
                    </a:solidFill>
                    <a:latin typeface="Huawei Sans" panose="020C0503030203020204" pitchFamily="34" charset="0"/>
                    <a:ea typeface="方正兰亭黑简体" panose="02000000000000000000" pitchFamily="2" charset="-122"/>
                    <a:cs typeface="Huawei Sans" panose="020C0503030203020204" pitchFamily="34" charset="0"/>
                  </a:rPr>
                  <a:t>255/255</a:t>
                </a:r>
                <a:endParaRPr kumimoji="1" lang="mr-IN" altLang="zh-CN" sz="700" b="1" dirty="0">
                  <a:solidFill>
                    <a:schemeClr val="bg1"/>
                  </a:solidFill>
                  <a:latin typeface="Huawei Sans" panose="020C0503030203020204" pitchFamily="34" charset="0"/>
                  <a:ea typeface="方正兰亭黑简体" panose="02000000000000000000" pitchFamily="2" charset="-122"/>
                  <a:cs typeface="Arial" charset="0"/>
                </a:endParaRPr>
              </a:p>
            </p:txBody>
          </p:sp>
        </p:grpSp>
      </p:grpSp>
    </p:spTree>
    <p:extLst>
      <p:ext uri="{BB962C8B-B14F-4D97-AF65-F5344CB8AC3E}">
        <p14:creationId xmlns:p14="http://schemas.microsoft.com/office/powerpoint/2010/main" val="3690452821"/>
      </p:ext>
    </p:extLst>
  </p:cSld>
  <p:clrMap bg1="lt1" tx1="dk1" bg2="lt2" tx2="dk2" accent1="accent1" accent2="accent2" accent3="accent3" accent4="accent4" accent5="accent5" accent6="accent6" hlink="hlink" folHlink="folHlink"/>
  <p:sldLayoutIdLst>
    <p:sldLayoutId id="2147483850" r:id="rId1"/>
    <p:sldLayoutId id="2147483851" r:id="rId2"/>
    <p:sldLayoutId id="2147483852" r:id="rId3"/>
    <p:sldLayoutId id="2147483853" r:id="rId4"/>
    <p:sldLayoutId id="2147483854" r:id="rId5"/>
    <p:sldLayoutId id="2147483855" r:id="rId6"/>
    <p:sldLayoutId id="2147483856" r:id="rId7"/>
    <p:sldLayoutId id="2147483857" r:id="rId8"/>
  </p:sldLayoutIdLst>
  <p:timing>
    <p:tnLst>
      <p:par>
        <p:cTn id="1" dur="indefinite" restart="never" nodeType="tmRoot"/>
      </p:par>
    </p:tnLst>
  </p:timing>
  <p:txStyles>
    <p:titleStyle>
      <a:lvl1pPr algn="l" defTabSz="914034" rtl="0" eaLnBrk="1" fontAlgn="ctr" latinLnBrk="0" hangingPunct="1">
        <a:lnSpc>
          <a:spcPct val="90000"/>
        </a:lnSpc>
        <a:spcBef>
          <a:spcPct val="0"/>
        </a:spcBef>
        <a:buNone/>
        <a:defRPr sz="3499" kern="1200">
          <a:solidFill>
            <a:schemeClr val="tx1"/>
          </a:solidFill>
          <a:latin typeface="Huawei Sans" panose="020C0503030203020204" pitchFamily="34" charset="0"/>
          <a:ea typeface="方正兰亭黑简体" panose="02000000000000000000" pitchFamily="2" charset="-122"/>
          <a:cs typeface="+mj-cs"/>
        </a:defRPr>
      </a:lvl1pPr>
    </p:titleStyle>
    <p:bodyStyle>
      <a:lvl1pPr marL="302279" indent="-302279" algn="l" defTabSz="914034" rtl="0" eaLnBrk="1" fontAlgn="ctr" latinLnBrk="0" hangingPunct="1">
        <a:lnSpc>
          <a:spcPct val="140000"/>
        </a:lnSpc>
        <a:spcBef>
          <a:spcPts val="792"/>
        </a:spcBef>
        <a:buSzPct val="50000"/>
        <a:buFont typeface="Wingdings" panose="05000000000000000000" pitchFamily="2" charset="2"/>
        <a:buChar char="l"/>
        <a:defRPr sz="2199" kern="1200">
          <a:solidFill>
            <a:schemeClr val="tx1"/>
          </a:solidFill>
          <a:latin typeface="Huawei Sans" panose="020C0503030203020204" pitchFamily="34" charset="0"/>
          <a:ea typeface="方正兰亭黑简体" panose="02000000000000000000" pitchFamily="2" charset="-122"/>
          <a:cs typeface="+mn-cs"/>
        </a:defRPr>
      </a:lvl1pPr>
      <a:lvl2pPr marL="654938" indent="-251899" algn="l" defTabSz="914034" rtl="0" eaLnBrk="1" fontAlgn="ctr" latinLnBrk="0" hangingPunct="1">
        <a:lnSpc>
          <a:spcPct val="140000"/>
        </a:lnSpc>
        <a:spcBef>
          <a:spcPts val="720"/>
        </a:spcBef>
        <a:buClrTx/>
        <a:buSzPct val="50000"/>
        <a:buFont typeface="Wingdings" panose="05000000000000000000" pitchFamily="2" charset="2"/>
        <a:buChar char="p"/>
        <a:defRPr sz="1999" kern="1200">
          <a:solidFill>
            <a:schemeClr val="tx1"/>
          </a:solidFill>
          <a:latin typeface="Huawei Sans" panose="020C0503030203020204" pitchFamily="34" charset="0"/>
          <a:ea typeface="方正兰亭黑简体" panose="02000000000000000000" pitchFamily="2" charset="-122"/>
          <a:cs typeface="+mn-cs"/>
        </a:defRPr>
      </a:lvl2pPr>
      <a:lvl3pPr marL="1003998" indent="-201519" algn="l" defTabSz="914034" rtl="0" eaLnBrk="1" fontAlgn="ctr" latinLnBrk="0" hangingPunct="1">
        <a:lnSpc>
          <a:spcPct val="140000"/>
        </a:lnSpc>
        <a:spcBef>
          <a:spcPts val="648"/>
        </a:spcBef>
        <a:buClrTx/>
        <a:buSzPct val="50000"/>
        <a:buFont typeface="Wingdings" panose="05000000000000000000" pitchFamily="2" charset="2"/>
        <a:buChar char="n"/>
        <a:defRPr sz="1799" kern="1200">
          <a:solidFill>
            <a:schemeClr val="tx1"/>
          </a:solidFill>
          <a:latin typeface="Huawei Sans" panose="020C0503030203020204" pitchFamily="34" charset="0"/>
          <a:ea typeface="方正兰亭黑简体" panose="02000000000000000000" pitchFamily="2" charset="-122"/>
          <a:cs typeface="+mn-cs"/>
        </a:defRPr>
      </a:lvl3pPr>
      <a:lvl4pPr marL="1399840" indent="-197921" algn="l" defTabSz="914034" rtl="0" eaLnBrk="1" fontAlgn="ctr" latinLnBrk="0" hangingPunct="1">
        <a:lnSpc>
          <a:spcPct val="140000"/>
        </a:lnSpc>
        <a:spcBef>
          <a:spcPts val="576"/>
        </a:spcBef>
        <a:buFont typeface="Huawei Sans" panose="020C0503030203020204" pitchFamily="34" charset="0"/>
        <a:buChar char="−"/>
        <a:defRPr sz="1599" kern="1200">
          <a:solidFill>
            <a:schemeClr val="tx1"/>
          </a:solidFill>
          <a:latin typeface="Huawei Sans" panose="020C0503030203020204" pitchFamily="34" charset="0"/>
          <a:ea typeface="方正兰亭黑简体" panose="02000000000000000000" pitchFamily="2" charset="-122"/>
          <a:cs typeface="+mn-cs"/>
        </a:defRPr>
      </a:lvl4pPr>
      <a:lvl5pPr marL="1802879" indent="-201519" algn="l" defTabSz="914034" rtl="0" eaLnBrk="1" fontAlgn="ctr" latinLnBrk="0" hangingPunct="1">
        <a:lnSpc>
          <a:spcPct val="140000"/>
        </a:lnSpc>
        <a:spcBef>
          <a:spcPts val="576"/>
        </a:spcBef>
        <a:buFont typeface="Huawei Sans" panose="020C0503030203020204" pitchFamily="34" charset="0"/>
        <a:buChar char="~"/>
        <a:defRPr sz="1399" kern="1200">
          <a:solidFill>
            <a:schemeClr val="tx1"/>
          </a:solidFill>
          <a:latin typeface="Huawei Sans" panose="020C0503030203020204" pitchFamily="34" charset="0"/>
          <a:ea typeface="方正兰亭黑简体" panose="02000000000000000000" pitchFamily="2" charset="-122"/>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p:bodyStyle>
    <p:otherStyle>
      <a:defPPr>
        <a:defRPr lang="zh-CN"/>
      </a:defPPr>
      <a:lvl1pPr marL="0" algn="l" defTabSz="914034" rtl="0" eaLnBrk="1" latinLnBrk="0" hangingPunct="1">
        <a:defRPr sz="1799" kern="1200">
          <a:solidFill>
            <a:schemeClr val="tx1"/>
          </a:solidFill>
          <a:latin typeface="+mn-lt"/>
          <a:ea typeface="+mn-ea"/>
          <a:cs typeface="+mn-cs"/>
        </a:defRPr>
      </a:lvl1pPr>
      <a:lvl2pPr marL="457017" algn="l" defTabSz="914034" rtl="0" eaLnBrk="1" latinLnBrk="0" hangingPunct="1">
        <a:defRPr sz="1799" kern="1200">
          <a:solidFill>
            <a:schemeClr val="tx1"/>
          </a:solidFill>
          <a:latin typeface="+mn-lt"/>
          <a:ea typeface="+mn-ea"/>
          <a:cs typeface="+mn-cs"/>
        </a:defRPr>
      </a:lvl2pPr>
      <a:lvl3pPr marL="914034" algn="l" defTabSz="914034" rtl="0" eaLnBrk="1" latinLnBrk="0" hangingPunct="1">
        <a:defRPr sz="1799" kern="1200">
          <a:solidFill>
            <a:schemeClr val="tx1"/>
          </a:solidFill>
          <a:latin typeface="+mn-lt"/>
          <a:ea typeface="+mn-ea"/>
          <a:cs typeface="+mn-cs"/>
        </a:defRPr>
      </a:lvl3pPr>
      <a:lvl4pPr marL="1371051" algn="l" defTabSz="914034" rtl="0" eaLnBrk="1" latinLnBrk="0" hangingPunct="1">
        <a:defRPr sz="1799" kern="1200">
          <a:solidFill>
            <a:schemeClr val="tx1"/>
          </a:solidFill>
          <a:latin typeface="+mn-lt"/>
          <a:ea typeface="+mn-ea"/>
          <a:cs typeface="+mn-cs"/>
        </a:defRPr>
      </a:lvl4pPr>
      <a:lvl5pPr marL="1828068" algn="l" defTabSz="914034" rtl="0" eaLnBrk="1" latinLnBrk="0" hangingPunct="1">
        <a:defRPr sz="1799" kern="1200">
          <a:solidFill>
            <a:schemeClr val="tx1"/>
          </a:solidFill>
          <a:latin typeface="+mn-lt"/>
          <a:ea typeface="+mn-ea"/>
          <a:cs typeface="+mn-cs"/>
        </a:defRPr>
      </a:lvl5pPr>
      <a:lvl6pPr marL="2285086" algn="l" defTabSz="914034" rtl="0" eaLnBrk="1" latinLnBrk="0" hangingPunct="1">
        <a:defRPr sz="1799" kern="1200">
          <a:solidFill>
            <a:schemeClr val="tx1"/>
          </a:solidFill>
          <a:latin typeface="+mn-lt"/>
          <a:ea typeface="+mn-ea"/>
          <a:cs typeface="+mn-cs"/>
        </a:defRPr>
      </a:lvl6pPr>
      <a:lvl7pPr marL="2742103" algn="l" defTabSz="914034" rtl="0" eaLnBrk="1" latinLnBrk="0" hangingPunct="1">
        <a:defRPr sz="1799" kern="1200">
          <a:solidFill>
            <a:schemeClr val="tx1"/>
          </a:solidFill>
          <a:latin typeface="+mn-lt"/>
          <a:ea typeface="+mn-ea"/>
          <a:cs typeface="+mn-cs"/>
        </a:defRPr>
      </a:lvl7pPr>
      <a:lvl8pPr marL="3199120" algn="l" defTabSz="914034" rtl="0" eaLnBrk="1" latinLnBrk="0" hangingPunct="1">
        <a:defRPr sz="1799" kern="1200">
          <a:solidFill>
            <a:schemeClr val="tx1"/>
          </a:solidFill>
          <a:latin typeface="+mn-lt"/>
          <a:ea typeface="+mn-ea"/>
          <a:cs typeface="+mn-cs"/>
        </a:defRPr>
      </a:lvl8pPr>
      <a:lvl9pPr marL="3656137" algn="l" defTabSz="914034" rtl="0" eaLnBrk="1" latinLnBrk="0" hangingPunct="1">
        <a:defRPr sz="1799"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pos="574">
          <p15:clr>
            <a:srgbClr val="F26B43"/>
          </p15:clr>
        </p15:guide>
        <p15:guide id="2" pos="7399">
          <p15:clr>
            <a:srgbClr val="F26B43"/>
          </p15:clr>
        </p15:guide>
        <p15:guide id="3" orient="horz" pos="2341">
          <p15:clr>
            <a:srgbClr val="F26B43"/>
          </p15:clr>
        </p15:guide>
        <p15:guide id="4" orient="horz" pos="4020">
          <p15:clr>
            <a:srgbClr val="F26B43"/>
          </p15:clr>
        </p15:guide>
        <p15:guide id="5" orient="horz" pos="777">
          <p15:clr>
            <a:srgbClr val="F26B43"/>
          </p15:clr>
        </p15:guide>
        <p15:guide id="6" pos="3840">
          <p15:clr>
            <a:srgbClr val="F26B43"/>
          </p15:clr>
        </p15:guide>
        <p15:guide id="7" orient="horz" pos="459">
          <p15:clr>
            <a:srgbClr val="F26B43"/>
          </p15:clr>
        </p15:guide>
        <p15:guide id="8" pos="279">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ctrTitle"/>
          </p:nvPr>
        </p:nvSpPr>
        <p:spPr/>
        <p:txBody>
          <a:bodyPr/>
          <a:lstStyle/>
          <a:p>
            <a:r>
              <a:rPr lang="zh-CN" altLang="en-US" smtClean="0">
                <a:sym typeface="Huawei Sans" panose="020C0503030203020204" pitchFamily="34" charset="0"/>
              </a:rPr>
              <a:t>第</a:t>
            </a:r>
            <a:r>
              <a:rPr lang="en-US" altLang="zh-CN" smtClean="0">
                <a:sym typeface="Huawei Sans" panose="020C0503030203020204" pitchFamily="34" charset="0"/>
              </a:rPr>
              <a:t>7</a:t>
            </a:r>
            <a:r>
              <a:rPr lang="zh-CN" altLang="en-US" smtClean="0">
                <a:sym typeface="Huawei Sans" panose="020C0503030203020204" pitchFamily="34" charset="0"/>
              </a:rPr>
              <a:t>章 </a:t>
            </a:r>
            <a:r>
              <a:rPr lang="en-US" altLang="zh-CN" smtClean="0">
                <a:sym typeface="Huawei Sans" panose="020C0503030203020204" pitchFamily="34" charset="0"/>
              </a:rPr>
              <a:t>IPv6</a:t>
            </a:r>
            <a:r>
              <a:rPr lang="zh-CN" altLang="en-US" smtClean="0">
                <a:sym typeface="Huawei Sans" panose="020C0503030203020204" pitchFamily="34" charset="0"/>
              </a:rPr>
              <a:t>协议</a:t>
            </a:r>
            <a:endParaRPr lang="zh-CN" altLang="en-US" dirty="0">
              <a:sym typeface="Huawei Sans" panose="020C0503030203020204" pitchFamily="34" charset="0"/>
            </a:endParaRPr>
          </a:p>
        </p:txBody>
      </p:sp>
      <p:sp>
        <p:nvSpPr>
          <p:cNvPr id="6" name="文本占位符 5"/>
          <p:cNvSpPr>
            <a:spLocks noGrp="1"/>
          </p:cNvSpPr>
          <p:nvPr>
            <p:ph type="body" sz="quarter" idx="10"/>
          </p:nvPr>
        </p:nvSpPr>
        <p:spPr/>
        <p:txBody>
          <a:bodyPr/>
          <a:lstStyle/>
          <a:p>
            <a:endParaRPr lang="zh-CN" altLang="en-US"/>
          </a:p>
        </p:txBody>
      </p:sp>
    </p:spTree>
    <p:extLst>
      <p:ext uri="{BB962C8B-B14F-4D97-AF65-F5344CB8AC3E}">
        <p14:creationId xmlns:p14="http://schemas.microsoft.com/office/powerpoint/2010/main" val="208028485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标题 15"/>
          <p:cNvSpPr>
            <a:spLocks noGrp="1"/>
          </p:cNvSpPr>
          <p:nvPr>
            <p:ph type="title"/>
          </p:nvPr>
        </p:nvSpPr>
        <p:spPr/>
        <p:txBody>
          <a:bodyPr/>
          <a:lstStyle/>
          <a:p>
            <a:r>
              <a:rPr lang="zh-CN" altLang="en-US" dirty="0">
                <a:sym typeface="Huawei Sans" panose="020C0503030203020204" pitchFamily="34" charset="0"/>
              </a:rPr>
              <a:t>学习目标</a:t>
            </a:r>
          </a:p>
        </p:txBody>
      </p:sp>
      <p:sp>
        <p:nvSpPr>
          <p:cNvPr id="17" name="文本占位符 16"/>
          <p:cNvSpPr>
            <a:spLocks noGrp="1"/>
          </p:cNvSpPr>
          <p:nvPr>
            <p:ph type="body" sz="quarter" idx="10"/>
          </p:nvPr>
        </p:nvSpPr>
        <p:spPr>
          <a:xfrm>
            <a:off x="444603" y="1247556"/>
            <a:ext cx="11307600" cy="4680000"/>
          </a:xfrm>
        </p:spPr>
        <p:txBody>
          <a:bodyPr/>
          <a:lstStyle/>
          <a:p>
            <a:pPr marL="342900" indent="-342900">
              <a:buFont typeface="Wingdings" panose="05000000000000000000" pitchFamily="2" charset="2"/>
              <a:buChar char="l"/>
            </a:pPr>
            <a:r>
              <a:rPr lang="zh-CN" altLang="en-US" dirty="0">
                <a:sym typeface="Huawei Sans" panose="020C0503030203020204" pitchFamily="34" charset="0"/>
              </a:rPr>
              <a:t>掌握</a:t>
            </a:r>
            <a:r>
              <a:rPr lang="en-US" altLang="zh-CN" dirty="0">
                <a:sym typeface="Huawei Sans" panose="020C0503030203020204" pitchFamily="34" charset="0"/>
              </a:rPr>
              <a:t>IPv6</a:t>
            </a:r>
            <a:r>
              <a:rPr lang="zh-CN" altLang="en-US" dirty="0">
                <a:sym typeface="Huawei Sans" panose="020C0503030203020204" pitchFamily="34" charset="0"/>
              </a:rPr>
              <a:t>协议基础，包括</a:t>
            </a:r>
            <a:r>
              <a:rPr lang="en-US" altLang="zh-CN" dirty="0">
                <a:sym typeface="Huawei Sans" panose="020C0503030203020204" pitchFamily="34" charset="0"/>
              </a:rPr>
              <a:t>IPv6</a:t>
            </a:r>
            <a:r>
              <a:rPr lang="zh-CN" altLang="en-US" dirty="0">
                <a:sym typeface="Huawei Sans" panose="020C0503030203020204" pitchFamily="34" charset="0"/>
              </a:rPr>
              <a:t>的数据包封装、地址表示方式和配置；</a:t>
            </a:r>
          </a:p>
          <a:p>
            <a:pPr marL="342900" indent="-342900">
              <a:buFont typeface="Wingdings" panose="05000000000000000000" pitchFamily="2" charset="2"/>
              <a:buChar char="l"/>
            </a:pPr>
            <a:r>
              <a:rPr lang="zh-CN" altLang="en-US" dirty="0">
                <a:sym typeface="Huawei Sans" panose="020C0503030203020204" pitchFamily="34" charset="0"/>
              </a:rPr>
              <a:t>掌握</a:t>
            </a:r>
            <a:r>
              <a:rPr lang="en-US" altLang="zh-CN" dirty="0">
                <a:sym typeface="Huawei Sans" panose="020C0503030203020204" pitchFamily="34" charset="0"/>
              </a:rPr>
              <a:t>IPv6</a:t>
            </a:r>
            <a:r>
              <a:rPr lang="zh-CN" altLang="en-US" dirty="0">
                <a:sym typeface="Huawei Sans" panose="020C0503030203020204" pitchFamily="34" charset="0"/>
              </a:rPr>
              <a:t>地址分类，包括</a:t>
            </a:r>
            <a:r>
              <a:rPr lang="en-US" altLang="zh-CN" dirty="0">
                <a:sym typeface="Huawei Sans" panose="020C0503030203020204" pitchFamily="34" charset="0"/>
              </a:rPr>
              <a:t>IPv6</a:t>
            </a:r>
            <a:r>
              <a:rPr lang="zh-CN" altLang="en-US" dirty="0">
                <a:sym typeface="Huawei Sans" panose="020C0503030203020204" pitchFamily="34" charset="0"/>
              </a:rPr>
              <a:t>单播地址、组播地址和任意地址；</a:t>
            </a:r>
          </a:p>
          <a:p>
            <a:pPr marL="342900" indent="-342900">
              <a:buFont typeface="Wingdings" panose="05000000000000000000" pitchFamily="2" charset="2"/>
              <a:buChar char="l"/>
            </a:pPr>
            <a:r>
              <a:rPr lang="zh-CN" altLang="en-US" dirty="0">
                <a:sym typeface="Huawei Sans" panose="020C0503030203020204" pitchFamily="34" charset="0"/>
              </a:rPr>
              <a:t>掌握</a:t>
            </a:r>
            <a:r>
              <a:rPr lang="en-US" altLang="zh-CN" dirty="0">
                <a:sym typeface="Huawei Sans" panose="020C0503030203020204" pitchFamily="34" charset="0"/>
              </a:rPr>
              <a:t>IPv6</a:t>
            </a:r>
            <a:r>
              <a:rPr lang="zh-CN" altLang="en-US" dirty="0">
                <a:sym typeface="Huawei Sans" panose="020C0503030203020204" pitchFamily="34" charset="0"/>
              </a:rPr>
              <a:t>路由协议的配置，包括</a:t>
            </a:r>
            <a:r>
              <a:rPr lang="en-US" altLang="zh-CN" dirty="0">
                <a:sym typeface="Huawei Sans" panose="020C0503030203020204" pitchFamily="34" charset="0"/>
              </a:rPr>
              <a:t>IPv6</a:t>
            </a:r>
            <a:r>
              <a:rPr lang="zh-CN" altLang="en-US" dirty="0">
                <a:sym typeface="Huawei Sans" panose="020C0503030203020204" pitchFamily="34" charset="0"/>
              </a:rPr>
              <a:t>静态路由、默认路由和汇总路由的配置。</a:t>
            </a:r>
          </a:p>
          <a:p>
            <a:pPr marL="342900" indent="-342900">
              <a:buFont typeface="Wingdings" panose="05000000000000000000" pitchFamily="2" charset="2"/>
              <a:buChar char="l"/>
            </a:pPr>
            <a:endParaRPr lang="zh-CN" altLang="en-US" dirty="0">
              <a:sym typeface="Huawei Sans" panose="020C0503030203020204" pitchFamily="34" charset="0"/>
            </a:endParaRPr>
          </a:p>
        </p:txBody>
      </p:sp>
    </p:spTree>
    <p:extLst>
      <p:ext uri="{BB962C8B-B14F-4D97-AF65-F5344CB8AC3E}">
        <p14:creationId xmlns:p14="http://schemas.microsoft.com/office/powerpoint/2010/main" val="84928643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a:xfrm>
            <a:off x="454816" y="1233486"/>
            <a:ext cx="11307600" cy="4984433"/>
          </a:xfrm>
        </p:spPr>
        <p:txBody>
          <a:bodyPr/>
          <a:lstStyle/>
          <a:p>
            <a:pPr marL="0" indent="0">
              <a:buNone/>
            </a:pPr>
            <a:r>
              <a:rPr lang="en-US" altLang="zh-CN" dirty="0">
                <a:solidFill>
                  <a:srgbClr val="C7000B"/>
                </a:solidFill>
              </a:rPr>
              <a:t>7.1 IPv6</a:t>
            </a:r>
            <a:r>
              <a:rPr lang="zh-CN" altLang="en-US" dirty="0">
                <a:solidFill>
                  <a:srgbClr val="C7000B"/>
                </a:solidFill>
              </a:rPr>
              <a:t>协议概述</a:t>
            </a:r>
          </a:p>
          <a:p>
            <a:pPr marL="302501" lvl="1">
              <a:buNone/>
            </a:pPr>
            <a:r>
              <a:rPr lang="en-US" altLang="zh-CN" dirty="0" smtClean="0">
                <a:solidFill>
                  <a:srgbClr val="C7000B"/>
                </a:solidFill>
              </a:rPr>
              <a:t>	7.1.1 </a:t>
            </a:r>
            <a:r>
              <a:rPr lang="en-US" altLang="zh-CN" dirty="0">
                <a:solidFill>
                  <a:srgbClr val="C7000B"/>
                </a:solidFill>
              </a:rPr>
              <a:t>IPv4</a:t>
            </a:r>
            <a:r>
              <a:rPr lang="zh-CN" altLang="en-US" dirty="0">
                <a:solidFill>
                  <a:srgbClr val="C7000B"/>
                </a:solidFill>
              </a:rPr>
              <a:t>与</a:t>
            </a:r>
            <a:r>
              <a:rPr lang="en-US" altLang="zh-CN" dirty="0">
                <a:solidFill>
                  <a:srgbClr val="C7000B"/>
                </a:solidFill>
              </a:rPr>
              <a:t>IPv6</a:t>
            </a:r>
          </a:p>
          <a:p>
            <a:pPr marL="302501" lvl="1">
              <a:buNone/>
            </a:pPr>
            <a:r>
              <a:rPr lang="en-US" altLang="zh-CN" dirty="0" smtClean="0">
                <a:solidFill>
                  <a:srgbClr val="C7000B"/>
                </a:solidFill>
              </a:rPr>
              <a:t>	7.1.2 IPv6</a:t>
            </a:r>
            <a:r>
              <a:rPr lang="zh-CN" altLang="en-US" dirty="0" smtClean="0">
                <a:solidFill>
                  <a:srgbClr val="C7000B"/>
                </a:solidFill>
              </a:rPr>
              <a:t>数据</a:t>
            </a:r>
            <a:r>
              <a:rPr lang="zh-CN" altLang="en-US" dirty="0">
                <a:solidFill>
                  <a:srgbClr val="C7000B"/>
                </a:solidFill>
              </a:rPr>
              <a:t>包封装</a:t>
            </a:r>
          </a:p>
          <a:p>
            <a:pPr marL="302501" lvl="1">
              <a:buNone/>
            </a:pPr>
            <a:r>
              <a:rPr lang="en-US" altLang="zh-CN" dirty="0" smtClean="0">
                <a:solidFill>
                  <a:srgbClr val="C7000B"/>
                </a:solidFill>
              </a:rPr>
              <a:t>	7.1.3 </a:t>
            </a:r>
            <a:r>
              <a:rPr lang="en-US" altLang="zh-CN" dirty="0">
                <a:solidFill>
                  <a:srgbClr val="C7000B"/>
                </a:solidFill>
              </a:rPr>
              <a:t>IPv6</a:t>
            </a:r>
            <a:r>
              <a:rPr lang="zh-CN" altLang="en-US" dirty="0" smtClean="0">
                <a:solidFill>
                  <a:srgbClr val="C7000B"/>
                </a:solidFill>
              </a:rPr>
              <a:t>地址表示方式</a:t>
            </a:r>
            <a:endParaRPr lang="en-US" altLang="zh-CN" dirty="0" smtClean="0">
              <a:solidFill>
                <a:srgbClr val="C7000B"/>
              </a:solidFill>
            </a:endParaRPr>
          </a:p>
          <a:p>
            <a:pPr marL="302501" lvl="1">
              <a:buNone/>
            </a:pPr>
            <a:r>
              <a:rPr lang="en-US" altLang="zh-CN" dirty="0" smtClean="0">
                <a:solidFill>
                  <a:srgbClr val="C7000B"/>
                </a:solidFill>
              </a:rPr>
              <a:t>	7.1.4 </a:t>
            </a:r>
            <a:r>
              <a:rPr lang="en-US" altLang="zh-CN" dirty="0">
                <a:solidFill>
                  <a:srgbClr val="C7000B"/>
                </a:solidFill>
              </a:rPr>
              <a:t>IPv6</a:t>
            </a:r>
            <a:r>
              <a:rPr lang="zh-CN" altLang="en-US" dirty="0" smtClean="0">
                <a:solidFill>
                  <a:srgbClr val="C7000B"/>
                </a:solidFill>
              </a:rPr>
              <a:t>地址配置</a:t>
            </a:r>
            <a:endParaRPr lang="zh-CN" altLang="en-US" dirty="0">
              <a:solidFill>
                <a:srgbClr val="C7000B"/>
              </a:solidFill>
            </a:endParaRPr>
          </a:p>
          <a:p>
            <a:pPr marL="0" indent="0">
              <a:buNone/>
            </a:pPr>
            <a:r>
              <a:rPr lang="en-US" altLang="zh-CN" dirty="0"/>
              <a:t>7.2 IPv6</a:t>
            </a:r>
            <a:r>
              <a:rPr lang="zh-CN" altLang="en-US" dirty="0"/>
              <a:t>地址分类</a:t>
            </a:r>
          </a:p>
          <a:p>
            <a:pPr marL="0" indent="0">
              <a:buNone/>
            </a:pPr>
            <a:r>
              <a:rPr lang="en-US" altLang="zh-CN" dirty="0"/>
              <a:t>7.3 IPv6</a:t>
            </a:r>
            <a:r>
              <a:rPr lang="zh-CN" altLang="en-US" dirty="0" smtClean="0"/>
              <a:t>路由</a:t>
            </a:r>
            <a:endParaRPr lang="zh-CN" altLang="en-US" dirty="0"/>
          </a:p>
        </p:txBody>
      </p:sp>
    </p:spTree>
    <p:extLst>
      <p:ext uri="{BB962C8B-B14F-4D97-AF65-F5344CB8AC3E}">
        <p14:creationId xmlns:p14="http://schemas.microsoft.com/office/powerpoint/2010/main" val="425382880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F1EB7FD3-4479-40B0-A986-6DC887876F35}"/>
              </a:ext>
            </a:extLst>
          </p:cNvPr>
          <p:cNvSpPr>
            <a:spLocks noGrp="1"/>
          </p:cNvSpPr>
          <p:nvPr>
            <p:ph type="title"/>
          </p:nvPr>
        </p:nvSpPr>
        <p:spPr/>
        <p:txBody>
          <a:bodyPr/>
          <a:lstStyle/>
          <a:p>
            <a:r>
              <a:rPr lang="en-US" altLang="zh-CN" smtClean="0"/>
              <a:t>7.1.1 IPv4</a:t>
            </a:r>
            <a:r>
              <a:rPr lang="zh-CN" altLang="en-US" smtClean="0"/>
              <a:t>与</a:t>
            </a:r>
            <a:r>
              <a:rPr lang="en-US" altLang="zh-CN" smtClean="0"/>
              <a:t>IPv6</a:t>
            </a:r>
            <a:endParaRPr lang="zh-CN" altLang="en-US" dirty="0"/>
          </a:p>
        </p:txBody>
      </p:sp>
      <p:sp>
        <p:nvSpPr>
          <p:cNvPr id="3" name="文本占位符 2">
            <a:extLst>
              <a:ext uri="{FF2B5EF4-FFF2-40B4-BE49-F238E27FC236}">
                <a16:creationId xmlns="" xmlns:a16="http://schemas.microsoft.com/office/drawing/2014/main" id="{DE380BCF-1098-4A4D-A9DC-168EC77968BC}"/>
              </a:ext>
            </a:extLst>
          </p:cNvPr>
          <p:cNvSpPr>
            <a:spLocks noGrp="1"/>
          </p:cNvSpPr>
          <p:nvPr>
            <p:ph type="body" sz="quarter" idx="10"/>
          </p:nvPr>
        </p:nvSpPr>
        <p:spPr/>
        <p:txBody>
          <a:bodyPr/>
          <a:lstStyle/>
          <a:p>
            <a:r>
              <a:rPr lang="en-US" altLang="zh-CN" dirty="0" smtClean="0"/>
              <a:t>IPv4</a:t>
            </a:r>
            <a:r>
              <a:rPr lang="zh-CN" altLang="en-US" dirty="0" smtClean="0"/>
              <a:t>局限性</a:t>
            </a:r>
            <a:endParaRPr lang="en-US" altLang="zh-CN" dirty="0" smtClean="0"/>
          </a:p>
          <a:p>
            <a:pPr marL="403039" lvl="1" indent="0">
              <a:buNone/>
            </a:pPr>
            <a:r>
              <a:rPr lang="en-US" altLang="zh-CN" dirty="0" smtClean="0"/>
              <a:t>IPv4</a:t>
            </a:r>
            <a:r>
              <a:rPr lang="zh-CN" altLang="en-US" dirty="0" smtClean="0"/>
              <a:t>是目前广泛部署的互联网协议，经过多年的发展，已非常成熟，易于实现，得到所有厂商和设备的支持，但也有一些不足之处。</a:t>
            </a:r>
            <a:endParaRPr lang="en-US" altLang="zh-CN" dirty="0" smtClean="0"/>
          </a:p>
          <a:p>
            <a:pPr lvl="2"/>
            <a:r>
              <a:rPr lang="zh-CN" altLang="zh-CN" dirty="0" smtClean="0"/>
              <a:t>能够提供的地址空间不足且分配不均</a:t>
            </a:r>
            <a:endParaRPr lang="en-US" altLang="zh-CN" dirty="0" smtClean="0"/>
          </a:p>
          <a:p>
            <a:pPr lvl="2"/>
            <a:r>
              <a:rPr lang="zh-CN" altLang="zh-CN" dirty="0" smtClean="0"/>
              <a:t>互联网骨干路由器的路由表非常庞大</a:t>
            </a:r>
          </a:p>
          <a:p>
            <a:endParaRPr lang="zh-CN" altLang="zh-CN" dirty="0" smtClean="0"/>
          </a:p>
          <a:p>
            <a:endParaRPr lang="zh-CN" altLang="en-US" dirty="0"/>
          </a:p>
        </p:txBody>
      </p:sp>
    </p:spTree>
    <p:extLst>
      <p:ext uri="{BB962C8B-B14F-4D97-AF65-F5344CB8AC3E}">
        <p14:creationId xmlns:p14="http://schemas.microsoft.com/office/powerpoint/2010/main" val="226492012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EB70BA63-CD87-4442-BFBB-06E803F3E53D}"/>
              </a:ext>
            </a:extLst>
          </p:cNvPr>
          <p:cNvSpPr>
            <a:spLocks noGrp="1"/>
          </p:cNvSpPr>
          <p:nvPr>
            <p:ph type="title"/>
          </p:nvPr>
        </p:nvSpPr>
        <p:spPr/>
        <p:txBody>
          <a:bodyPr/>
          <a:lstStyle/>
          <a:p>
            <a:r>
              <a:rPr lang="en-US" altLang="zh-CN" smtClean="0"/>
              <a:t>7.1.1 IPv4</a:t>
            </a:r>
            <a:r>
              <a:rPr lang="zh-CN" altLang="en-US" smtClean="0"/>
              <a:t>与</a:t>
            </a:r>
            <a:r>
              <a:rPr lang="en-US" altLang="zh-CN" smtClean="0"/>
              <a:t>IPv6</a:t>
            </a:r>
            <a:endParaRPr lang="zh-CN" altLang="en-US" dirty="0"/>
          </a:p>
        </p:txBody>
      </p:sp>
      <p:sp>
        <p:nvSpPr>
          <p:cNvPr id="3" name="文本占位符 2">
            <a:extLst>
              <a:ext uri="{FF2B5EF4-FFF2-40B4-BE49-F238E27FC236}">
                <a16:creationId xmlns="" xmlns:a16="http://schemas.microsoft.com/office/drawing/2014/main" id="{D143082A-2C1E-45DF-B8ED-62AED10C9D7A}"/>
              </a:ext>
            </a:extLst>
          </p:cNvPr>
          <p:cNvSpPr>
            <a:spLocks noGrp="1"/>
          </p:cNvSpPr>
          <p:nvPr>
            <p:ph type="body" sz="quarter" idx="10"/>
          </p:nvPr>
        </p:nvSpPr>
        <p:spPr/>
        <p:txBody>
          <a:bodyPr/>
          <a:lstStyle/>
          <a:p>
            <a:r>
              <a:rPr lang="en-US" altLang="zh-CN" dirty="0" smtClean="0"/>
              <a:t>IPv6</a:t>
            </a:r>
            <a:r>
              <a:rPr lang="zh-CN" altLang="en-US" dirty="0" smtClean="0"/>
              <a:t>优势</a:t>
            </a:r>
            <a:endParaRPr lang="en-US" altLang="zh-CN" dirty="0" smtClean="0"/>
          </a:p>
          <a:p>
            <a:pPr marL="403039" lvl="1" indent="0">
              <a:buNone/>
            </a:pPr>
            <a:r>
              <a:rPr lang="en-US" altLang="zh-CN" dirty="0" smtClean="0"/>
              <a:t>IPv6</a:t>
            </a:r>
            <a:r>
              <a:rPr lang="zh-CN" altLang="en-US" dirty="0" smtClean="0"/>
              <a:t>采用</a:t>
            </a:r>
            <a:r>
              <a:rPr lang="en-US" altLang="zh-CN" dirty="0" smtClean="0"/>
              <a:t>128</a:t>
            </a:r>
            <a:r>
              <a:rPr lang="zh-CN" altLang="en-US" dirty="0" smtClean="0"/>
              <a:t>位地址长度，其地址数量总数可达</a:t>
            </a:r>
            <a:r>
              <a:rPr lang="en-US" altLang="zh-CN" dirty="0" smtClean="0"/>
              <a:t>2</a:t>
            </a:r>
            <a:r>
              <a:rPr lang="en-US" altLang="zh-CN" baseline="30000" dirty="0" smtClean="0"/>
              <a:t>128</a:t>
            </a:r>
            <a:r>
              <a:rPr lang="zh-CN" altLang="en-US" dirty="0" smtClean="0"/>
              <a:t>个，它能让地球上每一粒沙子都可拥有一个</a:t>
            </a:r>
            <a:r>
              <a:rPr lang="en-US" altLang="zh-CN" dirty="0" smtClean="0"/>
              <a:t>IP</a:t>
            </a:r>
            <a:r>
              <a:rPr lang="zh-CN" altLang="en-US" dirty="0" smtClean="0"/>
              <a:t>地址。这不但解决了网络地址资源数量的问题，同时也为万物互联所限制的</a:t>
            </a:r>
            <a:r>
              <a:rPr lang="en-US" altLang="zh-CN" dirty="0" smtClean="0"/>
              <a:t>IP</a:t>
            </a:r>
            <a:r>
              <a:rPr lang="zh-CN" altLang="en-US" dirty="0" smtClean="0"/>
              <a:t>地址数量扫清了障碍。因此，相比</a:t>
            </a:r>
            <a:r>
              <a:rPr lang="en-US" altLang="zh-CN" dirty="0" smtClean="0"/>
              <a:t>IPv4</a:t>
            </a:r>
            <a:r>
              <a:rPr lang="zh-CN" altLang="en-US" dirty="0" smtClean="0"/>
              <a:t>，</a:t>
            </a:r>
            <a:r>
              <a:rPr lang="en-US" altLang="zh-CN" dirty="0" smtClean="0"/>
              <a:t>IPv6</a:t>
            </a:r>
            <a:r>
              <a:rPr lang="zh-CN" altLang="en-US" dirty="0" smtClean="0"/>
              <a:t>具有诸多优点：</a:t>
            </a:r>
            <a:endParaRPr lang="en-US" altLang="zh-CN" dirty="0" smtClean="0"/>
          </a:p>
          <a:p>
            <a:pPr lvl="2"/>
            <a:r>
              <a:rPr lang="zh-CN" altLang="en-US" dirty="0" smtClean="0"/>
              <a:t>地址空间巨大</a:t>
            </a:r>
          </a:p>
          <a:p>
            <a:pPr lvl="2"/>
            <a:r>
              <a:rPr lang="zh-CN" altLang="en-US" dirty="0" smtClean="0"/>
              <a:t>层次化的路由设计</a:t>
            </a:r>
          </a:p>
          <a:p>
            <a:pPr lvl="2"/>
            <a:r>
              <a:rPr lang="zh-CN" altLang="en-US" dirty="0" smtClean="0"/>
              <a:t>效率高，扩展灵活</a:t>
            </a:r>
          </a:p>
          <a:p>
            <a:pPr lvl="2"/>
            <a:r>
              <a:rPr lang="zh-CN" altLang="en-US" dirty="0" smtClean="0"/>
              <a:t>支持即插即用</a:t>
            </a:r>
          </a:p>
          <a:p>
            <a:pPr lvl="2"/>
            <a:r>
              <a:rPr lang="zh-CN" altLang="en-US" dirty="0" smtClean="0"/>
              <a:t>更好的安全性保障</a:t>
            </a:r>
          </a:p>
          <a:p>
            <a:pPr lvl="2"/>
            <a:r>
              <a:rPr lang="zh-CN" altLang="en-US" dirty="0" smtClean="0"/>
              <a:t>引入了流标签的概念</a:t>
            </a:r>
            <a:endParaRPr lang="zh-CN" altLang="en-US" dirty="0"/>
          </a:p>
        </p:txBody>
      </p:sp>
    </p:spTree>
    <p:extLst>
      <p:ext uri="{BB962C8B-B14F-4D97-AF65-F5344CB8AC3E}">
        <p14:creationId xmlns:p14="http://schemas.microsoft.com/office/powerpoint/2010/main" val="302202190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5EF75A15-847F-42C9-ADDD-525E7E807947}"/>
              </a:ext>
            </a:extLst>
          </p:cNvPr>
          <p:cNvSpPr>
            <a:spLocks noGrp="1"/>
          </p:cNvSpPr>
          <p:nvPr>
            <p:ph type="title"/>
          </p:nvPr>
        </p:nvSpPr>
        <p:spPr/>
        <p:txBody>
          <a:bodyPr/>
          <a:lstStyle/>
          <a:p>
            <a:r>
              <a:rPr lang="en-US" altLang="zh-CN" smtClean="0"/>
              <a:t>7.1.2 IPv6</a:t>
            </a:r>
            <a:r>
              <a:rPr lang="zh-CN" altLang="en-US" smtClean="0"/>
              <a:t>数据包封装</a:t>
            </a:r>
            <a:endParaRPr lang="zh-CN" altLang="en-US" dirty="0"/>
          </a:p>
        </p:txBody>
      </p:sp>
      <p:sp>
        <p:nvSpPr>
          <p:cNvPr id="3" name="文本占位符 2">
            <a:extLst>
              <a:ext uri="{FF2B5EF4-FFF2-40B4-BE49-F238E27FC236}">
                <a16:creationId xmlns="" xmlns:a16="http://schemas.microsoft.com/office/drawing/2014/main" id="{B7F29D9B-5610-4F28-84AF-9DB506BDF2DC}"/>
              </a:ext>
            </a:extLst>
          </p:cNvPr>
          <p:cNvSpPr>
            <a:spLocks noGrp="1"/>
          </p:cNvSpPr>
          <p:nvPr>
            <p:ph type="body" sz="quarter" idx="10"/>
          </p:nvPr>
        </p:nvSpPr>
        <p:spPr/>
        <p:txBody>
          <a:bodyPr/>
          <a:lstStyle/>
          <a:p>
            <a:r>
              <a:rPr lang="en-US" altLang="zh-CN" dirty="0" smtClean="0"/>
              <a:t>IPv6</a:t>
            </a:r>
            <a:r>
              <a:rPr lang="zh-CN" altLang="en-US" dirty="0" smtClean="0"/>
              <a:t>数据报封装</a:t>
            </a:r>
            <a:endParaRPr lang="en-US" altLang="zh-CN" dirty="0"/>
          </a:p>
        </p:txBody>
      </p:sp>
      <p:sp>
        <p:nvSpPr>
          <p:cNvPr id="5" name="箭头: 右 4">
            <a:extLst>
              <a:ext uri="{FF2B5EF4-FFF2-40B4-BE49-F238E27FC236}">
                <a16:creationId xmlns="" xmlns:a16="http://schemas.microsoft.com/office/drawing/2014/main" id="{80545D30-8BDD-4183-9F4C-1364928DF59E}"/>
              </a:ext>
            </a:extLst>
          </p:cNvPr>
          <p:cNvSpPr/>
          <p:nvPr/>
        </p:nvSpPr>
        <p:spPr>
          <a:xfrm>
            <a:off x="5536507" y="3457561"/>
            <a:ext cx="796916" cy="1901892"/>
          </a:xfrm>
          <a:prstGeom prst="rightArrow">
            <a:avLst/>
          </a:prstGeom>
          <a:solidFill>
            <a:srgbClr val="E900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a:extLst>
              <a:ext uri="{FF2B5EF4-FFF2-40B4-BE49-F238E27FC236}">
                <a16:creationId xmlns="" xmlns:a16="http://schemas.microsoft.com/office/drawing/2014/main" id="{21DDA96D-6833-4F1B-AEAC-C6030CB39513}"/>
              </a:ext>
            </a:extLst>
          </p:cNvPr>
          <p:cNvSpPr txBox="1"/>
          <p:nvPr/>
        </p:nvSpPr>
        <p:spPr>
          <a:xfrm>
            <a:off x="2609850" y="2167893"/>
            <a:ext cx="625492" cy="369332"/>
          </a:xfrm>
          <a:prstGeom prst="rect">
            <a:avLst/>
          </a:prstGeom>
          <a:noFill/>
        </p:spPr>
        <p:txBody>
          <a:bodyPr wrap="none" rtlCol="0">
            <a:spAutoFit/>
          </a:bodyPr>
          <a:lstStyle/>
          <a:p>
            <a:r>
              <a:rPr lang="en-US" altLang="zh-CN" dirty="0"/>
              <a:t>IPv4</a:t>
            </a:r>
            <a:endParaRPr lang="zh-CN" altLang="en-US" dirty="0"/>
          </a:p>
        </p:txBody>
      </p:sp>
      <p:sp>
        <p:nvSpPr>
          <p:cNvPr id="9" name="文本框 8">
            <a:extLst>
              <a:ext uri="{FF2B5EF4-FFF2-40B4-BE49-F238E27FC236}">
                <a16:creationId xmlns="" xmlns:a16="http://schemas.microsoft.com/office/drawing/2014/main" id="{2FD46529-74BE-44BA-8289-D811875B56A0}"/>
              </a:ext>
            </a:extLst>
          </p:cNvPr>
          <p:cNvSpPr txBox="1"/>
          <p:nvPr/>
        </p:nvSpPr>
        <p:spPr>
          <a:xfrm>
            <a:off x="8781916" y="2167893"/>
            <a:ext cx="625492" cy="369332"/>
          </a:xfrm>
          <a:prstGeom prst="rect">
            <a:avLst/>
          </a:prstGeom>
          <a:noFill/>
        </p:spPr>
        <p:txBody>
          <a:bodyPr wrap="none" rtlCol="0">
            <a:spAutoFit/>
          </a:bodyPr>
          <a:lstStyle/>
          <a:p>
            <a:r>
              <a:rPr lang="en-US" altLang="zh-CN" dirty="0"/>
              <a:t>IPv6</a:t>
            </a:r>
            <a:endParaRPr lang="zh-CN" altLang="en-US" dirty="0"/>
          </a:p>
        </p:txBody>
      </p:sp>
      <p:graphicFrame>
        <p:nvGraphicFramePr>
          <p:cNvPr id="10" name="表格 10">
            <a:extLst>
              <a:ext uri="{FF2B5EF4-FFF2-40B4-BE49-F238E27FC236}">
                <a16:creationId xmlns="" xmlns:a16="http://schemas.microsoft.com/office/drawing/2014/main" id="{A77DD76D-1AAB-4611-97B7-043697868BC8}"/>
              </a:ext>
            </a:extLst>
          </p:cNvPr>
          <p:cNvGraphicFramePr>
            <a:graphicFrameLocks noGrp="1"/>
          </p:cNvGraphicFramePr>
          <p:nvPr>
            <p:extLst>
              <p:ext uri="{D42A27DB-BD31-4B8C-83A1-F6EECF244321}">
                <p14:modId xmlns:p14="http://schemas.microsoft.com/office/powerpoint/2010/main" val="104119258"/>
              </p:ext>
            </p:extLst>
          </p:nvPr>
        </p:nvGraphicFramePr>
        <p:xfrm>
          <a:off x="536811" y="2696538"/>
          <a:ext cx="4654552" cy="2372360"/>
        </p:xfrm>
        <a:graphic>
          <a:graphicData uri="http://schemas.openxmlformats.org/drawingml/2006/table">
            <a:tbl>
              <a:tblPr bandRow="1">
                <a:tableStyleId>{18603FDC-E32A-4AB5-989C-0864C3EAD2B8}</a:tableStyleId>
              </a:tblPr>
              <a:tblGrid>
                <a:gridCol w="581819">
                  <a:extLst>
                    <a:ext uri="{9D8B030D-6E8A-4147-A177-3AD203B41FA5}">
                      <a16:colId xmlns="" xmlns:a16="http://schemas.microsoft.com/office/drawing/2014/main" val="953934985"/>
                    </a:ext>
                  </a:extLst>
                </a:gridCol>
                <a:gridCol w="581819">
                  <a:extLst>
                    <a:ext uri="{9D8B030D-6E8A-4147-A177-3AD203B41FA5}">
                      <a16:colId xmlns="" xmlns:a16="http://schemas.microsoft.com/office/drawing/2014/main" val="2177844798"/>
                    </a:ext>
                  </a:extLst>
                </a:gridCol>
                <a:gridCol w="1163638">
                  <a:extLst>
                    <a:ext uri="{9D8B030D-6E8A-4147-A177-3AD203B41FA5}">
                      <a16:colId xmlns="" xmlns:a16="http://schemas.microsoft.com/office/drawing/2014/main" val="535848310"/>
                    </a:ext>
                  </a:extLst>
                </a:gridCol>
                <a:gridCol w="581819">
                  <a:extLst>
                    <a:ext uri="{9D8B030D-6E8A-4147-A177-3AD203B41FA5}">
                      <a16:colId xmlns="" xmlns:a16="http://schemas.microsoft.com/office/drawing/2014/main" val="4080782141"/>
                    </a:ext>
                  </a:extLst>
                </a:gridCol>
                <a:gridCol w="581819">
                  <a:extLst>
                    <a:ext uri="{9D8B030D-6E8A-4147-A177-3AD203B41FA5}">
                      <a16:colId xmlns="" xmlns:a16="http://schemas.microsoft.com/office/drawing/2014/main" val="351072549"/>
                    </a:ext>
                  </a:extLst>
                </a:gridCol>
                <a:gridCol w="1163638">
                  <a:extLst>
                    <a:ext uri="{9D8B030D-6E8A-4147-A177-3AD203B41FA5}">
                      <a16:colId xmlns="" xmlns:a16="http://schemas.microsoft.com/office/drawing/2014/main" val="1283262312"/>
                    </a:ext>
                  </a:extLst>
                </a:gridCol>
              </a:tblGrid>
              <a:tr h="370840">
                <a:tc>
                  <a:txBody>
                    <a:bodyPr/>
                    <a:lstStyle/>
                    <a:p>
                      <a:pPr algn="ctr"/>
                      <a:r>
                        <a:rPr lang="zh-CN" altLang="en-US" sz="1400" dirty="0"/>
                        <a:t>版本</a:t>
                      </a:r>
                    </a:p>
                  </a:txBody>
                  <a:tcPr anchor="ctr">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tcPr>
                </a:tc>
                <a:tc>
                  <a:txBody>
                    <a:bodyPr/>
                    <a:lstStyle/>
                    <a:p>
                      <a:pPr algn="ctr"/>
                      <a:r>
                        <a:rPr lang="zh-CN" altLang="en-US" sz="1400" dirty="0"/>
                        <a:t>首部长度</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tcPr>
                </a:tc>
                <a:tc>
                  <a:txBody>
                    <a:bodyPr/>
                    <a:lstStyle/>
                    <a:p>
                      <a:pPr algn="ctr"/>
                      <a:r>
                        <a:rPr lang="zh-CN" altLang="en-US" sz="1400" dirty="0"/>
                        <a:t>区分服务</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tcPr>
                </a:tc>
                <a:tc gridSpan="3">
                  <a:txBody>
                    <a:bodyPr/>
                    <a:lstStyle/>
                    <a:p>
                      <a:pPr algn="ctr"/>
                      <a:r>
                        <a:rPr lang="zh-CN" altLang="en-US" sz="1400" dirty="0"/>
                        <a:t>总长度</a:t>
                      </a:r>
                    </a:p>
                  </a:txBody>
                  <a:tcPr anchor="ctr">
                    <a:lnL w="12700" cap="flat" cmpd="sng" algn="ctr">
                      <a:solidFill>
                        <a:schemeClr val="bg1"/>
                      </a:solidFill>
                      <a:prstDash val="solid"/>
                      <a:round/>
                      <a:headEnd type="none" w="med" len="med"/>
                      <a:tailEnd type="none" w="med" len="med"/>
                    </a:lnL>
                    <a:lnB w="12700" cap="flat" cmpd="sng" algn="ctr">
                      <a:solidFill>
                        <a:schemeClr val="bg1"/>
                      </a:solidFill>
                      <a:prstDash val="solid"/>
                      <a:round/>
                      <a:headEnd type="none" w="med" len="med"/>
                      <a:tailEnd type="none" w="med" len="med"/>
                    </a:lnB>
                  </a:tcPr>
                </a:tc>
                <a:tc hMerge="1">
                  <a:txBody>
                    <a:bodyPr/>
                    <a:lstStyle/>
                    <a:p>
                      <a:endParaRPr lang="zh-CN" altLang="en-US" dirty="0"/>
                    </a:p>
                  </a:txBody>
                  <a:tcPr/>
                </a:tc>
                <a:tc hMerge="1">
                  <a:txBody>
                    <a:bodyPr/>
                    <a:lstStyle/>
                    <a:p>
                      <a:endParaRPr lang="zh-CN" altLang="en-US"/>
                    </a:p>
                  </a:txBody>
                  <a:tcPr/>
                </a:tc>
                <a:extLst>
                  <a:ext uri="{0D108BD9-81ED-4DB2-BD59-A6C34878D82A}">
                    <a16:rowId xmlns="" xmlns:a16="http://schemas.microsoft.com/office/drawing/2014/main" val="176669862"/>
                  </a:ext>
                </a:extLst>
              </a:tr>
              <a:tr h="370840">
                <a:tc gridSpan="3">
                  <a:txBody>
                    <a:bodyPr/>
                    <a:lstStyle/>
                    <a:p>
                      <a:pPr algn="ctr"/>
                      <a:r>
                        <a:rPr lang="zh-CN" altLang="en-US" sz="1400" dirty="0"/>
                        <a:t>标识</a:t>
                      </a:r>
                    </a:p>
                  </a:txBody>
                  <a:tcPr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hMerge="1">
                  <a:txBody>
                    <a:bodyPr/>
                    <a:lstStyle/>
                    <a:p>
                      <a:pPr algn="ctr"/>
                      <a:endParaRPr lang="zh-CN" altLang="en-US" sz="1400" dirty="0"/>
                    </a:p>
                  </a:txBody>
                  <a:tcPr anchor="ctr"/>
                </a:tc>
                <a:tc hMerge="1">
                  <a:txBody>
                    <a:bodyPr/>
                    <a:lstStyle/>
                    <a:p>
                      <a:pPr algn="ctr"/>
                      <a:endParaRPr lang="zh-CN" altLang="en-US" sz="1400" dirty="0"/>
                    </a:p>
                  </a:txBody>
                  <a:tcPr anchor="ctr"/>
                </a:tc>
                <a:tc>
                  <a:txBody>
                    <a:bodyPr/>
                    <a:lstStyle/>
                    <a:p>
                      <a:pPr algn="ctr"/>
                      <a:r>
                        <a:rPr lang="zh-CN" altLang="en-US" sz="1400" dirty="0"/>
                        <a:t>标志</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gridSpan="2">
                  <a:txBody>
                    <a:bodyPr/>
                    <a:lstStyle/>
                    <a:p>
                      <a:pPr algn="ctr"/>
                      <a:r>
                        <a:rPr lang="zh-CN" altLang="en-US" sz="1400" dirty="0"/>
                        <a:t>片偏移</a:t>
                      </a:r>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hMerge="1">
                  <a:txBody>
                    <a:bodyPr/>
                    <a:lstStyle/>
                    <a:p>
                      <a:pPr algn="ctr"/>
                      <a:endParaRPr lang="zh-CN" altLang="en-US" sz="1400"/>
                    </a:p>
                  </a:txBody>
                  <a:tcPr anchor="ctr"/>
                </a:tc>
                <a:extLst>
                  <a:ext uri="{0D108BD9-81ED-4DB2-BD59-A6C34878D82A}">
                    <a16:rowId xmlns="" xmlns:a16="http://schemas.microsoft.com/office/drawing/2014/main" val="3571578280"/>
                  </a:ext>
                </a:extLst>
              </a:tr>
              <a:tr h="370840">
                <a:tc gridSpan="2">
                  <a:txBody>
                    <a:bodyPr/>
                    <a:lstStyle/>
                    <a:p>
                      <a:pPr algn="ctr"/>
                      <a:r>
                        <a:rPr lang="zh-CN" altLang="en-US" sz="1400" dirty="0"/>
                        <a:t>生存时间</a:t>
                      </a:r>
                    </a:p>
                  </a:txBody>
                  <a:tcPr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hMerge="1">
                  <a:txBody>
                    <a:bodyPr/>
                    <a:lstStyle/>
                    <a:p>
                      <a:pPr algn="ctr"/>
                      <a:endParaRPr lang="zh-CN" altLang="en-US" sz="1400" dirty="0"/>
                    </a:p>
                  </a:txBody>
                  <a:tcPr anchor="ctr"/>
                </a:tc>
                <a:tc>
                  <a:txBody>
                    <a:bodyPr/>
                    <a:lstStyle/>
                    <a:p>
                      <a:pPr algn="ctr"/>
                      <a:r>
                        <a:rPr lang="zh-CN" altLang="en-US" sz="1400" dirty="0"/>
                        <a:t>协议</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gridSpan="3">
                  <a:txBody>
                    <a:bodyPr/>
                    <a:lstStyle/>
                    <a:p>
                      <a:pPr algn="ctr"/>
                      <a:r>
                        <a:rPr lang="zh-CN" altLang="en-US" sz="1400" dirty="0"/>
                        <a:t>首部校验和</a:t>
                      </a:r>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hMerge="1">
                  <a:txBody>
                    <a:bodyPr/>
                    <a:lstStyle/>
                    <a:p>
                      <a:pPr algn="ctr"/>
                      <a:endParaRPr lang="zh-CN" altLang="en-US" sz="1400"/>
                    </a:p>
                  </a:txBody>
                  <a:tcPr anchor="ctr"/>
                </a:tc>
                <a:tc hMerge="1">
                  <a:txBody>
                    <a:bodyPr/>
                    <a:lstStyle/>
                    <a:p>
                      <a:pPr algn="ctr"/>
                      <a:endParaRPr lang="zh-CN" altLang="en-US" sz="1400"/>
                    </a:p>
                  </a:txBody>
                  <a:tcPr anchor="ctr"/>
                </a:tc>
                <a:extLst>
                  <a:ext uri="{0D108BD9-81ED-4DB2-BD59-A6C34878D82A}">
                    <a16:rowId xmlns="" xmlns:a16="http://schemas.microsoft.com/office/drawing/2014/main" val="3190777828"/>
                  </a:ext>
                </a:extLst>
              </a:tr>
              <a:tr h="370840">
                <a:tc gridSpan="6">
                  <a:txBody>
                    <a:bodyPr/>
                    <a:lstStyle/>
                    <a:p>
                      <a:pPr algn="ctr"/>
                      <a:r>
                        <a:rPr lang="zh-CN" altLang="en-US" sz="1400" dirty="0"/>
                        <a:t>源地址</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hMerge="1">
                  <a:txBody>
                    <a:bodyPr/>
                    <a:lstStyle/>
                    <a:p>
                      <a:pPr algn="ctr"/>
                      <a:endParaRPr lang="zh-CN" altLang="en-US" sz="1400" dirty="0"/>
                    </a:p>
                  </a:txBody>
                  <a:tcPr anchor="ctr"/>
                </a:tc>
                <a:tc hMerge="1">
                  <a:txBody>
                    <a:bodyPr/>
                    <a:lstStyle/>
                    <a:p>
                      <a:pPr algn="ctr"/>
                      <a:endParaRPr lang="zh-CN" altLang="en-US" sz="1400" dirty="0"/>
                    </a:p>
                  </a:txBody>
                  <a:tcPr anchor="ctr"/>
                </a:tc>
                <a:tc hMerge="1">
                  <a:txBody>
                    <a:bodyPr/>
                    <a:lstStyle/>
                    <a:p>
                      <a:pPr algn="ctr"/>
                      <a:endParaRPr lang="zh-CN" altLang="en-US" sz="1400" dirty="0"/>
                    </a:p>
                  </a:txBody>
                  <a:tcPr anchor="ctr"/>
                </a:tc>
                <a:tc hMerge="1">
                  <a:txBody>
                    <a:bodyPr/>
                    <a:lstStyle/>
                    <a:p>
                      <a:pPr algn="ctr"/>
                      <a:endParaRPr lang="zh-CN" altLang="en-US" sz="1400" dirty="0"/>
                    </a:p>
                  </a:txBody>
                  <a:tcPr anchor="ctr"/>
                </a:tc>
                <a:tc hMerge="1">
                  <a:txBody>
                    <a:bodyPr/>
                    <a:lstStyle/>
                    <a:p>
                      <a:pPr algn="ctr"/>
                      <a:endParaRPr lang="zh-CN" altLang="en-US" sz="1400" dirty="0"/>
                    </a:p>
                  </a:txBody>
                  <a:tcPr anchor="ctr"/>
                </a:tc>
                <a:extLst>
                  <a:ext uri="{0D108BD9-81ED-4DB2-BD59-A6C34878D82A}">
                    <a16:rowId xmlns="" xmlns:a16="http://schemas.microsoft.com/office/drawing/2014/main" val="634338302"/>
                  </a:ext>
                </a:extLst>
              </a:tr>
              <a:tr h="370840">
                <a:tc gridSpan="6">
                  <a:txBody>
                    <a:bodyPr/>
                    <a:lstStyle/>
                    <a:p>
                      <a:pPr algn="ctr"/>
                      <a:r>
                        <a:rPr lang="zh-CN" altLang="en-US" sz="1400" dirty="0"/>
                        <a:t>目的地址</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hMerge="1">
                  <a:txBody>
                    <a:bodyPr/>
                    <a:lstStyle/>
                    <a:p>
                      <a:pPr algn="ctr"/>
                      <a:endParaRPr lang="zh-CN" altLang="en-US" sz="1400"/>
                    </a:p>
                  </a:txBody>
                  <a:tcPr anchor="ctr"/>
                </a:tc>
                <a:tc hMerge="1">
                  <a:txBody>
                    <a:bodyPr/>
                    <a:lstStyle/>
                    <a:p>
                      <a:pPr algn="ctr"/>
                      <a:endParaRPr lang="zh-CN" altLang="en-US" sz="1400"/>
                    </a:p>
                  </a:txBody>
                  <a:tcPr anchor="ctr"/>
                </a:tc>
                <a:tc hMerge="1">
                  <a:txBody>
                    <a:bodyPr/>
                    <a:lstStyle/>
                    <a:p>
                      <a:pPr algn="ctr"/>
                      <a:endParaRPr lang="zh-CN" altLang="en-US" sz="1400"/>
                    </a:p>
                  </a:txBody>
                  <a:tcPr anchor="ctr"/>
                </a:tc>
                <a:tc hMerge="1">
                  <a:txBody>
                    <a:bodyPr/>
                    <a:lstStyle/>
                    <a:p>
                      <a:pPr algn="ctr"/>
                      <a:endParaRPr lang="zh-CN" altLang="en-US" sz="1400"/>
                    </a:p>
                  </a:txBody>
                  <a:tcPr anchor="ctr"/>
                </a:tc>
                <a:tc hMerge="1">
                  <a:txBody>
                    <a:bodyPr/>
                    <a:lstStyle/>
                    <a:p>
                      <a:pPr algn="ctr"/>
                      <a:endParaRPr lang="zh-CN" altLang="en-US" sz="1400"/>
                    </a:p>
                  </a:txBody>
                  <a:tcPr anchor="ctr"/>
                </a:tc>
                <a:extLst>
                  <a:ext uri="{0D108BD9-81ED-4DB2-BD59-A6C34878D82A}">
                    <a16:rowId xmlns="" xmlns:a16="http://schemas.microsoft.com/office/drawing/2014/main" val="3210158934"/>
                  </a:ext>
                </a:extLst>
              </a:tr>
              <a:tr h="370840">
                <a:tc gridSpan="5">
                  <a:txBody>
                    <a:bodyPr/>
                    <a:lstStyle/>
                    <a:p>
                      <a:pPr algn="ctr"/>
                      <a:r>
                        <a:rPr lang="zh-CN" altLang="en-US" sz="1400" dirty="0"/>
                        <a:t>可选字段（长度可变）</a:t>
                      </a:r>
                    </a:p>
                  </a:txBody>
                  <a:tcPr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hMerge="1">
                  <a:txBody>
                    <a:bodyPr/>
                    <a:lstStyle/>
                    <a:p>
                      <a:pPr algn="ctr"/>
                      <a:endParaRPr lang="zh-CN" altLang="en-US" sz="1400"/>
                    </a:p>
                  </a:txBody>
                  <a:tcPr anchor="ctr"/>
                </a:tc>
                <a:tc hMerge="1">
                  <a:txBody>
                    <a:bodyPr/>
                    <a:lstStyle/>
                    <a:p>
                      <a:pPr algn="ctr"/>
                      <a:endParaRPr lang="zh-CN" altLang="en-US" sz="1400"/>
                    </a:p>
                  </a:txBody>
                  <a:tcPr anchor="ctr"/>
                </a:tc>
                <a:tc hMerge="1">
                  <a:txBody>
                    <a:bodyPr/>
                    <a:lstStyle/>
                    <a:p>
                      <a:pPr algn="ctr"/>
                      <a:endParaRPr lang="zh-CN" altLang="en-US" sz="1400"/>
                    </a:p>
                  </a:txBody>
                  <a:tcPr anchor="ctr"/>
                </a:tc>
                <a:tc hMerge="1">
                  <a:txBody>
                    <a:bodyPr/>
                    <a:lstStyle/>
                    <a:p>
                      <a:pPr algn="ctr"/>
                      <a:endParaRPr lang="zh-CN" altLang="en-US" sz="1400" dirty="0"/>
                    </a:p>
                  </a:txBody>
                  <a:tcPr anchor="ctr"/>
                </a:tc>
                <a:tc>
                  <a:txBody>
                    <a:bodyPr/>
                    <a:lstStyle/>
                    <a:p>
                      <a:pPr algn="ctr"/>
                      <a:r>
                        <a:rPr lang="zh-CN" altLang="en-US" sz="1400" dirty="0"/>
                        <a:t>填充</a:t>
                      </a:r>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tcPr>
                </a:tc>
                <a:extLst>
                  <a:ext uri="{0D108BD9-81ED-4DB2-BD59-A6C34878D82A}">
                    <a16:rowId xmlns="" xmlns:a16="http://schemas.microsoft.com/office/drawing/2014/main" val="1396147399"/>
                  </a:ext>
                </a:extLst>
              </a:tr>
            </a:tbl>
          </a:graphicData>
        </a:graphic>
      </p:graphicFrame>
      <p:graphicFrame>
        <p:nvGraphicFramePr>
          <p:cNvPr id="12" name="表格 10">
            <a:extLst>
              <a:ext uri="{FF2B5EF4-FFF2-40B4-BE49-F238E27FC236}">
                <a16:creationId xmlns="" xmlns:a16="http://schemas.microsoft.com/office/drawing/2014/main" id="{F7C9AECE-0F79-4C2A-B67B-8586CF1E1A10}"/>
              </a:ext>
            </a:extLst>
          </p:cNvPr>
          <p:cNvGraphicFramePr>
            <a:graphicFrameLocks noGrp="1"/>
          </p:cNvGraphicFramePr>
          <p:nvPr>
            <p:extLst>
              <p:ext uri="{D42A27DB-BD31-4B8C-83A1-F6EECF244321}">
                <p14:modId xmlns:p14="http://schemas.microsoft.com/office/powerpoint/2010/main" val="2702667611"/>
              </p:ext>
            </p:extLst>
          </p:nvPr>
        </p:nvGraphicFramePr>
        <p:xfrm>
          <a:off x="6752507" y="2698201"/>
          <a:ext cx="4654552" cy="1764000"/>
        </p:xfrm>
        <a:graphic>
          <a:graphicData uri="http://schemas.openxmlformats.org/drawingml/2006/table">
            <a:tbl>
              <a:tblPr bandRow="1">
                <a:tableStyleId>{18603FDC-E32A-4AB5-989C-0864C3EAD2B8}</a:tableStyleId>
              </a:tblPr>
              <a:tblGrid>
                <a:gridCol w="581819">
                  <a:extLst>
                    <a:ext uri="{9D8B030D-6E8A-4147-A177-3AD203B41FA5}">
                      <a16:colId xmlns="" xmlns:a16="http://schemas.microsoft.com/office/drawing/2014/main" val="953934985"/>
                    </a:ext>
                  </a:extLst>
                </a:gridCol>
                <a:gridCol w="1163638">
                  <a:extLst>
                    <a:ext uri="{9D8B030D-6E8A-4147-A177-3AD203B41FA5}">
                      <a16:colId xmlns="" xmlns:a16="http://schemas.microsoft.com/office/drawing/2014/main" val="2177844798"/>
                    </a:ext>
                  </a:extLst>
                </a:gridCol>
                <a:gridCol w="581819">
                  <a:extLst>
                    <a:ext uri="{9D8B030D-6E8A-4147-A177-3AD203B41FA5}">
                      <a16:colId xmlns="" xmlns:a16="http://schemas.microsoft.com/office/drawing/2014/main" val="3779924599"/>
                    </a:ext>
                  </a:extLst>
                </a:gridCol>
                <a:gridCol w="1163638">
                  <a:extLst>
                    <a:ext uri="{9D8B030D-6E8A-4147-A177-3AD203B41FA5}">
                      <a16:colId xmlns="" xmlns:a16="http://schemas.microsoft.com/office/drawing/2014/main" val="4080782141"/>
                    </a:ext>
                  </a:extLst>
                </a:gridCol>
                <a:gridCol w="1163638">
                  <a:extLst>
                    <a:ext uri="{9D8B030D-6E8A-4147-A177-3AD203B41FA5}">
                      <a16:colId xmlns="" xmlns:a16="http://schemas.microsoft.com/office/drawing/2014/main" val="1283262312"/>
                    </a:ext>
                  </a:extLst>
                </a:gridCol>
              </a:tblGrid>
              <a:tr h="441000">
                <a:tc>
                  <a:txBody>
                    <a:bodyPr/>
                    <a:lstStyle/>
                    <a:p>
                      <a:pPr algn="ctr"/>
                      <a:r>
                        <a:rPr lang="zh-CN" altLang="en-US" sz="1400" dirty="0"/>
                        <a:t>版本</a:t>
                      </a:r>
                    </a:p>
                  </a:txBody>
                  <a:tcPr anchor="ctr">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tcPr>
                </a:tc>
                <a:tc>
                  <a:txBody>
                    <a:bodyPr/>
                    <a:lstStyle/>
                    <a:p>
                      <a:pPr algn="ctr"/>
                      <a:r>
                        <a:rPr lang="zh-CN" altLang="en-US" sz="1400" dirty="0"/>
                        <a:t>流量分类</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tcPr>
                </a:tc>
                <a:tc gridSpan="3">
                  <a:txBody>
                    <a:bodyPr/>
                    <a:lstStyle/>
                    <a:p>
                      <a:pPr algn="ctr"/>
                      <a:r>
                        <a:rPr lang="zh-CN" altLang="en-US" sz="1400" dirty="0"/>
                        <a:t>流标签</a:t>
                      </a:r>
                    </a:p>
                  </a:txBody>
                  <a:tcPr anchor="ctr">
                    <a:lnL w="12700" cap="flat" cmpd="sng" algn="ctr">
                      <a:solidFill>
                        <a:schemeClr val="bg1"/>
                      </a:solidFill>
                      <a:prstDash val="solid"/>
                      <a:round/>
                      <a:headEnd type="none" w="med" len="med"/>
                      <a:tailEnd type="none" w="med" len="med"/>
                    </a:lnL>
                    <a:lnB w="12700" cap="flat" cmpd="sng" algn="ctr">
                      <a:solidFill>
                        <a:schemeClr val="bg1"/>
                      </a:solidFill>
                      <a:prstDash val="solid"/>
                      <a:round/>
                      <a:headEnd type="none" w="med" len="med"/>
                      <a:tailEnd type="none" w="med" len="med"/>
                    </a:lnB>
                  </a:tcPr>
                </a:tc>
                <a:tc hMerge="1">
                  <a:txBody>
                    <a:bodyPr/>
                    <a:lstStyle/>
                    <a:p>
                      <a:pPr algn="ctr"/>
                      <a:endParaRPr lang="zh-CN" altLang="en-US" sz="1400" dirty="0"/>
                    </a:p>
                  </a:txBody>
                  <a:tcPr anchor="ctr"/>
                </a:tc>
                <a:tc hMerge="1">
                  <a:txBody>
                    <a:bodyPr/>
                    <a:lstStyle/>
                    <a:p>
                      <a:endParaRPr lang="zh-CN" altLang="en-US"/>
                    </a:p>
                  </a:txBody>
                  <a:tcPr/>
                </a:tc>
                <a:extLst>
                  <a:ext uri="{0D108BD9-81ED-4DB2-BD59-A6C34878D82A}">
                    <a16:rowId xmlns="" xmlns:a16="http://schemas.microsoft.com/office/drawing/2014/main" val="176669862"/>
                  </a:ext>
                </a:extLst>
              </a:tr>
              <a:tr h="441000">
                <a:tc gridSpan="3">
                  <a:txBody>
                    <a:bodyPr/>
                    <a:lstStyle/>
                    <a:p>
                      <a:pPr algn="ctr"/>
                      <a:r>
                        <a:rPr lang="zh-CN" altLang="en-US" sz="1400" dirty="0"/>
                        <a:t>有效负载</a:t>
                      </a:r>
                    </a:p>
                  </a:txBody>
                  <a:tcPr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hMerge="1">
                  <a:txBody>
                    <a:bodyPr/>
                    <a:lstStyle/>
                    <a:p>
                      <a:pPr algn="ctr"/>
                      <a:endParaRPr lang="zh-CN" altLang="en-US" sz="1400" dirty="0"/>
                    </a:p>
                  </a:txBody>
                  <a:tcPr anchor="ctr"/>
                </a:tc>
                <a:tc hMerge="1">
                  <a:txBody>
                    <a:bodyPr/>
                    <a:lstStyle/>
                    <a:p>
                      <a:endParaRPr lang="zh-CN" altLang="en-US"/>
                    </a:p>
                  </a:txBody>
                  <a:tcPr/>
                </a:tc>
                <a:tc>
                  <a:txBody>
                    <a:bodyPr/>
                    <a:lstStyle/>
                    <a:p>
                      <a:pPr algn="ctr"/>
                      <a:r>
                        <a:rPr lang="zh-CN" altLang="en-US" sz="1400" dirty="0"/>
                        <a:t>下一头部</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zh-CN" altLang="en-US" sz="1400" dirty="0"/>
                        <a:t>跳数限制</a:t>
                      </a:r>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 xmlns:a16="http://schemas.microsoft.com/office/drawing/2014/main" val="3571578280"/>
                  </a:ext>
                </a:extLst>
              </a:tr>
              <a:tr h="441000">
                <a:tc gridSpan="5">
                  <a:txBody>
                    <a:bodyPr/>
                    <a:lstStyle/>
                    <a:p>
                      <a:pPr algn="ctr"/>
                      <a:r>
                        <a:rPr lang="zh-CN" altLang="en-US" sz="1400" dirty="0"/>
                        <a:t>源地址</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hMerge="1">
                  <a:txBody>
                    <a:bodyPr/>
                    <a:lstStyle/>
                    <a:p>
                      <a:pPr algn="ctr"/>
                      <a:endParaRPr lang="zh-CN" altLang="en-US" sz="1400" dirty="0"/>
                    </a:p>
                  </a:txBody>
                  <a:tcPr anchor="ctr"/>
                </a:tc>
                <a:tc hMerge="1">
                  <a:txBody>
                    <a:bodyPr/>
                    <a:lstStyle/>
                    <a:p>
                      <a:endParaRPr lang="zh-CN" altLang="en-US"/>
                    </a:p>
                  </a:txBody>
                  <a:tcPr/>
                </a:tc>
                <a:tc hMerge="1">
                  <a:txBody>
                    <a:bodyPr/>
                    <a:lstStyle/>
                    <a:p>
                      <a:pPr algn="ctr"/>
                      <a:endParaRPr lang="zh-CN" altLang="en-US" sz="1400" dirty="0"/>
                    </a:p>
                  </a:txBody>
                  <a:tcPr anchor="ctr"/>
                </a:tc>
                <a:tc hMerge="1">
                  <a:txBody>
                    <a:bodyPr/>
                    <a:lstStyle/>
                    <a:p>
                      <a:pPr algn="ctr"/>
                      <a:endParaRPr lang="zh-CN" altLang="en-US" sz="1400" dirty="0"/>
                    </a:p>
                  </a:txBody>
                  <a:tcPr anchor="ctr"/>
                </a:tc>
                <a:extLst>
                  <a:ext uri="{0D108BD9-81ED-4DB2-BD59-A6C34878D82A}">
                    <a16:rowId xmlns="" xmlns:a16="http://schemas.microsoft.com/office/drawing/2014/main" val="634338302"/>
                  </a:ext>
                </a:extLst>
              </a:tr>
              <a:tr h="441000">
                <a:tc gridSpan="5">
                  <a:txBody>
                    <a:bodyPr/>
                    <a:lstStyle/>
                    <a:p>
                      <a:pPr algn="ctr"/>
                      <a:r>
                        <a:rPr lang="zh-CN" altLang="en-US" sz="1400" dirty="0"/>
                        <a:t>目的地址</a:t>
                      </a:r>
                    </a:p>
                  </a:txBody>
                  <a:tcPr anchor="ctr">
                    <a:lnT w="12700" cap="flat" cmpd="sng" algn="ctr">
                      <a:solidFill>
                        <a:schemeClr val="bg1"/>
                      </a:solidFill>
                      <a:prstDash val="solid"/>
                      <a:round/>
                      <a:headEnd type="none" w="med" len="med"/>
                      <a:tailEnd type="none" w="med" len="med"/>
                    </a:lnT>
                  </a:tcPr>
                </a:tc>
                <a:tc hMerge="1">
                  <a:txBody>
                    <a:bodyPr/>
                    <a:lstStyle/>
                    <a:p>
                      <a:pPr algn="ctr"/>
                      <a:endParaRPr lang="zh-CN" altLang="en-US" sz="1400"/>
                    </a:p>
                  </a:txBody>
                  <a:tcPr anchor="ctr"/>
                </a:tc>
                <a:tc hMerge="1">
                  <a:txBody>
                    <a:bodyPr/>
                    <a:lstStyle/>
                    <a:p>
                      <a:endParaRPr lang="zh-CN" altLang="en-US"/>
                    </a:p>
                  </a:txBody>
                  <a:tcPr/>
                </a:tc>
                <a:tc hMerge="1">
                  <a:txBody>
                    <a:bodyPr/>
                    <a:lstStyle/>
                    <a:p>
                      <a:pPr algn="ctr"/>
                      <a:endParaRPr lang="zh-CN" altLang="en-US" sz="1400"/>
                    </a:p>
                  </a:txBody>
                  <a:tcPr anchor="ctr"/>
                </a:tc>
                <a:tc hMerge="1">
                  <a:txBody>
                    <a:bodyPr/>
                    <a:lstStyle/>
                    <a:p>
                      <a:pPr algn="ctr"/>
                      <a:endParaRPr lang="zh-CN" altLang="en-US" sz="1400"/>
                    </a:p>
                  </a:txBody>
                  <a:tcPr anchor="ctr"/>
                </a:tc>
                <a:extLst>
                  <a:ext uri="{0D108BD9-81ED-4DB2-BD59-A6C34878D82A}">
                    <a16:rowId xmlns="" xmlns:a16="http://schemas.microsoft.com/office/drawing/2014/main" val="3210158934"/>
                  </a:ext>
                </a:extLst>
              </a:tr>
            </a:tbl>
          </a:graphicData>
        </a:graphic>
      </p:graphicFrame>
      <p:graphicFrame>
        <p:nvGraphicFramePr>
          <p:cNvPr id="13" name="表格 10">
            <a:extLst>
              <a:ext uri="{FF2B5EF4-FFF2-40B4-BE49-F238E27FC236}">
                <a16:creationId xmlns="" xmlns:a16="http://schemas.microsoft.com/office/drawing/2014/main" id="{2419A9FC-FCE4-4F8F-963C-F83EF34545BB}"/>
              </a:ext>
            </a:extLst>
          </p:cNvPr>
          <p:cNvGraphicFramePr>
            <a:graphicFrameLocks noGrp="1"/>
          </p:cNvGraphicFramePr>
          <p:nvPr>
            <p:extLst>
              <p:ext uri="{D42A27DB-BD31-4B8C-83A1-F6EECF244321}">
                <p14:modId xmlns:p14="http://schemas.microsoft.com/office/powerpoint/2010/main" val="429887859"/>
              </p:ext>
            </p:extLst>
          </p:nvPr>
        </p:nvGraphicFramePr>
        <p:xfrm>
          <a:off x="6752507" y="4842534"/>
          <a:ext cx="4654552" cy="1087160"/>
        </p:xfrm>
        <a:graphic>
          <a:graphicData uri="http://schemas.openxmlformats.org/drawingml/2006/table">
            <a:tbl>
              <a:tblPr bandRow="1">
                <a:tableStyleId>{18603FDC-E32A-4AB5-989C-0864C3EAD2B8}</a:tableStyleId>
              </a:tblPr>
              <a:tblGrid>
                <a:gridCol w="4654552">
                  <a:extLst>
                    <a:ext uri="{9D8B030D-6E8A-4147-A177-3AD203B41FA5}">
                      <a16:colId xmlns="" xmlns:a16="http://schemas.microsoft.com/office/drawing/2014/main" val="953934985"/>
                    </a:ext>
                  </a:extLst>
                </a:gridCol>
              </a:tblGrid>
              <a:tr h="1087160">
                <a:tc>
                  <a:txBody>
                    <a:bodyPr/>
                    <a:lstStyle/>
                    <a:p>
                      <a:pPr algn="ctr"/>
                      <a:r>
                        <a:rPr lang="zh-CN" altLang="en-US" sz="1400" dirty="0"/>
                        <a:t>拓展报头</a:t>
                      </a:r>
                    </a:p>
                  </a:txBody>
                  <a:tcPr anchor="ctr"/>
                </a:tc>
                <a:extLst>
                  <a:ext uri="{0D108BD9-81ED-4DB2-BD59-A6C34878D82A}">
                    <a16:rowId xmlns="" xmlns:a16="http://schemas.microsoft.com/office/drawing/2014/main" val="176669862"/>
                  </a:ext>
                </a:extLst>
              </a:tr>
            </a:tbl>
          </a:graphicData>
        </a:graphic>
      </p:graphicFrame>
      <p:sp>
        <p:nvSpPr>
          <p:cNvPr id="16" name="矩形 15"/>
          <p:cNvSpPr/>
          <p:nvPr/>
        </p:nvSpPr>
        <p:spPr>
          <a:xfrm>
            <a:off x="6679933" y="2658038"/>
            <a:ext cx="4831882" cy="1875462"/>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6"/>
          <p:cNvSpPr txBox="1"/>
          <p:nvPr/>
        </p:nvSpPr>
        <p:spPr>
          <a:xfrm>
            <a:off x="10600577" y="2368254"/>
            <a:ext cx="1005403" cy="338554"/>
          </a:xfrm>
          <a:prstGeom prst="rect">
            <a:avLst/>
          </a:prstGeom>
          <a:noFill/>
        </p:spPr>
        <p:txBody>
          <a:bodyPr wrap="none" rtlCol="0">
            <a:spAutoFit/>
          </a:bodyPr>
          <a:lstStyle/>
          <a:p>
            <a:r>
              <a:rPr lang="zh-CN" altLang="en-US" sz="1600" dirty="0" smtClean="0">
                <a:solidFill>
                  <a:srgbClr val="C00000"/>
                </a:solidFill>
              </a:rPr>
              <a:t>基本报头</a:t>
            </a:r>
            <a:endParaRPr lang="zh-CN" altLang="en-US" sz="1600" dirty="0">
              <a:solidFill>
                <a:srgbClr val="C00000"/>
              </a:solidFill>
            </a:endParaRPr>
          </a:p>
        </p:txBody>
      </p:sp>
    </p:spTree>
    <p:extLst>
      <p:ext uri="{BB962C8B-B14F-4D97-AF65-F5344CB8AC3E}">
        <p14:creationId xmlns:p14="http://schemas.microsoft.com/office/powerpoint/2010/main" val="21593188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wipe(up)">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left)">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ipe(up)">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wipe(up)">
                                      <p:cBhvr>
                                        <p:cTn id="27" dur="500"/>
                                        <p:tgtEl>
                                          <p:spTgt spid="1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nodeType="click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wipe(up)">
                                      <p:cBhvr>
                                        <p:cTn id="3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8" grpId="0"/>
      <p:bldP spid="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8FF4C756-6D4A-43C9-9D26-C59FC51C4609}"/>
              </a:ext>
            </a:extLst>
          </p:cNvPr>
          <p:cNvSpPr>
            <a:spLocks noGrp="1"/>
          </p:cNvSpPr>
          <p:nvPr>
            <p:ph type="title"/>
          </p:nvPr>
        </p:nvSpPr>
        <p:spPr/>
        <p:txBody>
          <a:bodyPr/>
          <a:lstStyle/>
          <a:p>
            <a:r>
              <a:rPr lang="en-US" altLang="zh-CN" smtClean="0"/>
              <a:t>7.1.2 IPv6</a:t>
            </a:r>
            <a:r>
              <a:rPr lang="zh-CN" altLang="en-US" smtClean="0"/>
              <a:t>数据包封装</a:t>
            </a:r>
            <a:endParaRPr lang="zh-CN" altLang="en-US" dirty="0"/>
          </a:p>
        </p:txBody>
      </p:sp>
      <p:sp>
        <p:nvSpPr>
          <p:cNvPr id="3" name="文本占位符 2">
            <a:extLst>
              <a:ext uri="{FF2B5EF4-FFF2-40B4-BE49-F238E27FC236}">
                <a16:creationId xmlns="" xmlns:a16="http://schemas.microsoft.com/office/drawing/2014/main" id="{3F7E2CA1-D715-4EF4-A8F6-BBB8E5CCA5F1}"/>
              </a:ext>
            </a:extLst>
          </p:cNvPr>
          <p:cNvSpPr>
            <a:spLocks noGrp="1"/>
          </p:cNvSpPr>
          <p:nvPr>
            <p:ph type="body" sz="quarter" idx="10"/>
          </p:nvPr>
        </p:nvSpPr>
        <p:spPr/>
        <p:txBody>
          <a:bodyPr/>
          <a:lstStyle/>
          <a:p>
            <a:r>
              <a:rPr lang="en-US" altLang="zh-CN" dirty="0" smtClean="0"/>
              <a:t>IPv6</a:t>
            </a:r>
            <a:r>
              <a:rPr lang="zh-CN" altLang="en-US" dirty="0" smtClean="0"/>
              <a:t>基本报头</a:t>
            </a:r>
            <a:endParaRPr lang="en-US" altLang="zh-CN" dirty="0" smtClean="0"/>
          </a:p>
          <a:p>
            <a:pPr lvl="1"/>
            <a:r>
              <a:rPr lang="zh-CN" altLang="en-US" dirty="0" smtClean="0"/>
              <a:t>不同于</a:t>
            </a:r>
            <a:r>
              <a:rPr lang="en-US" altLang="zh-CN" dirty="0" smtClean="0"/>
              <a:t>IPv4</a:t>
            </a:r>
            <a:r>
              <a:rPr lang="zh-CN" altLang="en-US" dirty="0" smtClean="0"/>
              <a:t>报头长度为</a:t>
            </a:r>
            <a:r>
              <a:rPr lang="en-US" altLang="zh-CN" dirty="0" smtClean="0"/>
              <a:t>20~60Byte</a:t>
            </a:r>
            <a:r>
              <a:rPr lang="zh-CN" altLang="en-US" dirty="0" smtClean="0"/>
              <a:t>，</a:t>
            </a:r>
            <a:r>
              <a:rPr lang="en-US" altLang="zh-CN" dirty="0" smtClean="0"/>
              <a:t>IPv6</a:t>
            </a:r>
            <a:r>
              <a:rPr lang="zh-CN" altLang="en-US" dirty="0" smtClean="0"/>
              <a:t>基本报头是定长</a:t>
            </a:r>
            <a:r>
              <a:rPr lang="en-US" altLang="zh-CN" dirty="0" smtClean="0"/>
              <a:t>40Byte</a:t>
            </a:r>
            <a:r>
              <a:rPr lang="zh-CN" altLang="en-US" dirty="0" smtClean="0"/>
              <a:t>，其中包含</a:t>
            </a:r>
            <a:r>
              <a:rPr lang="en-US" altLang="zh-CN" dirty="0" smtClean="0"/>
              <a:t>8</a:t>
            </a:r>
            <a:r>
              <a:rPr lang="zh-CN" altLang="en-US" dirty="0" smtClean="0"/>
              <a:t>个字段。</a:t>
            </a:r>
            <a:endParaRPr lang="en-US" altLang="zh-CN" dirty="0" smtClean="0"/>
          </a:p>
        </p:txBody>
      </p:sp>
      <p:pic>
        <p:nvPicPr>
          <p:cNvPr id="4" name="图片 3">
            <a:extLst>
              <a:ext uri="{FF2B5EF4-FFF2-40B4-BE49-F238E27FC236}">
                <a16:creationId xmlns="" xmlns:a16="http://schemas.microsoft.com/office/drawing/2014/main" id="{95B1BEEE-D996-42F8-9F74-BE6B923A3620}"/>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398079" y="2454170"/>
            <a:ext cx="5588833" cy="3737117"/>
          </a:xfrm>
          <a:prstGeom prst="rect">
            <a:avLst/>
          </a:prstGeom>
          <a:noFill/>
          <a:ln>
            <a:noFill/>
          </a:ln>
        </p:spPr>
      </p:pic>
      <p:sp>
        <p:nvSpPr>
          <p:cNvPr id="11" name="文本占位符 2">
            <a:extLst>
              <a:ext uri="{FF2B5EF4-FFF2-40B4-BE49-F238E27FC236}">
                <a16:creationId xmlns="" xmlns:a16="http://schemas.microsoft.com/office/drawing/2014/main" id="{F97290ED-AE5D-46E9-B399-049F12F98AFD}"/>
              </a:ext>
            </a:extLst>
          </p:cNvPr>
          <p:cNvSpPr txBox="1">
            <a:spLocks/>
          </p:cNvSpPr>
          <p:nvPr/>
        </p:nvSpPr>
        <p:spPr bwMode="auto">
          <a:xfrm>
            <a:off x="6095999" y="2569944"/>
            <a:ext cx="5656203" cy="3489477"/>
          </a:xfrm>
          <a:prstGeom prst="rect">
            <a:avLst/>
          </a:prstGeom>
          <a:solidFill>
            <a:schemeClr val="bg1">
              <a:lumMod val="85000"/>
            </a:schemeClr>
          </a:solidFill>
          <a:ln w="9525">
            <a:noFill/>
            <a:miter lim="800000"/>
            <a:headEnd/>
            <a:tailEnd/>
          </a:ln>
        </p:spPr>
        <p:txBody>
          <a:bodyPr vert="horz" wrap="square" lIns="80141" tIns="40071" rIns="80141" bIns="40071" numCol="1" anchor="ctr" anchorCtr="0" compatLnSpc="1">
            <a:prstTxWarp prst="textNoShape">
              <a:avLst/>
            </a:prstTxWarp>
          </a:bodyPr>
          <a:lstStyle>
            <a:lvl1pPr marL="302279" indent="-302279" algn="just" defTabSz="914034" rtl="0" eaLnBrk="1" fontAlgn="ctr" latinLnBrk="0" hangingPunct="1">
              <a:lnSpc>
                <a:spcPct val="140000"/>
              </a:lnSpc>
              <a:spcBef>
                <a:spcPts val="792"/>
              </a:spcBef>
              <a:buClrTx/>
              <a:buSzPct val="50000"/>
              <a:buFont typeface="Wingdings" panose="05000000000000000000" pitchFamily="2" charset="2"/>
              <a:buChar char="l"/>
              <a:defRPr sz="2199" kern="1200" baseline="0">
                <a:solidFill>
                  <a:schemeClr val="tx1"/>
                </a:solidFill>
                <a:latin typeface="Huawei Sans" panose="020C0503030203020204" pitchFamily="34" charset="0"/>
                <a:ea typeface="方正兰亭黑简体" panose="02000000000000000000" pitchFamily="2" charset="-122"/>
                <a:cs typeface="Huawei Sans" panose="020C0503030203020204" pitchFamily="34" charset="0"/>
              </a:defRPr>
            </a:lvl1pPr>
            <a:lvl2pPr marL="654938" indent="-251899" algn="l" defTabSz="914034" rtl="0" eaLnBrk="1" fontAlgn="ctr" latinLnBrk="0" hangingPunct="1">
              <a:lnSpc>
                <a:spcPct val="140000"/>
              </a:lnSpc>
              <a:spcBef>
                <a:spcPts val="720"/>
              </a:spcBef>
              <a:buClrTx/>
              <a:buSzPct val="50000"/>
              <a:buFont typeface="Wingdings" panose="05000000000000000000" pitchFamily="2" charset="2"/>
              <a:buChar char="p"/>
              <a:defRPr sz="1999" kern="1200">
                <a:solidFill>
                  <a:schemeClr val="tx1"/>
                </a:solidFill>
                <a:latin typeface="Huawei Sans" panose="020C0503030203020204" pitchFamily="34" charset="0"/>
                <a:ea typeface="方正兰亭黑简体" panose="02000000000000000000" pitchFamily="2" charset="-122"/>
                <a:cs typeface="+mn-cs"/>
              </a:defRPr>
            </a:lvl2pPr>
            <a:lvl3pPr marL="1003998" indent="-201519" algn="l" defTabSz="914034" rtl="0" eaLnBrk="1" fontAlgn="ctr" latinLnBrk="0" hangingPunct="1">
              <a:lnSpc>
                <a:spcPct val="140000"/>
              </a:lnSpc>
              <a:spcBef>
                <a:spcPts val="648"/>
              </a:spcBef>
              <a:buClrTx/>
              <a:buSzPct val="50000"/>
              <a:buFont typeface="Wingdings" panose="05000000000000000000" pitchFamily="2" charset="2"/>
              <a:buChar char="n"/>
              <a:defRPr sz="1799" kern="1200">
                <a:solidFill>
                  <a:schemeClr val="tx1"/>
                </a:solidFill>
                <a:latin typeface="Huawei Sans" panose="020C0503030203020204" pitchFamily="34" charset="0"/>
                <a:ea typeface="方正兰亭黑简体" panose="02000000000000000000" pitchFamily="2" charset="-122"/>
                <a:cs typeface="+mn-cs"/>
              </a:defRPr>
            </a:lvl3pPr>
            <a:lvl4pPr marL="1399840" indent="-197921" algn="l" defTabSz="914034" rtl="0" eaLnBrk="1" fontAlgn="ctr" latinLnBrk="0" hangingPunct="1">
              <a:lnSpc>
                <a:spcPct val="140000"/>
              </a:lnSpc>
              <a:spcBef>
                <a:spcPts val="576"/>
              </a:spcBef>
              <a:buFont typeface="Huawei Sans" panose="020C0503030203020204" pitchFamily="34" charset="0"/>
              <a:buChar char="−"/>
              <a:defRPr sz="1599" kern="1200">
                <a:solidFill>
                  <a:schemeClr val="tx1"/>
                </a:solidFill>
                <a:latin typeface="Huawei Sans" panose="020C0503030203020204" pitchFamily="34" charset="0"/>
                <a:ea typeface="方正兰亭黑简体" panose="02000000000000000000" pitchFamily="2" charset="-122"/>
                <a:cs typeface="+mn-cs"/>
              </a:defRPr>
            </a:lvl4pPr>
            <a:lvl5pPr marL="1802879" indent="-201519" algn="l" defTabSz="914034" rtl="0" eaLnBrk="1" fontAlgn="ctr" latinLnBrk="0" hangingPunct="1">
              <a:lnSpc>
                <a:spcPct val="140000"/>
              </a:lnSpc>
              <a:spcBef>
                <a:spcPts val="576"/>
              </a:spcBef>
              <a:buFont typeface="Huawei Sans" panose="020C0503030203020204" pitchFamily="34" charset="0"/>
              <a:buChar char="~"/>
              <a:defRPr sz="1399" kern="1200">
                <a:solidFill>
                  <a:schemeClr val="tx1"/>
                </a:solidFill>
                <a:latin typeface="Huawei Sans" panose="020C0503030203020204" pitchFamily="34" charset="0"/>
                <a:ea typeface="方正兰亭黑简体" panose="02000000000000000000" pitchFamily="2" charset="-122"/>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marL="0" indent="0">
              <a:lnSpc>
                <a:spcPct val="150000"/>
              </a:lnSpc>
              <a:spcBef>
                <a:spcPts val="1200"/>
              </a:spcBef>
              <a:buNone/>
            </a:pPr>
            <a:r>
              <a:rPr lang="en-US" altLang="zh-CN" sz="1600" dirty="0" smtClean="0"/>
              <a:t>IPv6</a:t>
            </a:r>
            <a:r>
              <a:rPr lang="zh-CN" altLang="en-US" sz="1600" dirty="0" smtClean="0"/>
              <a:t>基本报头字段解释</a:t>
            </a:r>
            <a:endParaRPr lang="en-US" altLang="zh-CN" sz="1600" dirty="0"/>
          </a:p>
          <a:p>
            <a:pPr marL="216000" indent="-144000">
              <a:lnSpc>
                <a:spcPct val="120000"/>
              </a:lnSpc>
              <a:spcBef>
                <a:spcPts val="600"/>
              </a:spcBef>
              <a:buSzPct val="70000"/>
              <a:buFont typeface="Wingdings" panose="05000000000000000000" pitchFamily="2" charset="2"/>
              <a:buChar char="Ø"/>
            </a:pPr>
            <a:r>
              <a:rPr lang="en-US" altLang="zh-CN" sz="1400" dirty="0" smtClean="0"/>
              <a:t>Version: 4bit</a:t>
            </a:r>
            <a:r>
              <a:rPr lang="zh-CN" altLang="en-US" sz="1400" dirty="0" smtClean="0"/>
              <a:t>，指定</a:t>
            </a:r>
            <a:r>
              <a:rPr lang="en-US" altLang="zh-CN" sz="1400" dirty="0" smtClean="0"/>
              <a:t>IPv6</a:t>
            </a:r>
            <a:r>
              <a:rPr lang="zh-CN" altLang="en-US" sz="1400" dirty="0" smtClean="0"/>
              <a:t>，数值</a:t>
            </a:r>
            <a:r>
              <a:rPr lang="en-US" altLang="zh-CN" sz="1400" dirty="0" smtClean="0"/>
              <a:t>=6</a:t>
            </a:r>
            <a:r>
              <a:rPr lang="zh-CN" altLang="en-US" sz="1400" dirty="0"/>
              <a:t>；</a:t>
            </a:r>
            <a:endParaRPr lang="en-US" altLang="zh-CN" sz="1400" dirty="0" smtClean="0"/>
          </a:p>
          <a:p>
            <a:pPr marL="216000" indent="-144000">
              <a:lnSpc>
                <a:spcPct val="120000"/>
              </a:lnSpc>
              <a:spcBef>
                <a:spcPts val="600"/>
              </a:spcBef>
              <a:buSzPct val="70000"/>
              <a:buFont typeface="Wingdings" panose="05000000000000000000" pitchFamily="2" charset="2"/>
              <a:buChar char="Ø"/>
            </a:pPr>
            <a:r>
              <a:rPr lang="en-US" altLang="zh-CN" sz="1400" dirty="0" smtClean="0"/>
              <a:t>Traffic Class: 8bit</a:t>
            </a:r>
            <a:r>
              <a:rPr lang="zh-CN" altLang="en-US" sz="1400" dirty="0" smtClean="0"/>
              <a:t>，用来区分不同类型或优先级的</a:t>
            </a:r>
            <a:r>
              <a:rPr lang="en-US" altLang="zh-CN" sz="1400" dirty="0" smtClean="0"/>
              <a:t>IPv6</a:t>
            </a:r>
            <a:r>
              <a:rPr lang="zh-CN" altLang="en-US" sz="1400" dirty="0" smtClean="0"/>
              <a:t>数据包；</a:t>
            </a:r>
            <a:endParaRPr lang="en-US" altLang="zh-CN" sz="1400" dirty="0"/>
          </a:p>
          <a:p>
            <a:pPr marL="216000" indent="-144000">
              <a:lnSpc>
                <a:spcPct val="120000"/>
              </a:lnSpc>
              <a:spcBef>
                <a:spcPts val="600"/>
              </a:spcBef>
              <a:buSzPct val="70000"/>
              <a:buFont typeface="Wingdings" panose="05000000000000000000" pitchFamily="2" charset="2"/>
              <a:buChar char="Ø"/>
            </a:pPr>
            <a:r>
              <a:rPr lang="en-US" altLang="zh-CN" sz="1400" dirty="0" smtClean="0"/>
              <a:t>Flow Label: 20bit</a:t>
            </a:r>
            <a:r>
              <a:rPr lang="zh-CN" altLang="en-US" sz="1400" dirty="0" smtClean="0"/>
              <a:t>，用作标识同一个数据流，此字段为</a:t>
            </a:r>
            <a:r>
              <a:rPr lang="en-US" altLang="zh-CN" sz="1400" dirty="0" smtClean="0"/>
              <a:t>IPv6</a:t>
            </a:r>
            <a:r>
              <a:rPr lang="zh-CN" altLang="en-US" sz="1400" dirty="0" smtClean="0"/>
              <a:t>新增字段；</a:t>
            </a:r>
            <a:r>
              <a:rPr lang="en-US" altLang="zh-CN" sz="1400" dirty="0" smtClean="0"/>
              <a:t>Payload Length:16bit</a:t>
            </a:r>
            <a:r>
              <a:rPr lang="zh-CN" altLang="en-US" sz="1400" dirty="0" smtClean="0"/>
              <a:t>，数据包的有效载荷；</a:t>
            </a:r>
            <a:endParaRPr lang="en-US" altLang="zh-CN" sz="1400" dirty="0"/>
          </a:p>
          <a:p>
            <a:pPr marL="216000" indent="-144000">
              <a:lnSpc>
                <a:spcPct val="120000"/>
              </a:lnSpc>
              <a:spcBef>
                <a:spcPts val="600"/>
              </a:spcBef>
              <a:buSzPct val="70000"/>
              <a:buFont typeface="Wingdings" panose="05000000000000000000" pitchFamily="2" charset="2"/>
              <a:buChar char="Ø"/>
            </a:pPr>
            <a:r>
              <a:rPr lang="en-US" altLang="zh-CN" sz="1400" dirty="0" smtClean="0"/>
              <a:t>Next Header:8bit</a:t>
            </a:r>
            <a:r>
              <a:rPr lang="zh-CN" altLang="en-US" sz="1400" dirty="0" smtClean="0"/>
              <a:t>，指明跟在基本报头后面是哪种扩展报头或者上层协议中的协议类型；</a:t>
            </a:r>
            <a:endParaRPr lang="en-US" altLang="zh-CN" sz="1400" dirty="0" smtClean="0"/>
          </a:p>
          <a:p>
            <a:pPr marL="216000" indent="-144000">
              <a:lnSpc>
                <a:spcPct val="120000"/>
              </a:lnSpc>
              <a:spcBef>
                <a:spcPts val="600"/>
              </a:spcBef>
              <a:buSzPct val="70000"/>
              <a:buFont typeface="Wingdings" panose="05000000000000000000" pitchFamily="2" charset="2"/>
              <a:buChar char="Ø"/>
            </a:pPr>
            <a:r>
              <a:rPr lang="en-US" altLang="zh-CN" sz="1400" dirty="0" smtClean="0"/>
              <a:t>Source Address:128bit</a:t>
            </a:r>
            <a:r>
              <a:rPr lang="zh-CN" altLang="en-US" sz="1400" dirty="0" smtClean="0"/>
              <a:t>，数据包的源</a:t>
            </a:r>
            <a:r>
              <a:rPr lang="en-US" altLang="zh-CN" sz="1400" dirty="0" smtClean="0"/>
              <a:t>IPv6</a:t>
            </a:r>
            <a:r>
              <a:rPr lang="zh-CN" altLang="en-US" sz="1400" dirty="0" smtClean="0"/>
              <a:t>地址，必须是单播地址；</a:t>
            </a:r>
            <a:r>
              <a:rPr lang="en-US" altLang="zh-CN" sz="1400" dirty="0" smtClean="0"/>
              <a:t>Destination Address:128bit</a:t>
            </a:r>
            <a:r>
              <a:rPr lang="zh-CN" altLang="en-US" sz="1400" dirty="0" smtClean="0"/>
              <a:t>，数据包的目标</a:t>
            </a:r>
            <a:r>
              <a:rPr lang="en-US" altLang="zh-CN" sz="1400" dirty="0" smtClean="0"/>
              <a:t>IPv6</a:t>
            </a:r>
            <a:r>
              <a:rPr lang="zh-CN" altLang="en-US" sz="1400" dirty="0" smtClean="0"/>
              <a:t>地址，可以是单播或组播地址。</a:t>
            </a:r>
          </a:p>
        </p:txBody>
      </p:sp>
    </p:spTree>
    <p:extLst>
      <p:ext uri="{BB962C8B-B14F-4D97-AF65-F5344CB8AC3E}">
        <p14:creationId xmlns:p14="http://schemas.microsoft.com/office/powerpoint/2010/main" val="93221427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 xmlns:a16="http://schemas.microsoft.com/office/drawing/2014/main" id="{CA85B8B9-D0C2-45B6-A261-2B5442D8257F}"/>
              </a:ext>
            </a:extLst>
          </p:cNvPr>
          <p:cNvSpPr>
            <a:spLocks noGrp="1"/>
          </p:cNvSpPr>
          <p:nvPr>
            <p:ph type="title"/>
          </p:nvPr>
        </p:nvSpPr>
        <p:spPr/>
        <p:txBody>
          <a:bodyPr/>
          <a:lstStyle/>
          <a:p>
            <a:r>
              <a:rPr lang="en-US" altLang="zh-CN" smtClean="0"/>
              <a:t>7.1.2 IPv6</a:t>
            </a:r>
            <a:r>
              <a:rPr lang="zh-CN" altLang="en-US" smtClean="0"/>
              <a:t>数据包封装</a:t>
            </a:r>
            <a:endParaRPr lang="zh-CN" altLang="en-US" dirty="0"/>
          </a:p>
        </p:txBody>
      </p:sp>
      <p:sp>
        <p:nvSpPr>
          <p:cNvPr id="4" name="文本占位符 3">
            <a:extLst>
              <a:ext uri="{FF2B5EF4-FFF2-40B4-BE49-F238E27FC236}">
                <a16:creationId xmlns="" xmlns:a16="http://schemas.microsoft.com/office/drawing/2014/main" id="{50740A39-80E1-4C56-9321-379164AA16F3}"/>
              </a:ext>
            </a:extLst>
          </p:cNvPr>
          <p:cNvSpPr>
            <a:spLocks noGrp="1"/>
          </p:cNvSpPr>
          <p:nvPr>
            <p:ph type="body" sz="quarter" idx="10"/>
          </p:nvPr>
        </p:nvSpPr>
        <p:spPr/>
        <p:txBody>
          <a:bodyPr/>
          <a:lstStyle/>
          <a:p>
            <a:r>
              <a:rPr lang="zh-CN" altLang="en-US" dirty="0" smtClean="0"/>
              <a:t>常见上层协议及对应的</a:t>
            </a:r>
            <a:r>
              <a:rPr lang="en-US" altLang="zh-CN" dirty="0" smtClean="0"/>
              <a:t>Next Header</a:t>
            </a:r>
            <a:r>
              <a:rPr lang="zh-CN" altLang="en-US" dirty="0" smtClean="0"/>
              <a:t>值，其中包含</a:t>
            </a:r>
            <a:r>
              <a:rPr lang="en-US" altLang="zh-CN" dirty="0" smtClean="0"/>
              <a:t>6</a:t>
            </a:r>
            <a:r>
              <a:rPr lang="zh-CN" altLang="en-US" dirty="0" smtClean="0"/>
              <a:t>个</a:t>
            </a:r>
            <a:r>
              <a:rPr lang="en-US" altLang="zh-CN" dirty="0" smtClean="0"/>
              <a:t>IPv6</a:t>
            </a:r>
            <a:r>
              <a:rPr lang="zh-CN" altLang="en-US" dirty="0" smtClean="0"/>
              <a:t>扩展报头，</a:t>
            </a:r>
            <a:r>
              <a:rPr lang="en-US" altLang="zh-CN" dirty="0" smtClean="0"/>
              <a:t>4</a:t>
            </a:r>
            <a:r>
              <a:rPr lang="zh-CN" altLang="en-US" dirty="0" smtClean="0"/>
              <a:t>个</a:t>
            </a:r>
            <a:r>
              <a:rPr lang="en-US" altLang="zh-CN" dirty="0" smtClean="0"/>
              <a:t>IPv6</a:t>
            </a:r>
            <a:r>
              <a:rPr lang="zh-CN" altLang="en-US" dirty="0" smtClean="0"/>
              <a:t>相关协议。</a:t>
            </a:r>
            <a:endParaRPr lang="zh-CN" altLang="en-US" dirty="0"/>
          </a:p>
        </p:txBody>
      </p:sp>
      <p:graphicFrame>
        <p:nvGraphicFramePr>
          <p:cNvPr id="6" name="表格 5">
            <a:extLst>
              <a:ext uri="{FF2B5EF4-FFF2-40B4-BE49-F238E27FC236}">
                <a16:creationId xmlns="" xmlns:a16="http://schemas.microsoft.com/office/drawing/2014/main" id="{469C621E-4006-4337-ABF0-45949D5922E3}"/>
              </a:ext>
            </a:extLst>
          </p:cNvPr>
          <p:cNvGraphicFramePr>
            <a:graphicFrameLocks noGrp="1"/>
          </p:cNvGraphicFramePr>
          <p:nvPr>
            <p:extLst>
              <p:ext uri="{D42A27DB-BD31-4B8C-83A1-F6EECF244321}">
                <p14:modId xmlns:p14="http://schemas.microsoft.com/office/powerpoint/2010/main" val="2662747144"/>
              </p:ext>
            </p:extLst>
          </p:nvPr>
        </p:nvGraphicFramePr>
        <p:xfrm>
          <a:off x="2454965" y="2025750"/>
          <a:ext cx="7504044" cy="4356000"/>
        </p:xfrm>
        <a:graphic>
          <a:graphicData uri="http://schemas.openxmlformats.org/drawingml/2006/table">
            <a:tbl>
              <a:tblPr firstRow="1" firstCol="1" bandRow="1">
                <a:tableStyleId>{69012ECD-51FC-41F1-AA8D-1B2483CD663E}</a:tableStyleId>
              </a:tblPr>
              <a:tblGrid>
                <a:gridCol w="2643558">
                  <a:extLst>
                    <a:ext uri="{9D8B030D-6E8A-4147-A177-3AD203B41FA5}">
                      <a16:colId xmlns="" xmlns:a16="http://schemas.microsoft.com/office/drawing/2014/main" val="2013663693"/>
                    </a:ext>
                  </a:extLst>
                </a:gridCol>
                <a:gridCol w="4860486">
                  <a:extLst>
                    <a:ext uri="{9D8B030D-6E8A-4147-A177-3AD203B41FA5}">
                      <a16:colId xmlns="" xmlns:a16="http://schemas.microsoft.com/office/drawing/2014/main" val="2110042015"/>
                    </a:ext>
                  </a:extLst>
                </a:gridCol>
              </a:tblGrid>
              <a:tr h="396000">
                <a:tc>
                  <a:txBody>
                    <a:bodyPr/>
                    <a:lstStyle/>
                    <a:p>
                      <a:pPr indent="266700" algn="ctr">
                        <a:spcAft>
                          <a:spcPts val="0"/>
                        </a:spcAft>
                      </a:pPr>
                      <a:r>
                        <a:rPr lang="en-US" sz="2200" kern="100" dirty="0">
                          <a:effectLst/>
                        </a:rPr>
                        <a:t>Next Header</a:t>
                      </a:r>
                      <a:r>
                        <a:rPr lang="zh-CN" sz="2200" kern="100" dirty="0">
                          <a:effectLst/>
                        </a:rPr>
                        <a:t>值</a:t>
                      </a:r>
                      <a:endParaRPr lang="zh-CN" sz="2200" b="1"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lnR w="12700" cap="flat" cmpd="sng" algn="ctr">
                      <a:solidFill>
                        <a:schemeClr val="bg1"/>
                      </a:solidFill>
                      <a:prstDash val="solid"/>
                      <a:round/>
                      <a:headEnd type="none" w="med" len="med"/>
                      <a:tailEnd type="none" w="med" len="med"/>
                    </a:lnR>
                  </a:tcPr>
                </a:tc>
                <a:tc>
                  <a:txBody>
                    <a:bodyPr/>
                    <a:lstStyle/>
                    <a:p>
                      <a:pPr indent="266700" algn="ctr">
                        <a:spcAft>
                          <a:spcPts val="0"/>
                        </a:spcAft>
                      </a:pPr>
                      <a:r>
                        <a:rPr lang="zh-CN" sz="2200" kern="100" dirty="0" smtClean="0">
                          <a:effectLst/>
                        </a:rPr>
                        <a:t>对应扩展</a:t>
                      </a:r>
                      <a:r>
                        <a:rPr lang="zh-CN" sz="2200" kern="100" dirty="0">
                          <a:effectLst/>
                        </a:rPr>
                        <a:t>报头或高层协议类型</a:t>
                      </a:r>
                      <a:endParaRPr lang="zh-CN" sz="2200" b="1"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tcPr>
                </a:tc>
                <a:extLst>
                  <a:ext uri="{0D108BD9-81ED-4DB2-BD59-A6C34878D82A}">
                    <a16:rowId xmlns="" xmlns:a16="http://schemas.microsoft.com/office/drawing/2014/main" val="1695308477"/>
                  </a:ext>
                </a:extLst>
              </a:tr>
              <a:tr h="396000">
                <a:tc>
                  <a:txBody>
                    <a:bodyPr/>
                    <a:lstStyle/>
                    <a:p>
                      <a:pPr indent="266700" algn="ctr">
                        <a:spcAft>
                          <a:spcPts val="0"/>
                        </a:spcAft>
                      </a:pPr>
                      <a:r>
                        <a:rPr lang="en-US" sz="2200" kern="100" dirty="0">
                          <a:effectLst/>
                        </a:rPr>
                        <a:t>0</a:t>
                      </a:r>
                      <a:endParaRPr lang="zh-CN" sz="22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lnR w="12700" cap="flat" cmpd="sng" algn="ctr">
                      <a:solidFill>
                        <a:schemeClr val="accent1">
                          <a:lumMod val="40000"/>
                          <a:lumOff val="60000"/>
                        </a:schemeClr>
                      </a:solidFill>
                      <a:prstDash val="solid"/>
                      <a:round/>
                      <a:headEnd type="none" w="med" len="med"/>
                      <a:tailEnd type="none" w="med" len="med"/>
                    </a:lnR>
                  </a:tcPr>
                </a:tc>
                <a:tc>
                  <a:txBody>
                    <a:bodyPr/>
                    <a:lstStyle/>
                    <a:p>
                      <a:pPr indent="266700" algn="ctr">
                        <a:spcAft>
                          <a:spcPts val="0"/>
                        </a:spcAft>
                      </a:pPr>
                      <a:r>
                        <a:rPr lang="zh-CN" sz="2200" kern="100" dirty="0">
                          <a:effectLst/>
                        </a:rPr>
                        <a:t>逐跳</a:t>
                      </a:r>
                      <a:r>
                        <a:rPr lang="zh-CN" sz="2200" kern="100" dirty="0" smtClean="0">
                          <a:effectLst/>
                        </a:rPr>
                        <a:t>选项</a:t>
                      </a:r>
                      <a:r>
                        <a:rPr lang="zh-CN" altLang="en-US" sz="2200" kern="100" dirty="0" smtClean="0">
                          <a:effectLst/>
                        </a:rPr>
                        <a:t>扩展</a:t>
                      </a:r>
                      <a:r>
                        <a:rPr lang="zh-CN" sz="2200" kern="100" dirty="0" smtClean="0">
                          <a:effectLst/>
                        </a:rPr>
                        <a:t>报头</a:t>
                      </a:r>
                      <a:endParaRPr lang="zh-CN" sz="22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accent1">
                          <a:lumMod val="40000"/>
                          <a:lumOff val="60000"/>
                        </a:schemeClr>
                      </a:solidFill>
                      <a:prstDash val="solid"/>
                      <a:round/>
                      <a:headEnd type="none" w="med" len="med"/>
                      <a:tailEnd type="none" w="med" len="med"/>
                    </a:lnL>
                  </a:tcPr>
                </a:tc>
                <a:extLst>
                  <a:ext uri="{0D108BD9-81ED-4DB2-BD59-A6C34878D82A}">
                    <a16:rowId xmlns="" xmlns:a16="http://schemas.microsoft.com/office/drawing/2014/main" val="2188965698"/>
                  </a:ext>
                </a:extLst>
              </a:tr>
              <a:tr h="396000">
                <a:tc>
                  <a:txBody>
                    <a:bodyPr/>
                    <a:lstStyle/>
                    <a:p>
                      <a:pPr indent="266700" algn="ctr">
                        <a:spcAft>
                          <a:spcPts val="0"/>
                        </a:spcAft>
                      </a:pPr>
                      <a:r>
                        <a:rPr lang="en-US" sz="2200" kern="100" dirty="0">
                          <a:effectLst/>
                        </a:rPr>
                        <a:t>6</a:t>
                      </a:r>
                      <a:endParaRPr lang="zh-CN" sz="22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lnR w="12700" cap="flat" cmpd="sng" algn="ctr">
                      <a:solidFill>
                        <a:schemeClr val="accent1">
                          <a:lumMod val="40000"/>
                          <a:lumOff val="60000"/>
                        </a:schemeClr>
                      </a:solidFill>
                      <a:prstDash val="solid"/>
                      <a:round/>
                      <a:headEnd type="none" w="med" len="med"/>
                      <a:tailEnd type="none" w="med" len="med"/>
                    </a:lnR>
                  </a:tcPr>
                </a:tc>
                <a:tc>
                  <a:txBody>
                    <a:bodyPr/>
                    <a:lstStyle/>
                    <a:p>
                      <a:pPr indent="266700" algn="ctr">
                        <a:spcAft>
                          <a:spcPts val="0"/>
                        </a:spcAft>
                      </a:pPr>
                      <a:r>
                        <a:rPr lang="en-US" sz="2200" kern="100" dirty="0">
                          <a:effectLst/>
                        </a:rPr>
                        <a:t>TCP</a:t>
                      </a:r>
                      <a:endParaRPr lang="zh-CN" sz="22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accent1">
                          <a:lumMod val="40000"/>
                          <a:lumOff val="60000"/>
                        </a:schemeClr>
                      </a:solidFill>
                      <a:prstDash val="solid"/>
                      <a:round/>
                      <a:headEnd type="none" w="med" len="med"/>
                      <a:tailEnd type="none" w="med" len="med"/>
                    </a:lnL>
                  </a:tcPr>
                </a:tc>
                <a:extLst>
                  <a:ext uri="{0D108BD9-81ED-4DB2-BD59-A6C34878D82A}">
                    <a16:rowId xmlns="" xmlns:a16="http://schemas.microsoft.com/office/drawing/2014/main" val="4060153514"/>
                  </a:ext>
                </a:extLst>
              </a:tr>
              <a:tr h="396000">
                <a:tc>
                  <a:txBody>
                    <a:bodyPr/>
                    <a:lstStyle/>
                    <a:p>
                      <a:pPr indent="266700" algn="ctr">
                        <a:spcAft>
                          <a:spcPts val="0"/>
                        </a:spcAft>
                      </a:pPr>
                      <a:r>
                        <a:rPr lang="en-US" sz="2200" kern="100" dirty="0">
                          <a:effectLst/>
                        </a:rPr>
                        <a:t>17</a:t>
                      </a:r>
                      <a:endParaRPr lang="zh-CN" sz="22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lnR w="12700" cap="flat" cmpd="sng" algn="ctr">
                      <a:solidFill>
                        <a:schemeClr val="accent1">
                          <a:lumMod val="40000"/>
                          <a:lumOff val="60000"/>
                        </a:schemeClr>
                      </a:solidFill>
                      <a:prstDash val="solid"/>
                      <a:round/>
                      <a:headEnd type="none" w="med" len="med"/>
                      <a:tailEnd type="none" w="med" len="med"/>
                    </a:lnR>
                  </a:tcPr>
                </a:tc>
                <a:tc>
                  <a:txBody>
                    <a:bodyPr/>
                    <a:lstStyle/>
                    <a:p>
                      <a:pPr indent="266700" algn="ctr">
                        <a:spcAft>
                          <a:spcPts val="0"/>
                        </a:spcAft>
                      </a:pPr>
                      <a:r>
                        <a:rPr lang="en-US" sz="2200" kern="100" dirty="0">
                          <a:effectLst/>
                        </a:rPr>
                        <a:t>UDP</a:t>
                      </a:r>
                      <a:endParaRPr lang="zh-CN" sz="22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accent1">
                          <a:lumMod val="40000"/>
                          <a:lumOff val="60000"/>
                        </a:schemeClr>
                      </a:solidFill>
                      <a:prstDash val="solid"/>
                      <a:round/>
                      <a:headEnd type="none" w="med" len="med"/>
                      <a:tailEnd type="none" w="med" len="med"/>
                    </a:lnL>
                  </a:tcPr>
                </a:tc>
                <a:extLst>
                  <a:ext uri="{0D108BD9-81ED-4DB2-BD59-A6C34878D82A}">
                    <a16:rowId xmlns="" xmlns:a16="http://schemas.microsoft.com/office/drawing/2014/main" val="2420065681"/>
                  </a:ext>
                </a:extLst>
              </a:tr>
              <a:tr h="396000">
                <a:tc>
                  <a:txBody>
                    <a:bodyPr/>
                    <a:lstStyle/>
                    <a:p>
                      <a:pPr indent="266700" algn="ctr">
                        <a:spcAft>
                          <a:spcPts val="0"/>
                        </a:spcAft>
                      </a:pPr>
                      <a:r>
                        <a:rPr lang="en-US" sz="2200" kern="100" dirty="0">
                          <a:effectLst/>
                        </a:rPr>
                        <a:t>43</a:t>
                      </a:r>
                      <a:endParaRPr lang="zh-CN" sz="22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lnR w="12700" cap="flat" cmpd="sng" algn="ctr">
                      <a:solidFill>
                        <a:schemeClr val="accent1">
                          <a:lumMod val="40000"/>
                          <a:lumOff val="60000"/>
                        </a:schemeClr>
                      </a:solidFill>
                      <a:prstDash val="solid"/>
                      <a:round/>
                      <a:headEnd type="none" w="med" len="med"/>
                      <a:tailEnd type="none" w="med" len="med"/>
                    </a:lnR>
                  </a:tcPr>
                </a:tc>
                <a:tc>
                  <a:txBody>
                    <a:bodyPr/>
                    <a:lstStyle/>
                    <a:p>
                      <a:pPr indent="266700" algn="ctr">
                        <a:spcAft>
                          <a:spcPts val="0"/>
                        </a:spcAft>
                      </a:pPr>
                      <a:r>
                        <a:rPr lang="zh-CN" sz="2200" kern="100" dirty="0" smtClean="0">
                          <a:effectLst/>
                        </a:rPr>
                        <a:t>路由</a:t>
                      </a:r>
                      <a:r>
                        <a:rPr lang="zh-CN" altLang="en-US" sz="2200" kern="100" dirty="0" smtClean="0">
                          <a:effectLst/>
                        </a:rPr>
                        <a:t>（选择）</a:t>
                      </a:r>
                      <a:r>
                        <a:rPr lang="zh-CN" sz="2200" kern="100" dirty="0" smtClean="0">
                          <a:effectLst/>
                        </a:rPr>
                        <a:t>扩展</a:t>
                      </a:r>
                      <a:r>
                        <a:rPr lang="zh-CN" sz="2200" kern="100" dirty="0">
                          <a:effectLst/>
                        </a:rPr>
                        <a:t>报头</a:t>
                      </a:r>
                      <a:endParaRPr lang="zh-CN" sz="22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accent1">
                          <a:lumMod val="40000"/>
                          <a:lumOff val="60000"/>
                        </a:schemeClr>
                      </a:solidFill>
                      <a:prstDash val="solid"/>
                      <a:round/>
                      <a:headEnd type="none" w="med" len="med"/>
                      <a:tailEnd type="none" w="med" len="med"/>
                    </a:lnL>
                  </a:tcPr>
                </a:tc>
                <a:extLst>
                  <a:ext uri="{0D108BD9-81ED-4DB2-BD59-A6C34878D82A}">
                    <a16:rowId xmlns="" xmlns:a16="http://schemas.microsoft.com/office/drawing/2014/main" val="1838520499"/>
                  </a:ext>
                </a:extLst>
              </a:tr>
              <a:tr h="396000">
                <a:tc>
                  <a:txBody>
                    <a:bodyPr/>
                    <a:lstStyle/>
                    <a:p>
                      <a:pPr indent="266700" algn="ctr">
                        <a:spcAft>
                          <a:spcPts val="0"/>
                        </a:spcAft>
                      </a:pPr>
                      <a:r>
                        <a:rPr lang="en-US" sz="2200" kern="100">
                          <a:effectLst/>
                        </a:rPr>
                        <a:t>44</a:t>
                      </a:r>
                      <a:endParaRPr lang="zh-CN" sz="2200" kern="10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lnR w="12700" cap="flat" cmpd="sng" algn="ctr">
                      <a:solidFill>
                        <a:schemeClr val="accent1">
                          <a:lumMod val="40000"/>
                          <a:lumOff val="60000"/>
                        </a:schemeClr>
                      </a:solidFill>
                      <a:prstDash val="solid"/>
                      <a:round/>
                      <a:headEnd type="none" w="med" len="med"/>
                      <a:tailEnd type="none" w="med" len="med"/>
                    </a:lnR>
                  </a:tcPr>
                </a:tc>
                <a:tc>
                  <a:txBody>
                    <a:bodyPr/>
                    <a:lstStyle/>
                    <a:p>
                      <a:pPr indent="266700" algn="ctr">
                        <a:spcAft>
                          <a:spcPts val="0"/>
                        </a:spcAft>
                      </a:pPr>
                      <a:r>
                        <a:rPr lang="zh-CN" sz="2200" kern="100" dirty="0">
                          <a:effectLst/>
                        </a:rPr>
                        <a:t>分段扩展报头</a:t>
                      </a:r>
                      <a:endParaRPr lang="zh-CN" sz="22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accent1">
                          <a:lumMod val="40000"/>
                          <a:lumOff val="60000"/>
                        </a:schemeClr>
                      </a:solidFill>
                      <a:prstDash val="solid"/>
                      <a:round/>
                      <a:headEnd type="none" w="med" len="med"/>
                      <a:tailEnd type="none" w="med" len="med"/>
                    </a:lnL>
                  </a:tcPr>
                </a:tc>
                <a:extLst>
                  <a:ext uri="{0D108BD9-81ED-4DB2-BD59-A6C34878D82A}">
                    <a16:rowId xmlns="" xmlns:a16="http://schemas.microsoft.com/office/drawing/2014/main" val="3266064958"/>
                  </a:ext>
                </a:extLst>
              </a:tr>
              <a:tr h="396000">
                <a:tc>
                  <a:txBody>
                    <a:bodyPr/>
                    <a:lstStyle/>
                    <a:p>
                      <a:pPr indent="266700" algn="ctr">
                        <a:spcAft>
                          <a:spcPts val="0"/>
                        </a:spcAft>
                      </a:pPr>
                      <a:r>
                        <a:rPr lang="en-US" sz="2200" kern="100" dirty="0">
                          <a:effectLst/>
                        </a:rPr>
                        <a:t>50</a:t>
                      </a:r>
                      <a:endParaRPr lang="zh-CN" sz="22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lnR w="12700" cap="flat" cmpd="sng" algn="ctr">
                      <a:solidFill>
                        <a:schemeClr val="accent1">
                          <a:lumMod val="40000"/>
                          <a:lumOff val="60000"/>
                        </a:schemeClr>
                      </a:solidFill>
                      <a:prstDash val="solid"/>
                      <a:round/>
                      <a:headEnd type="none" w="med" len="med"/>
                      <a:tailEnd type="none" w="med" len="med"/>
                    </a:lnR>
                  </a:tcPr>
                </a:tc>
                <a:tc>
                  <a:txBody>
                    <a:bodyPr/>
                    <a:lstStyle/>
                    <a:p>
                      <a:pPr indent="266700" algn="ctr">
                        <a:spcAft>
                          <a:spcPts val="0"/>
                        </a:spcAft>
                      </a:pPr>
                      <a:r>
                        <a:rPr lang="en-US" sz="2200" kern="100" dirty="0" smtClean="0">
                          <a:effectLst/>
                        </a:rPr>
                        <a:t>ESP(</a:t>
                      </a:r>
                      <a:r>
                        <a:rPr lang="zh-CN" altLang="en-US" sz="2200" kern="100" dirty="0" smtClean="0">
                          <a:effectLst/>
                        </a:rPr>
                        <a:t>封装安全净载</a:t>
                      </a:r>
                      <a:r>
                        <a:rPr lang="en-US" altLang="zh-CN" sz="2200" kern="100" dirty="0" smtClean="0">
                          <a:effectLst/>
                        </a:rPr>
                        <a:t>)</a:t>
                      </a:r>
                      <a:r>
                        <a:rPr lang="zh-CN" sz="2200" kern="100" dirty="0" smtClean="0">
                          <a:effectLst/>
                        </a:rPr>
                        <a:t>扩展</a:t>
                      </a:r>
                      <a:r>
                        <a:rPr lang="zh-CN" sz="2200" kern="100" dirty="0">
                          <a:effectLst/>
                        </a:rPr>
                        <a:t>报头</a:t>
                      </a:r>
                      <a:endParaRPr lang="zh-CN" sz="22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accent1">
                          <a:lumMod val="40000"/>
                          <a:lumOff val="60000"/>
                        </a:schemeClr>
                      </a:solidFill>
                      <a:prstDash val="solid"/>
                      <a:round/>
                      <a:headEnd type="none" w="med" len="med"/>
                      <a:tailEnd type="none" w="med" len="med"/>
                    </a:lnL>
                  </a:tcPr>
                </a:tc>
                <a:extLst>
                  <a:ext uri="{0D108BD9-81ED-4DB2-BD59-A6C34878D82A}">
                    <a16:rowId xmlns="" xmlns:a16="http://schemas.microsoft.com/office/drawing/2014/main" val="4256570265"/>
                  </a:ext>
                </a:extLst>
              </a:tr>
              <a:tr h="396000">
                <a:tc>
                  <a:txBody>
                    <a:bodyPr/>
                    <a:lstStyle/>
                    <a:p>
                      <a:pPr indent="266700" algn="ctr">
                        <a:spcAft>
                          <a:spcPts val="0"/>
                        </a:spcAft>
                      </a:pPr>
                      <a:r>
                        <a:rPr lang="en-US" sz="2200" kern="100" dirty="0">
                          <a:effectLst/>
                        </a:rPr>
                        <a:t>51</a:t>
                      </a:r>
                      <a:endParaRPr lang="zh-CN" sz="22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lnR w="12700" cap="flat" cmpd="sng" algn="ctr">
                      <a:solidFill>
                        <a:schemeClr val="accent1">
                          <a:lumMod val="40000"/>
                          <a:lumOff val="60000"/>
                        </a:schemeClr>
                      </a:solidFill>
                      <a:prstDash val="solid"/>
                      <a:round/>
                      <a:headEnd type="none" w="med" len="med"/>
                      <a:tailEnd type="none" w="med" len="med"/>
                    </a:lnR>
                  </a:tcPr>
                </a:tc>
                <a:tc>
                  <a:txBody>
                    <a:bodyPr/>
                    <a:lstStyle/>
                    <a:p>
                      <a:pPr indent="266700" algn="ctr">
                        <a:spcAft>
                          <a:spcPts val="0"/>
                        </a:spcAft>
                      </a:pPr>
                      <a:r>
                        <a:rPr lang="en-US" sz="2200" kern="100" dirty="0" smtClean="0">
                          <a:effectLst/>
                        </a:rPr>
                        <a:t>AH(</a:t>
                      </a:r>
                      <a:r>
                        <a:rPr lang="zh-CN" altLang="en-US" sz="2200" kern="100" dirty="0" smtClean="0">
                          <a:effectLst/>
                        </a:rPr>
                        <a:t>认证</a:t>
                      </a:r>
                      <a:r>
                        <a:rPr lang="en-US" sz="2200" kern="100" dirty="0" smtClean="0">
                          <a:effectLst/>
                        </a:rPr>
                        <a:t>)</a:t>
                      </a:r>
                      <a:r>
                        <a:rPr lang="zh-CN" sz="2200" kern="100" dirty="0" smtClean="0">
                          <a:effectLst/>
                        </a:rPr>
                        <a:t>扩展</a:t>
                      </a:r>
                      <a:r>
                        <a:rPr lang="zh-CN" sz="2200" kern="100" dirty="0">
                          <a:effectLst/>
                        </a:rPr>
                        <a:t>报头</a:t>
                      </a:r>
                      <a:endParaRPr lang="zh-CN" sz="22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accent1">
                          <a:lumMod val="40000"/>
                          <a:lumOff val="60000"/>
                        </a:schemeClr>
                      </a:solidFill>
                      <a:prstDash val="solid"/>
                      <a:round/>
                      <a:headEnd type="none" w="med" len="med"/>
                      <a:tailEnd type="none" w="med" len="med"/>
                    </a:lnL>
                  </a:tcPr>
                </a:tc>
                <a:extLst>
                  <a:ext uri="{0D108BD9-81ED-4DB2-BD59-A6C34878D82A}">
                    <a16:rowId xmlns="" xmlns:a16="http://schemas.microsoft.com/office/drawing/2014/main" val="1326262320"/>
                  </a:ext>
                </a:extLst>
              </a:tr>
              <a:tr h="396000">
                <a:tc>
                  <a:txBody>
                    <a:bodyPr/>
                    <a:lstStyle/>
                    <a:p>
                      <a:pPr indent="266700" algn="ctr">
                        <a:spcAft>
                          <a:spcPts val="0"/>
                        </a:spcAft>
                      </a:pPr>
                      <a:r>
                        <a:rPr lang="en-US" sz="2200" kern="100">
                          <a:effectLst/>
                        </a:rPr>
                        <a:t>58</a:t>
                      </a:r>
                      <a:endParaRPr lang="zh-CN" sz="2200" kern="10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lnR w="12700" cap="flat" cmpd="sng" algn="ctr">
                      <a:solidFill>
                        <a:schemeClr val="accent1">
                          <a:lumMod val="40000"/>
                          <a:lumOff val="60000"/>
                        </a:schemeClr>
                      </a:solidFill>
                      <a:prstDash val="solid"/>
                      <a:round/>
                      <a:headEnd type="none" w="med" len="med"/>
                      <a:tailEnd type="none" w="med" len="med"/>
                    </a:lnR>
                  </a:tcPr>
                </a:tc>
                <a:tc>
                  <a:txBody>
                    <a:bodyPr/>
                    <a:lstStyle/>
                    <a:p>
                      <a:pPr indent="266700" algn="ctr">
                        <a:spcAft>
                          <a:spcPts val="0"/>
                        </a:spcAft>
                      </a:pPr>
                      <a:r>
                        <a:rPr lang="en-US" sz="2200" kern="100" dirty="0">
                          <a:effectLst/>
                        </a:rPr>
                        <a:t>ICMPv6</a:t>
                      </a:r>
                      <a:endParaRPr lang="zh-CN" sz="22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accent1">
                          <a:lumMod val="40000"/>
                          <a:lumOff val="60000"/>
                        </a:schemeClr>
                      </a:solidFill>
                      <a:prstDash val="solid"/>
                      <a:round/>
                      <a:headEnd type="none" w="med" len="med"/>
                      <a:tailEnd type="none" w="med" len="med"/>
                    </a:lnL>
                  </a:tcPr>
                </a:tc>
                <a:extLst>
                  <a:ext uri="{0D108BD9-81ED-4DB2-BD59-A6C34878D82A}">
                    <a16:rowId xmlns="" xmlns:a16="http://schemas.microsoft.com/office/drawing/2014/main" val="181814886"/>
                  </a:ext>
                </a:extLst>
              </a:tr>
              <a:tr h="396000">
                <a:tc>
                  <a:txBody>
                    <a:bodyPr/>
                    <a:lstStyle/>
                    <a:p>
                      <a:pPr indent="266700" algn="ctr">
                        <a:spcAft>
                          <a:spcPts val="0"/>
                        </a:spcAft>
                      </a:pPr>
                      <a:r>
                        <a:rPr lang="en-US" sz="2200" kern="100">
                          <a:effectLst/>
                        </a:rPr>
                        <a:t>60</a:t>
                      </a:r>
                      <a:endParaRPr lang="zh-CN" sz="2200" kern="10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lnR w="12700" cap="flat" cmpd="sng" algn="ctr">
                      <a:solidFill>
                        <a:schemeClr val="accent1">
                          <a:lumMod val="40000"/>
                          <a:lumOff val="60000"/>
                        </a:schemeClr>
                      </a:solidFill>
                      <a:prstDash val="solid"/>
                      <a:round/>
                      <a:headEnd type="none" w="med" len="med"/>
                      <a:tailEnd type="none" w="med" len="med"/>
                    </a:lnR>
                  </a:tcPr>
                </a:tc>
                <a:tc>
                  <a:txBody>
                    <a:bodyPr/>
                    <a:lstStyle/>
                    <a:p>
                      <a:pPr indent="266700" algn="ctr">
                        <a:spcAft>
                          <a:spcPts val="0"/>
                        </a:spcAft>
                      </a:pPr>
                      <a:r>
                        <a:rPr lang="zh-CN" sz="2200" kern="100" dirty="0">
                          <a:effectLst/>
                        </a:rPr>
                        <a:t>目的</a:t>
                      </a:r>
                      <a:r>
                        <a:rPr lang="zh-CN" sz="2200" kern="100" dirty="0" smtClean="0">
                          <a:effectLst/>
                        </a:rPr>
                        <a:t>选项扩展报头</a:t>
                      </a:r>
                      <a:endParaRPr lang="zh-CN" sz="22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accent1">
                          <a:lumMod val="40000"/>
                          <a:lumOff val="60000"/>
                        </a:schemeClr>
                      </a:solidFill>
                      <a:prstDash val="solid"/>
                      <a:round/>
                      <a:headEnd type="none" w="med" len="med"/>
                      <a:tailEnd type="none" w="med" len="med"/>
                    </a:lnL>
                  </a:tcPr>
                </a:tc>
                <a:extLst>
                  <a:ext uri="{0D108BD9-81ED-4DB2-BD59-A6C34878D82A}">
                    <a16:rowId xmlns="" xmlns:a16="http://schemas.microsoft.com/office/drawing/2014/main" val="4174729270"/>
                  </a:ext>
                </a:extLst>
              </a:tr>
              <a:tr h="396000">
                <a:tc>
                  <a:txBody>
                    <a:bodyPr/>
                    <a:lstStyle/>
                    <a:p>
                      <a:pPr indent="266700" algn="ctr">
                        <a:spcAft>
                          <a:spcPts val="0"/>
                        </a:spcAft>
                      </a:pPr>
                      <a:r>
                        <a:rPr lang="en-US" sz="2200" kern="100" dirty="0">
                          <a:effectLst/>
                        </a:rPr>
                        <a:t>89</a:t>
                      </a:r>
                      <a:endParaRPr lang="zh-CN" sz="22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lnR w="12700" cap="flat" cmpd="sng" algn="ctr">
                      <a:solidFill>
                        <a:schemeClr val="accent1">
                          <a:lumMod val="40000"/>
                          <a:lumOff val="60000"/>
                        </a:schemeClr>
                      </a:solidFill>
                      <a:prstDash val="solid"/>
                      <a:round/>
                      <a:headEnd type="none" w="med" len="med"/>
                      <a:tailEnd type="none" w="med" len="med"/>
                    </a:lnR>
                  </a:tcPr>
                </a:tc>
                <a:tc>
                  <a:txBody>
                    <a:bodyPr/>
                    <a:lstStyle/>
                    <a:p>
                      <a:pPr indent="266700" algn="ctr">
                        <a:spcAft>
                          <a:spcPts val="0"/>
                        </a:spcAft>
                      </a:pPr>
                      <a:r>
                        <a:rPr lang="en-US" sz="2200" kern="100" dirty="0">
                          <a:effectLst/>
                        </a:rPr>
                        <a:t>OSPFv3</a:t>
                      </a:r>
                      <a:endParaRPr lang="zh-CN" sz="22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accent1">
                          <a:lumMod val="40000"/>
                          <a:lumOff val="60000"/>
                        </a:schemeClr>
                      </a:solidFill>
                      <a:prstDash val="solid"/>
                      <a:round/>
                      <a:headEnd type="none" w="med" len="med"/>
                      <a:tailEnd type="none" w="med" len="med"/>
                    </a:lnL>
                  </a:tcPr>
                </a:tc>
                <a:extLst>
                  <a:ext uri="{0D108BD9-81ED-4DB2-BD59-A6C34878D82A}">
                    <a16:rowId xmlns="" xmlns:a16="http://schemas.microsoft.com/office/drawing/2014/main" val="3859723855"/>
                  </a:ext>
                </a:extLst>
              </a:tr>
            </a:tbl>
          </a:graphicData>
        </a:graphic>
      </p:graphicFrame>
    </p:spTree>
    <p:extLst>
      <p:ext uri="{BB962C8B-B14F-4D97-AF65-F5344CB8AC3E}">
        <p14:creationId xmlns:p14="http://schemas.microsoft.com/office/powerpoint/2010/main" val="249364773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EF0EC3EC-B7A5-40AD-ADF5-55C91F875F08}"/>
              </a:ext>
            </a:extLst>
          </p:cNvPr>
          <p:cNvSpPr>
            <a:spLocks noGrp="1"/>
          </p:cNvSpPr>
          <p:nvPr>
            <p:ph type="title"/>
          </p:nvPr>
        </p:nvSpPr>
        <p:spPr/>
        <p:txBody>
          <a:bodyPr/>
          <a:lstStyle/>
          <a:p>
            <a:r>
              <a:rPr lang="en-US" altLang="zh-CN" smtClean="0"/>
              <a:t>7.1.2 IPv6</a:t>
            </a:r>
            <a:r>
              <a:rPr lang="zh-CN" altLang="en-US" smtClean="0"/>
              <a:t>数据包封装</a:t>
            </a:r>
            <a:endParaRPr lang="zh-CN" altLang="en-US" dirty="0"/>
          </a:p>
        </p:txBody>
      </p:sp>
      <p:sp>
        <p:nvSpPr>
          <p:cNvPr id="4" name="文本占位符 3">
            <a:extLst>
              <a:ext uri="{FF2B5EF4-FFF2-40B4-BE49-F238E27FC236}">
                <a16:creationId xmlns="" xmlns:a16="http://schemas.microsoft.com/office/drawing/2014/main" id="{6278880C-523C-4C93-9AB9-2F441B510C2B}"/>
              </a:ext>
            </a:extLst>
          </p:cNvPr>
          <p:cNvSpPr>
            <a:spLocks noGrp="1"/>
          </p:cNvSpPr>
          <p:nvPr>
            <p:ph type="body" sz="quarter" idx="10"/>
          </p:nvPr>
        </p:nvSpPr>
        <p:spPr/>
        <p:txBody>
          <a:bodyPr/>
          <a:lstStyle/>
          <a:p>
            <a:r>
              <a:rPr lang="en-US" altLang="zh-CN" dirty="0" smtClean="0"/>
              <a:t>IPv6</a:t>
            </a:r>
            <a:r>
              <a:rPr lang="zh-CN" altLang="en-US" dirty="0" smtClean="0"/>
              <a:t>扩展报头</a:t>
            </a:r>
            <a:endParaRPr lang="en-US" altLang="zh-CN" dirty="0" smtClean="0"/>
          </a:p>
          <a:p>
            <a:pPr lvl="1"/>
            <a:r>
              <a:rPr lang="en-US" altLang="zh-CN" dirty="0" smtClean="0"/>
              <a:t>IPv6</a:t>
            </a:r>
            <a:r>
              <a:rPr lang="zh-CN" altLang="zh-CN" dirty="0" smtClean="0"/>
              <a:t>扩展报头被当作</a:t>
            </a:r>
            <a:r>
              <a:rPr lang="en-US" altLang="zh-CN" dirty="0" smtClean="0"/>
              <a:t>IPv6</a:t>
            </a:r>
            <a:r>
              <a:rPr lang="zh-CN" altLang="zh-CN" dirty="0" smtClean="0"/>
              <a:t>静载荷一部分，计算在</a:t>
            </a:r>
            <a:r>
              <a:rPr lang="en-US" altLang="zh-CN" dirty="0" smtClean="0"/>
              <a:t>IPv6</a:t>
            </a:r>
            <a:r>
              <a:rPr lang="zh-CN" altLang="zh-CN" dirty="0" smtClean="0"/>
              <a:t>基本报头的</a:t>
            </a:r>
            <a:r>
              <a:rPr lang="en-US" altLang="zh-CN" dirty="0" smtClean="0"/>
              <a:t>Payload Length</a:t>
            </a:r>
            <a:r>
              <a:rPr lang="zh-CN" altLang="zh-CN" dirty="0" smtClean="0"/>
              <a:t>字段内</a:t>
            </a:r>
            <a:r>
              <a:rPr lang="zh-CN" altLang="en-US" dirty="0" smtClean="0"/>
              <a:t>；</a:t>
            </a:r>
            <a:endParaRPr lang="en-US" altLang="zh-CN" dirty="0" smtClean="0"/>
          </a:p>
          <a:p>
            <a:pPr marL="403039" lvl="1" indent="0">
              <a:buNone/>
            </a:pPr>
            <a:endParaRPr lang="zh-CN" altLang="en-US" dirty="0"/>
          </a:p>
        </p:txBody>
      </p:sp>
      <p:pic>
        <p:nvPicPr>
          <p:cNvPr id="7" name="图片 6">
            <a:extLst>
              <a:ext uri="{FF2B5EF4-FFF2-40B4-BE49-F238E27FC236}">
                <a16:creationId xmlns="" xmlns:a16="http://schemas.microsoft.com/office/drawing/2014/main" id="{F8B46353-D7DE-41AB-8823-1ACCAD9367B8}"/>
              </a:ext>
            </a:extLst>
          </p:cNvPr>
          <p:cNvPicPr>
            <a:picLocks noChangeAspect="1"/>
          </p:cNvPicPr>
          <p:nvPr/>
        </p:nvPicPr>
        <p:blipFill>
          <a:blip r:embed="rId3"/>
          <a:stretch>
            <a:fillRect/>
          </a:stretch>
        </p:blipFill>
        <p:spPr>
          <a:xfrm>
            <a:off x="1894479" y="2494407"/>
            <a:ext cx="8403041" cy="3433149"/>
          </a:xfrm>
          <a:prstGeom prst="rect">
            <a:avLst/>
          </a:prstGeom>
        </p:spPr>
      </p:pic>
    </p:spTree>
    <p:extLst>
      <p:ext uri="{BB962C8B-B14F-4D97-AF65-F5344CB8AC3E}">
        <p14:creationId xmlns:p14="http://schemas.microsoft.com/office/powerpoint/2010/main" val="281074261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75DB8A67-139C-41FF-BFE3-70A4CF0A9D6A}"/>
              </a:ext>
            </a:extLst>
          </p:cNvPr>
          <p:cNvSpPr>
            <a:spLocks noGrp="1"/>
          </p:cNvSpPr>
          <p:nvPr>
            <p:ph type="title"/>
          </p:nvPr>
        </p:nvSpPr>
        <p:spPr/>
        <p:txBody>
          <a:bodyPr/>
          <a:lstStyle/>
          <a:p>
            <a:r>
              <a:rPr lang="en-US" altLang="zh-CN" smtClean="0"/>
              <a:t>7.1.2 IPv6</a:t>
            </a:r>
            <a:r>
              <a:rPr lang="zh-CN" altLang="en-US" smtClean="0"/>
              <a:t>数据包封装</a:t>
            </a:r>
            <a:endParaRPr lang="zh-CN" altLang="en-US" dirty="0"/>
          </a:p>
        </p:txBody>
      </p:sp>
      <p:sp>
        <p:nvSpPr>
          <p:cNvPr id="3" name="文本占位符 2">
            <a:extLst>
              <a:ext uri="{FF2B5EF4-FFF2-40B4-BE49-F238E27FC236}">
                <a16:creationId xmlns="" xmlns:a16="http://schemas.microsoft.com/office/drawing/2014/main" id="{0FCF9C09-C40C-424C-A1FA-F58FBCDBD3AA}"/>
              </a:ext>
            </a:extLst>
          </p:cNvPr>
          <p:cNvSpPr>
            <a:spLocks noGrp="1"/>
          </p:cNvSpPr>
          <p:nvPr>
            <p:ph type="body" sz="quarter" idx="10"/>
          </p:nvPr>
        </p:nvSpPr>
        <p:spPr/>
        <p:txBody>
          <a:bodyPr/>
          <a:lstStyle/>
          <a:p>
            <a:r>
              <a:rPr lang="en-US" altLang="zh-CN" dirty="0" smtClean="0"/>
              <a:t>IPv6</a:t>
            </a:r>
            <a:r>
              <a:rPr lang="zh-CN" altLang="en-US" dirty="0" smtClean="0"/>
              <a:t>扩展报头</a:t>
            </a:r>
            <a:endParaRPr lang="en-US" altLang="zh-CN" dirty="0" smtClean="0"/>
          </a:p>
          <a:p>
            <a:pPr lvl="1"/>
            <a:r>
              <a:rPr lang="zh-CN" altLang="en-US" dirty="0" smtClean="0"/>
              <a:t>逐跳选项扩展报头和目的选项扩展报头的数据部分都采用类型</a:t>
            </a:r>
            <a:r>
              <a:rPr lang="en-US" altLang="zh-CN" dirty="0" smtClean="0"/>
              <a:t>-</a:t>
            </a:r>
            <a:r>
              <a:rPr lang="zh-CN" altLang="en-US" dirty="0" smtClean="0"/>
              <a:t>长度</a:t>
            </a:r>
            <a:r>
              <a:rPr lang="en-US" altLang="zh-CN" dirty="0" smtClean="0"/>
              <a:t>-</a:t>
            </a:r>
            <a:r>
              <a:rPr lang="zh-CN" altLang="en-US" dirty="0" smtClean="0"/>
              <a:t>值（</a:t>
            </a:r>
            <a:r>
              <a:rPr lang="en-US" altLang="zh-CN" dirty="0" smtClean="0"/>
              <a:t>TLV</a:t>
            </a:r>
            <a:r>
              <a:rPr lang="zh-CN" altLang="en-US" dirty="0" smtClean="0"/>
              <a:t>）的选项设计。</a:t>
            </a:r>
          </a:p>
          <a:p>
            <a:endParaRPr lang="en-US" altLang="zh-CN" dirty="0" smtClean="0"/>
          </a:p>
          <a:p>
            <a:endParaRPr lang="en-US" altLang="zh-CN" dirty="0" smtClean="0"/>
          </a:p>
          <a:p>
            <a:pPr lvl="1"/>
            <a:r>
              <a:rPr lang="en-US" altLang="zh-CN" dirty="0"/>
              <a:t>IPv6</a:t>
            </a:r>
            <a:r>
              <a:rPr lang="zh-CN" altLang="en-US" dirty="0"/>
              <a:t>扩展报头字段解释</a:t>
            </a:r>
          </a:p>
          <a:p>
            <a:pPr lvl="2"/>
            <a:r>
              <a:rPr lang="en-US" altLang="zh-CN" b="1" dirty="0"/>
              <a:t>Option Type</a:t>
            </a:r>
            <a:r>
              <a:rPr lang="en-US" altLang="zh-CN" dirty="0" smtClean="0"/>
              <a:t>: 8bit</a:t>
            </a:r>
            <a:r>
              <a:rPr lang="zh-CN" altLang="en-US" dirty="0" smtClean="0"/>
              <a:t>，标识</a:t>
            </a:r>
            <a:r>
              <a:rPr lang="zh-CN" altLang="en-US" dirty="0"/>
              <a:t>类型，最高</a:t>
            </a:r>
            <a:r>
              <a:rPr lang="en-US" altLang="zh-CN" dirty="0"/>
              <a:t>2</a:t>
            </a:r>
            <a:r>
              <a:rPr lang="zh-CN" altLang="en-US" dirty="0"/>
              <a:t>位表示当设备部识别此扩展报头时的处理方法。</a:t>
            </a:r>
          </a:p>
          <a:p>
            <a:pPr lvl="2"/>
            <a:r>
              <a:rPr lang="en-US" altLang="zh-CN" b="1" dirty="0"/>
              <a:t>Opt Data Len</a:t>
            </a:r>
            <a:r>
              <a:rPr lang="en-US" altLang="zh-CN" dirty="0" smtClean="0"/>
              <a:t>: 8bit</a:t>
            </a:r>
            <a:r>
              <a:rPr lang="zh-CN" altLang="en-US" dirty="0" smtClean="0"/>
              <a:t>，标识</a:t>
            </a:r>
            <a:r>
              <a:rPr lang="en-US" altLang="zh-CN" dirty="0"/>
              <a:t>Option Data</a:t>
            </a:r>
            <a:r>
              <a:rPr lang="zh-CN" altLang="en-US" dirty="0"/>
              <a:t>部分的长度，最大为</a:t>
            </a:r>
            <a:r>
              <a:rPr lang="en-US" altLang="zh-CN" dirty="0"/>
              <a:t>255</a:t>
            </a:r>
            <a:r>
              <a:rPr lang="zh-CN" altLang="en-US" dirty="0"/>
              <a:t>，单位是</a:t>
            </a:r>
            <a:r>
              <a:rPr lang="en-US" altLang="zh-CN" dirty="0"/>
              <a:t>Byte</a:t>
            </a:r>
            <a:r>
              <a:rPr lang="zh-CN" altLang="en-US" dirty="0"/>
              <a:t>，不包含</a:t>
            </a:r>
            <a:r>
              <a:rPr lang="en-US" altLang="zh-CN" dirty="0"/>
              <a:t>Option Type</a:t>
            </a:r>
            <a:r>
              <a:rPr lang="zh-CN" altLang="en-US" dirty="0"/>
              <a:t>和</a:t>
            </a:r>
            <a:r>
              <a:rPr lang="en-US" altLang="zh-CN" dirty="0"/>
              <a:t>Opt Data Len</a:t>
            </a:r>
            <a:r>
              <a:rPr lang="zh-CN" altLang="en-US" dirty="0"/>
              <a:t>部分的长度。</a:t>
            </a:r>
          </a:p>
          <a:p>
            <a:pPr lvl="2"/>
            <a:r>
              <a:rPr lang="en-US" altLang="zh-CN" b="1" dirty="0"/>
              <a:t>Option Data</a:t>
            </a:r>
            <a:r>
              <a:rPr lang="en-US" altLang="zh-CN" dirty="0" smtClean="0"/>
              <a:t>: </a:t>
            </a:r>
            <a:r>
              <a:rPr lang="zh-CN" altLang="en-US" dirty="0" smtClean="0"/>
              <a:t>长度</a:t>
            </a:r>
            <a:r>
              <a:rPr lang="zh-CN" altLang="en-US" dirty="0"/>
              <a:t>可变，最大为</a:t>
            </a:r>
            <a:r>
              <a:rPr lang="en-US" altLang="zh-CN" dirty="0"/>
              <a:t>255Byte</a:t>
            </a:r>
            <a:r>
              <a:rPr lang="zh-CN" altLang="en-US" dirty="0" smtClean="0"/>
              <a:t>，包含</a:t>
            </a:r>
            <a:r>
              <a:rPr lang="zh-CN" altLang="en-US" dirty="0"/>
              <a:t>选项的具体数据内容</a:t>
            </a:r>
            <a:r>
              <a:rPr lang="zh-CN" altLang="en-US" dirty="0" smtClean="0"/>
              <a:t>。</a:t>
            </a:r>
            <a:endParaRPr lang="zh-CN" altLang="en-US" dirty="0"/>
          </a:p>
        </p:txBody>
      </p:sp>
      <p:graphicFrame>
        <p:nvGraphicFramePr>
          <p:cNvPr id="6" name="表格 5">
            <a:extLst>
              <a:ext uri="{FF2B5EF4-FFF2-40B4-BE49-F238E27FC236}">
                <a16:creationId xmlns="" xmlns:a16="http://schemas.microsoft.com/office/drawing/2014/main" id="{7D69A2DD-D51F-438A-99C6-289E6B51FD8F}"/>
              </a:ext>
            </a:extLst>
          </p:cNvPr>
          <p:cNvGraphicFramePr>
            <a:graphicFrameLocks noGrp="1"/>
          </p:cNvGraphicFramePr>
          <p:nvPr>
            <p:extLst>
              <p:ext uri="{D42A27DB-BD31-4B8C-83A1-F6EECF244321}">
                <p14:modId xmlns:p14="http://schemas.microsoft.com/office/powerpoint/2010/main" val="447524725"/>
              </p:ext>
            </p:extLst>
          </p:nvPr>
        </p:nvGraphicFramePr>
        <p:xfrm>
          <a:off x="2568316" y="2557916"/>
          <a:ext cx="7060173" cy="705050"/>
        </p:xfrm>
        <a:graphic>
          <a:graphicData uri="http://schemas.openxmlformats.org/drawingml/2006/table">
            <a:tbl>
              <a:tblPr firstRow="1" firstCol="1" bandRow="1">
                <a:tableStyleId>{72833802-FEF1-4C79-8D5D-14CF1EAF98D9}</a:tableStyleId>
              </a:tblPr>
              <a:tblGrid>
                <a:gridCol w="2353076">
                  <a:extLst>
                    <a:ext uri="{9D8B030D-6E8A-4147-A177-3AD203B41FA5}">
                      <a16:colId xmlns="" xmlns:a16="http://schemas.microsoft.com/office/drawing/2014/main" val="1777644181"/>
                    </a:ext>
                  </a:extLst>
                </a:gridCol>
                <a:gridCol w="2353076">
                  <a:extLst>
                    <a:ext uri="{9D8B030D-6E8A-4147-A177-3AD203B41FA5}">
                      <a16:colId xmlns="" xmlns:a16="http://schemas.microsoft.com/office/drawing/2014/main" val="719167851"/>
                    </a:ext>
                  </a:extLst>
                </a:gridCol>
                <a:gridCol w="2354021">
                  <a:extLst>
                    <a:ext uri="{9D8B030D-6E8A-4147-A177-3AD203B41FA5}">
                      <a16:colId xmlns="" xmlns:a16="http://schemas.microsoft.com/office/drawing/2014/main" val="3935885122"/>
                    </a:ext>
                  </a:extLst>
                </a:gridCol>
              </a:tblGrid>
              <a:tr h="705050">
                <a:tc>
                  <a:txBody>
                    <a:bodyPr/>
                    <a:lstStyle/>
                    <a:p>
                      <a:pPr indent="127000" algn="ctr">
                        <a:spcAft>
                          <a:spcPts val="0"/>
                        </a:spcAft>
                      </a:pPr>
                      <a:r>
                        <a:rPr lang="zh-CN" sz="1800" kern="100" dirty="0">
                          <a:effectLst/>
                        </a:rPr>
                        <a:t>选项类型</a:t>
                      </a:r>
                    </a:p>
                    <a:p>
                      <a:pPr indent="127000" algn="ctr">
                        <a:spcAft>
                          <a:spcPts val="0"/>
                        </a:spcAft>
                      </a:pPr>
                      <a:r>
                        <a:rPr lang="en-US" sz="1800" kern="100" dirty="0">
                          <a:effectLst/>
                        </a:rPr>
                        <a:t>Option Type</a:t>
                      </a:r>
                      <a:endParaRPr lang="zh-CN" sz="18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1"/>
                    </a:solidFill>
                  </a:tcPr>
                </a:tc>
                <a:tc>
                  <a:txBody>
                    <a:bodyPr/>
                    <a:lstStyle/>
                    <a:p>
                      <a:pPr indent="127000" algn="ctr">
                        <a:spcAft>
                          <a:spcPts val="0"/>
                        </a:spcAft>
                      </a:pPr>
                      <a:r>
                        <a:rPr lang="zh-CN" sz="1800" kern="100" dirty="0">
                          <a:effectLst/>
                        </a:rPr>
                        <a:t>选项数据长度</a:t>
                      </a:r>
                    </a:p>
                    <a:p>
                      <a:pPr indent="127000" algn="ctr">
                        <a:spcAft>
                          <a:spcPts val="0"/>
                        </a:spcAft>
                      </a:pPr>
                      <a:r>
                        <a:rPr lang="en-US" sz="1800" kern="100" dirty="0">
                          <a:effectLst/>
                        </a:rPr>
                        <a:t>Option Data Len</a:t>
                      </a:r>
                      <a:endParaRPr lang="zh-CN" sz="18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1"/>
                    </a:solidFill>
                  </a:tcPr>
                </a:tc>
                <a:tc>
                  <a:txBody>
                    <a:bodyPr/>
                    <a:lstStyle/>
                    <a:p>
                      <a:pPr indent="127000" algn="ctr">
                        <a:spcAft>
                          <a:spcPts val="0"/>
                        </a:spcAft>
                      </a:pPr>
                      <a:r>
                        <a:rPr lang="zh-CN" sz="1800" kern="100" dirty="0">
                          <a:effectLst/>
                        </a:rPr>
                        <a:t>选项数据</a:t>
                      </a:r>
                    </a:p>
                    <a:p>
                      <a:pPr indent="127000" algn="ctr">
                        <a:spcAft>
                          <a:spcPts val="0"/>
                        </a:spcAft>
                      </a:pPr>
                      <a:r>
                        <a:rPr lang="en-US" sz="1800" kern="100" dirty="0">
                          <a:effectLst/>
                        </a:rPr>
                        <a:t>Option Data</a:t>
                      </a:r>
                      <a:endParaRPr lang="zh-CN" sz="18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1"/>
                    </a:solidFill>
                  </a:tcPr>
                </a:tc>
                <a:extLst>
                  <a:ext uri="{0D108BD9-81ED-4DB2-BD59-A6C34878D82A}">
                    <a16:rowId xmlns="" xmlns:a16="http://schemas.microsoft.com/office/drawing/2014/main" val="636784447"/>
                  </a:ext>
                </a:extLst>
              </a:tr>
            </a:tbl>
          </a:graphicData>
        </a:graphic>
      </p:graphicFrame>
    </p:spTree>
    <p:extLst>
      <p:ext uri="{BB962C8B-B14F-4D97-AF65-F5344CB8AC3E}">
        <p14:creationId xmlns:p14="http://schemas.microsoft.com/office/powerpoint/2010/main" val="115666124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2CDC2109-66F5-4727-9AB9-344735EA90EC}"/>
              </a:ext>
            </a:extLst>
          </p:cNvPr>
          <p:cNvSpPr>
            <a:spLocks noGrp="1"/>
          </p:cNvSpPr>
          <p:nvPr>
            <p:ph type="title"/>
          </p:nvPr>
        </p:nvSpPr>
        <p:spPr/>
        <p:txBody>
          <a:bodyPr/>
          <a:lstStyle/>
          <a:p>
            <a:r>
              <a:rPr lang="en-US" altLang="zh-CN" smtClean="0"/>
              <a:t>7.1.3 IPv6</a:t>
            </a:r>
            <a:r>
              <a:rPr lang="zh-CN" altLang="en-US" smtClean="0"/>
              <a:t>地址表示方式</a:t>
            </a:r>
            <a:endParaRPr lang="zh-CN" altLang="en-US" dirty="0"/>
          </a:p>
        </p:txBody>
      </p:sp>
      <p:sp>
        <p:nvSpPr>
          <p:cNvPr id="3" name="文本占位符 2">
            <a:extLst>
              <a:ext uri="{FF2B5EF4-FFF2-40B4-BE49-F238E27FC236}">
                <a16:creationId xmlns="" xmlns:a16="http://schemas.microsoft.com/office/drawing/2014/main" id="{895BDF7A-75C0-42F9-ACEE-9BE3760A78C1}"/>
              </a:ext>
            </a:extLst>
          </p:cNvPr>
          <p:cNvSpPr>
            <a:spLocks noGrp="1"/>
          </p:cNvSpPr>
          <p:nvPr>
            <p:ph type="body" sz="quarter" idx="10"/>
          </p:nvPr>
        </p:nvSpPr>
        <p:spPr/>
        <p:txBody>
          <a:bodyPr/>
          <a:lstStyle/>
          <a:p>
            <a:r>
              <a:rPr lang="en-US" altLang="zh-CN" dirty="0" smtClean="0"/>
              <a:t>IPv6</a:t>
            </a:r>
            <a:r>
              <a:rPr lang="zh-CN" altLang="en-US" dirty="0" smtClean="0"/>
              <a:t>地址表示方式</a:t>
            </a:r>
            <a:endParaRPr lang="en-US" altLang="zh-CN" dirty="0" smtClean="0"/>
          </a:p>
          <a:p>
            <a:pPr lvl="1"/>
            <a:r>
              <a:rPr lang="zh-CN" altLang="en-US" dirty="0" smtClean="0"/>
              <a:t>对</a:t>
            </a:r>
            <a:r>
              <a:rPr lang="en-US" altLang="zh-CN" dirty="0" smtClean="0"/>
              <a:t>IPv6</a:t>
            </a:r>
            <a:r>
              <a:rPr lang="zh-CN" altLang="en-US" dirty="0" smtClean="0"/>
              <a:t>来说，将每</a:t>
            </a:r>
            <a:r>
              <a:rPr lang="en-US" altLang="zh-CN" dirty="0" smtClean="0"/>
              <a:t>16</a:t>
            </a:r>
            <a:r>
              <a:rPr lang="zh-CN" altLang="en-US" dirty="0" smtClean="0"/>
              <a:t>位分成</a:t>
            </a:r>
            <a:r>
              <a:rPr lang="en-US" altLang="zh-CN" dirty="0" smtClean="0"/>
              <a:t>1</a:t>
            </a:r>
            <a:r>
              <a:rPr lang="zh-CN" altLang="en-US" dirty="0" smtClean="0"/>
              <a:t>块，一共分为</a:t>
            </a:r>
            <a:r>
              <a:rPr lang="en-US" altLang="zh-CN" dirty="0" smtClean="0"/>
              <a:t>8</a:t>
            </a:r>
            <a:r>
              <a:rPr lang="zh-CN" altLang="en-US" dirty="0" smtClean="0"/>
              <a:t>块，每块用</a:t>
            </a:r>
            <a:r>
              <a:rPr lang="en-US" altLang="zh-CN" dirty="0" smtClean="0"/>
              <a:t>“:”</a:t>
            </a:r>
            <a:r>
              <a:rPr lang="zh-CN" altLang="en-US" dirty="0" smtClean="0"/>
              <a:t>相隔，如下是</a:t>
            </a:r>
            <a:r>
              <a:rPr lang="en-US" altLang="zh-CN" dirty="0" smtClean="0"/>
              <a:t>IPv6</a:t>
            </a:r>
            <a:r>
              <a:rPr lang="zh-CN" altLang="en-US" dirty="0" smtClean="0"/>
              <a:t>地址的完整表达</a:t>
            </a:r>
            <a:r>
              <a:rPr lang="zh-CN" altLang="en-US" dirty="0"/>
              <a:t>：</a:t>
            </a:r>
            <a:endParaRPr lang="en-US" altLang="zh-CN" dirty="0" smtClean="0"/>
          </a:p>
        </p:txBody>
      </p:sp>
      <p:sp>
        <p:nvSpPr>
          <p:cNvPr id="4" name="文本框 3">
            <a:extLst>
              <a:ext uri="{FF2B5EF4-FFF2-40B4-BE49-F238E27FC236}">
                <a16:creationId xmlns="" xmlns:a16="http://schemas.microsoft.com/office/drawing/2014/main" id="{4BD5454B-EB04-4B06-839E-16F115FC494D}"/>
              </a:ext>
            </a:extLst>
          </p:cNvPr>
          <p:cNvSpPr txBox="1"/>
          <p:nvPr/>
        </p:nvSpPr>
        <p:spPr>
          <a:xfrm>
            <a:off x="2233418" y="2713129"/>
            <a:ext cx="7718780" cy="369332"/>
          </a:xfrm>
          <a:prstGeom prst="rect">
            <a:avLst/>
          </a:prstGeom>
          <a:noFill/>
        </p:spPr>
        <p:txBody>
          <a:bodyPr wrap="none" rtlCol="0">
            <a:spAutoFit/>
          </a:bodyPr>
          <a:lstStyle/>
          <a:p>
            <a:r>
              <a:rPr lang="en-US" altLang="zh-CN" dirty="0">
                <a:solidFill>
                  <a:srgbClr val="C00000"/>
                </a:solidFill>
              </a:rPr>
              <a:t>10 0000 0000 0001 </a:t>
            </a:r>
            <a:r>
              <a:rPr lang="en-US" altLang="zh-CN" dirty="0"/>
              <a:t>: </a:t>
            </a:r>
            <a:r>
              <a:rPr lang="en-US" altLang="zh-CN" dirty="0">
                <a:solidFill>
                  <a:schemeClr val="accent1"/>
                </a:solidFill>
              </a:rPr>
              <a:t>0000 1111 1110 0100</a:t>
            </a:r>
            <a:r>
              <a:rPr lang="en-US" altLang="zh-CN" dirty="0"/>
              <a:t>‬ : </a:t>
            </a:r>
            <a:r>
              <a:rPr lang="en-US" altLang="zh-CN" dirty="0">
                <a:solidFill>
                  <a:schemeClr val="accent6"/>
                </a:solidFill>
              </a:rPr>
              <a:t>0000 0000 0000 0001 </a:t>
            </a:r>
            <a:r>
              <a:rPr lang="en-US" altLang="zh-CN" dirty="0"/>
              <a:t>:  ……</a:t>
            </a:r>
            <a:endParaRPr lang="zh-CN" altLang="en-US" dirty="0"/>
          </a:p>
        </p:txBody>
      </p:sp>
      <p:sp>
        <p:nvSpPr>
          <p:cNvPr id="6" name="文本框 5">
            <a:extLst>
              <a:ext uri="{FF2B5EF4-FFF2-40B4-BE49-F238E27FC236}">
                <a16:creationId xmlns="" xmlns:a16="http://schemas.microsoft.com/office/drawing/2014/main" id="{4C881B82-EF65-4B34-9BC4-EB729ED9615E}"/>
              </a:ext>
            </a:extLst>
          </p:cNvPr>
          <p:cNvSpPr txBox="1"/>
          <p:nvPr/>
        </p:nvSpPr>
        <p:spPr>
          <a:xfrm>
            <a:off x="4997292" y="4245991"/>
            <a:ext cx="6073541" cy="584775"/>
          </a:xfrm>
          <a:prstGeom prst="rect">
            <a:avLst/>
          </a:prstGeom>
          <a:noFill/>
        </p:spPr>
        <p:txBody>
          <a:bodyPr wrap="square">
            <a:spAutoFit/>
          </a:bodyPr>
          <a:lstStyle/>
          <a:p>
            <a:pPr lvl="2"/>
            <a:r>
              <a:rPr lang="en-US" altLang="zh-CN" sz="3200" dirty="0"/>
              <a:t>2c00:0000:0000:0001:0ba1</a:t>
            </a:r>
          </a:p>
        </p:txBody>
      </p:sp>
      <p:cxnSp>
        <p:nvCxnSpPr>
          <p:cNvPr id="8" name="直接连接符 7">
            <a:extLst>
              <a:ext uri="{FF2B5EF4-FFF2-40B4-BE49-F238E27FC236}">
                <a16:creationId xmlns="" xmlns:a16="http://schemas.microsoft.com/office/drawing/2014/main" id="{00B42AEC-5602-42A3-8968-AF212F3A6964}"/>
              </a:ext>
            </a:extLst>
          </p:cNvPr>
          <p:cNvCxnSpPr>
            <a:cxnSpLocks/>
          </p:cNvCxnSpPr>
          <p:nvPr/>
        </p:nvCxnSpPr>
        <p:spPr>
          <a:xfrm>
            <a:off x="2329316" y="3068491"/>
            <a:ext cx="750770" cy="1262877"/>
          </a:xfrm>
          <a:prstGeom prst="line">
            <a:avLst/>
          </a:prstGeom>
          <a:ln w="28575">
            <a:prstDash val="dashDot"/>
          </a:ln>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 xmlns:a16="http://schemas.microsoft.com/office/drawing/2014/main" id="{89D58BE8-C51F-4EA9-A0A1-BAF02F0EA0E2}"/>
              </a:ext>
            </a:extLst>
          </p:cNvPr>
          <p:cNvCxnSpPr>
            <a:cxnSpLocks/>
          </p:cNvCxnSpPr>
          <p:nvPr/>
        </p:nvCxnSpPr>
        <p:spPr>
          <a:xfrm flipH="1">
            <a:off x="4097059" y="3068491"/>
            <a:ext cx="319099" cy="1262877"/>
          </a:xfrm>
          <a:prstGeom prst="line">
            <a:avLst/>
          </a:prstGeom>
          <a:ln w="28575">
            <a:prstDash val="dashDot"/>
          </a:ln>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 xmlns:a16="http://schemas.microsoft.com/office/drawing/2014/main" id="{C1691EBC-2C06-43F7-B01C-8AB8F332C9B9}"/>
              </a:ext>
            </a:extLst>
          </p:cNvPr>
          <p:cNvCxnSpPr>
            <a:cxnSpLocks/>
          </p:cNvCxnSpPr>
          <p:nvPr/>
        </p:nvCxnSpPr>
        <p:spPr>
          <a:xfrm flipH="1">
            <a:off x="4992188" y="3120654"/>
            <a:ext cx="1882968" cy="1210714"/>
          </a:xfrm>
          <a:prstGeom prst="line">
            <a:avLst/>
          </a:prstGeom>
          <a:ln w="28575">
            <a:prstDash val="dashDot"/>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 xmlns:a16="http://schemas.microsoft.com/office/drawing/2014/main" id="{5807BF52-E8BD-42DA-8737-8E125675D597}"/>
              </a:ext>
            </a:extLst>
          </p:cNvPr>
          <p:cNvCxnSpPr>
            <a:cxnSpLocks/>
          </p:cNvCxnSpPr>
          <p:nvPr/>
        </p:nvCxnSpPr>
        <p:spPr>
          <a:xfrm flipH="1">
            <a:off x="6015791" y="3173571"/>
            <a:ext cx="3337068" cy="1157797"/>
          </a:xfrm>
          <a:prstGeom prst="line">
            <a:avLst/>
          </a:prstGeom>
          <a:ln w="28575">
            <a:prstDash val="dashDot"/>
          </a:ln>
        </p:spPr>
        <p:style>
          <a:lnRef idx="1">
            <a:schemeClr val="accent1"/>
          </a:lnRef>
          <a:fillRef idx="0">
            <a:schemeClr val="accent1"/>
          </a:fillRef>
          <a:effectRef idx="0">
            <a:schemeClr val="accent1"/>
          </a:effectRef>
          <a:fontRef idx="minor">
            <a:schemeClr val="tx1"/>
          </a:fontRef>
        </p:style>
      </p:cxnSp>
      <p:sp>
        <p:nvSpPr>
          <p:cNvPr id="30" name="文本框 29">
            <a:extLst>
              <a:ext uri="{FF2B5EF4-FFF2-40B4-BE49-F238E27FC236}">
                <a16:creationId xmlns="" xmlns:a16="http://schemas.microsoft.com/office/drawing/2014/main" id="{4D01B446-508E-4168-A161-E44D113CCA97}"/>
              </a:ext>
            </a:extLst>
          </p:cNvPr>
          <p:cNvSpPr txBox="1"/>
          <p:nvPr/>
        </p:nvSpPr>
        <p:spPr>
          <a:xfrm>
            <a:off x="3030120" y="4234100"/>
            <a:ext cx="2041953" cy="584775"/>
          </a:xfrm>
          <a:prstGeom prst="rect">
            <a:avLst/>
          </a:prstGeom>
          <a:noFill/>
        </p:spPr>
        <p:txBody>
          <a:bodyPr wrap="square">
            <a:spAutoFit/>
          </a:bodyPr>
          <a:lstStyle/>
          <a:p>
            <a:r>
              <a:rPr lang="en-US" altLang="zh-CN" sz="3200" dirty="0">
                <a:solidFill>
                  <a:srgbClr val="C00000"/>
                </a:solidFill>
              </a:rPr>
              <a:t>2001</a:t>
            </a:r>
            <a:r>
              <a:rPr lang="en-US" altLang="zh-CN" sz="3200" dirty="0"/>
              <a:t>:</a:t>
            </a:r>
            <a:endParaRPr lang="zh-CN" altLang="en-US" sz="3200" dirty="0"/>
          </a:p>
        </p:txBody>
      </p:sp>
      <p:sp>
        <p:nvSpPr>
          <p:cNvPr id="32" name="文本框 31">
            <a:extLst>
              <a:ext uri="{FF2B5EF4-FFF2-40B4-BE49-F238E27FC236}">
                <a16:creationId xmlns="" xmlns:a16="http://schemas.microsoft.com/office/drawing/2014/main" id="{84E35E7E-76D1-4617-81B4-6E3456A15FCA}"/>
              </a:ext>
            </a:extLst>
          </p:cNvPr>
          <p:cNvSpPr txBox="1"/>
          <p:nvPr/>
        </p:nvSpPr>
        <p:spPr>
          <a:xfrm>
            <a:off x="4026061" y="4235336"/>
            <a:ext cx="2417078" cy="584775"/>
          </a:xfrm>
          <a:prstGeom prst="rect">
            <a:avLst/>
          </a:prstGeom>
          <a:noFill/>
        </p:spPr>
        <p:txBody>
          <a:bodyPr wrap="square">
            <a:spAutoFit/>
          </a:bodyPr>
          <a:lstStyle/>
          <a:p>
            <a:r>
              <a:rPr lang="en-US" altLang="zh-CN" sz="3200" dirty="0">
                <a:solidFill>
                  <a:schemeClr val="accent1"/>
                </a:solidFill>
              </a:rPr>
              <a:t>0fe4</a:t>
            </a:r>
            <a:r>
              <a:rPr lang="en-US" altLang="zh-CN" sz="3200" dirty="0"/>
              <a:t>:</a:t>
            </a:r>
            <a:endParaRPr lang="zh-CN" altLang="en-US" sz="3200" dirty="0"/>
          </a:p>
        </p:txBody>
      </p:sp>
      <p:sp>
        <p:nvSpPr>
          <p:cNvPr id="34" name="文本框 33">
            <a:extLst>
              <a:ext uri="{FF2B5EF4-FFF2-40B4-BE49-F238E27FC236}">
                <a16:creationId xmlns="" xmlns:a16="http://schemas.microsoft.com/office/drawing/2014/main" id="{37D0F800-5B3D-4288-9657-6C10733E3BFF}"/>
              </a:ext>
            </a:extLst>
          </p:cNvPr>
          <p:cNvSpPr txBox="1"/>
          <p:nvPr/>
        </p:nvSpPr>
        <p:spPr>
          <a:xfrm>
            <a:off x="4927844" y="4239231"/>
            <a:ext cx="1719714" cy="584775"/>
          </a:xfrm>
          <a:prstGeom prst="rect">
            <a:avLst/>
          </a:prstGeom>
          <a:noFill/>
        </p:spPr>
        <p:txBody>
          <a:bodyPr wrap="square">
            <a:spAutoFit/>
          </a:bodyPr>
          <a:lstStyle/>
          <a:p>
            <a:r>
              <a:rPr lang="en-US" altLang="zh-CN" sz="3200" dirty="0">
                <a:solidFill>
                  <a:schemeClr val="accent6"/>
                </a:solidFill>
              </a:rPr>
              <a:t>0001</a:t>
            </a:r>
            <a:r>
              <a:rPr lang="en-US" altLang="zh-CN" sz="3200" dirty="0"/>
              <a:t>:</a:t>
            </a:r>
            <a:endParaRPr lang="zh-CN" altLang="en-US" sz="3200" dirty="0"/>
          </a:p>
        </p:txBody>
      </p:sp>
    </p:spTree>
    <p:extLst>
      <p:ext uri="{BB962C8B-B14F-4D97-AF65-F5344CB8AC3E}">
        <p14:creationId xmlns:p14="http://schemas.microsoft.com/office/powerpoint/2010/main" val="14673490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up)">
                                      <p:cBhvr>
                                        <p:cTn id="12" dur="500"/>
                                        <p:tgtEl>
                                          <p:spTgt spid="8"/>
                                        </p:tgtEl>
                                      </p:cBhvr>
                                    </p:animEffect>
                                  </p:childTnLst>
                                </p:cTn>
                              </p:par>
                              <p:par>
                                <p:cTn id="13" presetID="22" presetClass="entr" presetSubtype="1" fill="hold" nodeType="with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wipe(up)">
                                      <p:cBhvr>
                                        <p:cTn id="15" dur="500"/>
                                        <p:tgtEl>
                                          <p:spTgt spid="9"/>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1" fill="hold" grpId="0" nodeType="clickEffect">
                                  <p:stCondLst>
                                    <p:cond delay="0"/>
                                  </p:stCondLst>
                                  <p:childTnLst>
                                    <p:set>
                                      <p:cBhvr>
                                        <p:cTn id="19" dur="1" fill="hold">
                                          <p:stCondLst>
                                            <p:cond delay="0"/>
                                          </p:stCondLst>
                                        </p:cTn>
                                        <p:tgtEl>
                                          <p:spTgt spid="30"/>
                                        </p:tgtEl>
                                        <p:attrNameLst>
                                          <p:attrName>style.visibility</p:attrName>
                                        </p:attrNameLst>
                                      </p:cBhvr>
                                      <p:to>
                                        <p:strVal val="visible"/>
                                      </p:to>
                                    </p:set>
                                    <p:animEffect transition="in" filter="wipe(up)">
                                      <p:cBhvr>
                                        <p:cTn id="20" dur="500"/>
                                        <p:tgtEl>
                                          <p:spTgt spid="30"/>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1" fill="hold" nodeType="click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wipe(up)">
                                      <p:cBhvr>
                                        <p:cTn id="25" dur="500"/>
                                        <p:tgtEl>
                                          <p:spTgt spid="16"/>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1" fill="hold" grpId="0" nodeType="clickEffect">
                                  <p:stCondLst>
                                    <p:cond delay="0"/>
                                  </p:stCondLst>
                                  <p:childTnLst>
                                    <p:set>
                                      <p:cBhvr>
                                        <p:cTn id="29" dur="1" fill="hold">
                                          <p:stCondLst>
                                            <p:cond delay="0"/>
                                          </p:stCondLst>
                                        </p:cTn>
                                        <p:tgtEl>
                                          <p:spTgt spid="32"/>
                                        </p:tgtEl>
                                        <p:attrNameLst>
                                          <p:attrName>style.visibility</p:attrName>
                                        </p:attrNameLst>
                                      </p:cBhvr>
                                      <p:to>
                                        <p:strVal val="visible"/>
                                      </p:to>
                                    </p:set>
                                    <p:animEffect transition="in" filter="wipe(up)">
                                      <p:cBhvr>
                                        <p:cTn id="30" dur="500"/>
                                        <p:tgtEl>
                                          <p:spTgt spid="32"/>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1" fill="hold" nodeType="clickEffect">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wipe(up)">
                                      <p:cBhvr>
                                        <p:cTn id="35" dur="500"/>
                                        <p:tgtEl>
                                          <p:spTgt spid="18"/>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1" fill="hold" grpId="0" nodeType="clickEffect">
                                  <p:stCondLst>
                                    <p:cond delay="0"/>
                                  </p:stCondLst>
                                  <p:childTnLst>
                                    <p:set>
                                      <p:cBhvr>
                                        <p:cTn id="39" dur="1" fill="hold">
                                          <p:stCondLst>
                                            <p:cond delay="0"/>
                                          </p:stCondLst>
                                        </p:cTn>
                                        <p:tgtEl>
                                          <p:spTgt spid="34"/>
                                        </p:tgtEl>
                                        <p:attrNameLst>
                                          <p:attrName>style.visibility</p:attrName>
                                        </p:attrNameLst>
                                      </p:cBhvr>
                                      <p:to>
                                        <p:strVal val="visible"/>
                                      </p:to>
                                    </p:set>
                                    <p:animEffect transition="in" filter="wipe(up)">
                                      <p:cBhvr>
                                        <p:cTn id="40" dur="500"/>
                                        <p:tgtEl>
                                          <p:spTgt spid="34"/>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6"/>
                                        </p:tgtEl>
                                        <p:attrNameLst>
                                          <p:attrName>style.visibility</p:attrName>
                                        </p:attrNameLst>
                                      </p:cBhvr>
                                      <p:to>
                                        <p:strVal val="visible"/>
                                      </p:to>
                                    </p:set>
                                    <p:animEffect transition="in" filter="wipe(left)">
                                      <p:cBhvr>
                                        <p:cTn id="4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30" grpId="0"/>
      <p:bldP spid="32" grpId="0"/>
      <p:bldP spid="3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p:cNvSpPr/>
          <p:nvPr/>
        </p:nvSpPr>
        <p:spPr>
          <a:xfrm>
            <a:off x="911224" y="4419447"/>
            <a:ext cx="10360800" cy="1836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p:cNvSpPr/>
          <p:nvPr/>
        </p:nvSpPr>
        <p:spPr>
          <a:xfrm>
            <a:off x="911224" y="2285961"/>
            <a:ext cx="10360800" cy="169889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a:extLst>
              <a:ext uri="{FF2B5EF4-FFF2-40B4-BE49-F238E27FC236}">
                <a16:creationId xmlns="" xmlns:a16="http://schemas.microsoft.com/office/drawing/2014/main" id="{84954386-DEA9-46BE-824D-4A03561ED9D8}"/>
              </a:ext>
            </a:extLst>
          </p:cNvPr>
          <p:cNvSpPr>
            <a:spLocks noGrp="1"/>
          </p:cNvSpPr>
          <p:nvPr>
            <p:ph type="title"/>
          </p:nvPr>
        </p:nvSpPr>
        <p:spPr/>
        <p:txBody>
          <a:bodyPr/>
          <a:lstStyle/>
          <a:p>
            <a:r>
              <a:rPr lang="en-US" altLang="zh-CN" smtClean="0"/>
              <a:t>7.1.3 IPv6</a:t>
            </a:r>
            <a:r>
              <a:rPr lang="zh-CN" altLang="en-US" smtClean="0"/>
              <a:t>地址表示方式</a:t>
            </a:r>
            <a:endParaRPr lang="zh-CN" altLang="en-US" dirty="0"/>
          </a:p>
        </p:txBody>
      </p:sp>
      <p:sp>
        <p:nvSpPr>
          <p:cNvPr id="3" name="文本占位符 2">
            <a:extLst>
              <a:ext uri="{FF2B5EF4-FFF2-40B4-BE49-F238E27FC236}">
                <a16:creationId xmlns="" xmlns:a16="http://schemas.microsoft.com/office/drawing/2014/main" id="{9E6DBD98-E107-4CCD-BEF2-0AAD510940D1}"/>
              </a:ext>
            </a:extLst>
          </p:cNvPr>
          <p:cNvSpPr>
            <a:spLocks noGrp="1"/>
          </p:cNvSpPr>
          <p:nvPr>
            <p:ph type="body" sz="quarter" idx="10"/>
          </p:nvPr>
        </p:nvSpPr>
        <p:spPr/>
        <p:txBody>
          <a:bodyPr/>
          <a:lstStyle/>
          <a:p>
            <a:r>
              <a:rPr lang="en-US" altLang="zh-CN" dirty="0" smtClean="0"/>
              <a:t>IPv6</a:t>
            </a:r>
            <a:r>
              <a:rPr lang="zh-CN" altLang="en-US" dirty="0" smtClean="0"/>
              <a:t>地址表示方式的简化规则</a:t>
            </a:r>
            <a:endParaRPr lang="en-US" altLang="zh-CN" dirty="0" smtClean="0"/>
          </a:p>
          <a:p>
            <a:pPr lvl="1"/>
            <a:r>
              <a:rPr lang="zh-CN" altLang="en-US" dirty="0" smtClean="0"/>
              <a:t>每一个地址块起始部分</a:t>
            </a:r>
            <a:r>
              <a:rPr lang="en-US" altLang="zh-CN" dirty="0" smtClean="0"/>
              <a:t>0</a:t>
            </a:r>
            <a:r>
              <a:rPr lang="zh-CN" altLang="en-US" dirty="0" smtClean="0"/>
              <a:t>可省略</a:t>
            </a:r>
            <a:endParaRPr lang="en-US" altLang="zh-CN" dirty="0" smtClean="0"/>
          </a:p>
          <a:p>
            <a:pPr lvl="1"/>
            <a:endParaRPr lang="en-US" altLang="zh-CN" dirty="0"/>
          </a:p>
          <a:p>
            <a:pPr lvl="1"/>
            <a:endParaRPr lang="en-US" altLang="zh-CN" dirty="0" smtClean="0"/>
          </a:p>
          <a:p>
            <a:pPr lvl="1"/>
            <a:endParaRPr lang="en-US" altLang="zh-CN" dirty="0"/>
          </a:p>
          <a:p>
            <a:pPr lvl="1"/>
            <a:r>
              <a:rPr lang="zh-CN" altLang="en-US" dirty="0"/>
              <a:t>有</a:t>
            </a:r>
            <a:r>
              <a:rPr lang="en-US" altLang="zh-CN" dirty="0"/>
              <a:t>1</a:t>
            </a:r>
            <a:r>
              <a:rPr lang="zh-CN" altLang="en-US" dirty="0"/>
              <a:t>个或连续多个</a:t>
            </a:r>
            <a:r>
              <a:rPr lang="en-US" altLang="zh-CN" dirty="0"/>
              <a:t>0</a:t>
            </a:r>
            <a:r>
              <a:rPr lang="zh-CN" altLang="en-US" dirty="0"/>
              <a:t>组成的地址块</a:t>
            </a:r>
            <a:r>
              <a:rPr lang="zh-CN" altLang="en-US" dirty="0" smtClean="0"/>
              <a:t>可用</a:t>
            </a:r>
            <a:r>
              <a:rPr lang="en-US" altLang="zh-CN" dirty="0"/>
              <a:t>"::"</a:t>
            </a:r>
            <a:r>
              <a:rPr lang="zh-CN" altLang="en-US" dirty="0"/>
              <a:t>取代</a:t>
            </a:r>
            <a:endParaRPr lang="en-US" altLang="zh-CN" dirty="0" smtClean="0"/>
          </a:p>
          <a:p>
            <a:pPr lvl="1"/>
            <a:endParaRPr lang="zh-CN" altLang="en-US" dirty="0" smtClean="0"/>
          </a:p>
          <a:p>
            <a:pPr lvl="1"/>
            <a:endParaRPr lang="zh-CN" altLang="en-US" dirty="0"/>
          </a:p>
        </p:txBody>
      </p:sp>
      <p:sp>
        <p:nvSpPr>
          <p:cNvPr id="5" name="文本框 4">
            <a:extLst>
              <a:ext uri="{FF2B5EF4-FFF2-40B4-BE49-F238E27FC236}">
                <a16:creationId xmlns="" xmlns:a16="http://schemas.microsoft.com/office/drawing/2014/main" id="{A524C6CD-96CD-417F-B1DA-305B9110D681}"/>
              </a:ext>
            </a:extLst>
          </p:cNvPr>
          <p:cNvSpPr txBox="1"/>
          <p:nvPr/>
        </p:nvSpPr>
        <p:spPr>
          <a:xfrm>
            <a:off x="1237089" y="2285961"/>
            <a:ext cx="8979992" cy="584775"/>
          </a:xfrm>
          <a:prstGeom prst="rect">
            <a:avLst/>
          </a:prstGeom>
          <a:noFill/>
        </p:spPr>
        <p:txBody>
          <a:bodyPr wrap="square">
            <a:spAutoFit/>
          </a:bodyPr>
          <a:lstStyle/>
          <a:p>
            <a:pPr algn="ctr"/>
            <a:r>
              <a:rPr lang="en-US" altLang="zh-CN" sz="3200" dirty="0"/>
              <a:t>2001:0fe4:0001:2c00:0000:0000:0001:0ba1</a:t>
            </a:r>
            <a:endParaRPr lang="zh-CN" altLang="en-US" sz="3200" dirty="0"/>
          </a:p>
        </p:txBody>
      </p:sp>
      <p:sp>
        <p:nvSpPr>
          <p:cNvPr id="7" name="文本框 6">
            <a:extLst>
              <a:ext uri="{FF2B5EF4-FFF2-40B4-BE49-F238E27FC236}">
                <a16:creationId xmlns="" xmlns:a16="http://schemas.microsoft.com/office/drawing/2014/main" id="{C5CF5F68-CCDB-45B7-AC9C-902ABAA2FA43}"/>
              </a:ext>
            </a:extLst>
          </p:cNvPr>
          <p:cNvSpPr txBox="1"/>
          <p:nvPr/>
        </p:nvSpPr>
        <p:spPr>
          <a:xfrm>
            <a:off x="3204997" y="3476726"/>
            <a:ext cx="4931857" cy="584775"/>
          </a:xfrm>
          <a:prstGeom prst="rect">
            <a:avLst/>
          </a:prstGeom>
          <a:noFill/>
        </p:spPr>
        <p:txBody>
          <a:bodyPr wrap="square">
            <a:spAutoFit/>
          </a:bodyPr>
          <a:lstStyle/>
          <a:p>
            <a:pPr algn="ctr"/>
            <a:r>
              <a:rPr lang="en-US" altLang="zh-CN" sz="3200" dirty="0"/>
              <a:t>2001:fe4:1:2c00:0:0:1:ba1</a:t>
            </a:r>
            <a:endParaRPr lang="zh-CN" altLang="en-US" sz="3200" dirty="0"/>
          </a:p>
        </p:txBody>
      </p:sp>
      <p:cxnSp>
        <p:nvCxnSpPr>
          <p:cNvPr id="9" name="直接连接符 8">
            <a:extLst>
              <a:ext uri="{FF2B5EF4-FFF2-40B4-BE49-F238E27FC236}">
                <a16:creationId xmlns="" xmlns:a16="http://schemas.microsoft.com/office/drawing/2014/main" id="{587EA9BB-2FB2-4107-B7FD-65A3AAE1DAB8}"/>
              </a:ext>
            </a:extLst>
          </p:cNvPr>
          <p:cNvCxnSpPr>
            <a:cxnSpLocks/>
          </p:cNvCxnSpPr>
          <p:nvPr/>
        </p:nvCxnSpPr>
        <p:spPr>
          <a:xfrm>
            <a:off x="5700489" y="2566157"/>
            <a:ext cx="666974" cy="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 xmlns:a16="http://schemas.microsoft.com/office/drawing/2014/main" id="{FCE2BB21-F267-46A1-B976-9CAF0F20E7B4}"/>
              </a:ext>
            </a:extLst>
          </p:cNvPr>
          <p:cNvCxnSpPr>
            <a:cxnSpLocks/>
          </p:cNvCxnSpPr>
          <p:nvPr/>
        </p:nvCxnSpPr>
        <p:spPr>
          <a:xfrm>
            <a:off x="6724426" y="2566157"/>
            <a:ext cx="648000" cy="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 xmlns:a16="http://schemas.microsoft.com/office/drawing/2014/main" id="{E9CAA663-3A6E-49EB-94EF-71B860BEDBBA}"/>
              </a:ext>
            </a:extLst>
          </p:cNvPr>
          <p:cNvCxnSpPr>
            <a:cxnSpLocks/>
          </p:cNvCxnSpPr>
          <p:nvPr/>
        </p:nvCxnSpPr>
        <p:spPr>
          <a:xfrm>
            <a:off x="7730826" y="2566157"/>
            <a:ext cx="648000" cy="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 xmlns:a16="http://schemas.microsoft.com/office/drawing/2014/main" id="{025DDE86-00CE-4732-89C5-0E160A1C7371}"/>
              </a:ext>
            </a:extLst>
          </p:cNvPr>
          <p:cNvCxnSpPr>
            <a:cxnSpLocks/>
          </p:cNvCxnSpPr>
          <p:nvPr/>
        </p:nvCxnSpPr>
        <p:spPr>
          <a:xfrm>
            <a:off x="8678564" y="2566157"/>
            <a:ext cx="251124" cy="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sp>
        <p:nvSpPr>
          <p:cNvPr id="15" name="箭头: 下 14">
            <a:extLst>
              <a:ext uri="{FF2B5EF4-FFF2-40B4-BE49-F238E27FC236}">
                <a16:creationId xmlns="" xmlns:a16="http://schemas.microsoft.com/office/drawing/2014/main" id="{ED127C98-7B4E-4EAC-8907-630AA543E318}"/>
              </a:ext>
            </a:extLst>
          </p:cNvPr>
          <p:cNvSpPr/>
          <p:nvPr/>
        </p:nvSpPr>
        <p:spPr>
          <a:xfrm>
            <a:off x="5172049" y="2824180"/>
            <a:ext cx="979879" cy="729517"/>
          </a:xfrm>
          <a:prstGeom prst="downArrow">
            <a:avLst/>
          </a:prstGeom>
          <a:solidFill>
            <a:srgbClr val="E900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6">
            <a:extLst>
              <a:ext uri="{FF2B5EF4-FFF2-40B4-BE49-F238E27FC236}">
                <a16:creationId xmlns="" xmlns:a16="http://schemas.microsoft.com/office/drawing/2014/main" id="{7D89A447-6969-43C5-984A-F2641294D6EA}"/>
              </a:ext>
            </a:extLst>
          </p:cNvPr>
          <p:cNvSpPr txBox="1"/>
          <p:nvPr/>
        </p:nvSpPr>
        <p:spPr>
          <a:xfrm>
            <a:off x="2147664" y="4374184"/>
            <a:ext cx="7105650" cy="584775"/>
          </a:xfrm>
          <a:prstGeom prst="rect">
            <a:avLst/>
          </a:prstGeom>
          <a:noFill/>
        </p:spPr>
        <p:txBody>
          <a:bodyPr wrap="square">
            <a:spAutoFit/>
          </a:bodyPr>
          <a:lstStyle/>
          <a:p>
            <a:pPr algn="ctr"/>
            <a:r>
              <a:rPr lang="en-US" altLang="zh-CN" sz="3200" dirty="0"/>
              <a:t>2001:fe4:1:2c00:0:0:1:ba1</a:t>
            </a:r>
            <a:endParaRPr lang="zh-CN" altLang="en-US" sz="3200" dirty="0"/>
          </a:p>
        </p:txBody>
      </p:sp>
      <p:sp>
        <p:nvSpPr>
          <p:cNvPr id="18" name="文本框 17">
            <a:extLst>
              <a:ext uri="{FF2B5EF4-FFF2-40B4-BE49-F238E27FC236}">
                <a16:creationId xmlns="" xmlns:a16="http://schemas.microsoft.com/office/drawing/2014/main" id="{E897B317-9DBD-46D9-B8F7-5DB6100C0CE9}"/>
              </a:ext>
            </a:extLst>
          </p:cNvPr>
          <p:cNvSpPr txBox="1"/>
          <p:nvPr/>
        </p:nvSpPr>
        <p:spPr>
          <a:xfrm>
            <a:off x="2147664" y="5705781"/>
            <a:ext cx="7105650" cy="584775"/>
          </a:xfrm>
          <a:prstGeom prst="rect">
            <a:avLst/>
          </a:prstGeom>
          <a:noFill/>
        </p:spPr>
        <p:txBody>
          <a:bodyPr wrap="square">
            <a:spAutoFit/>
          </a:bodyPr>
          <a:lstStyle/>
          <a:p>
            <a:pPr algn="ctr"/>
            <a:r>
              <a:rPr lang="en-US" altLang="zh-CN" sz="3200" dirty="0"/>
              <a:t>2001:fe4:1:2c00::1:ba1</a:t>
            </a:r>
            <a:endParaRPr lang="zh-CN" altLang="en-US" sz="3200" dirty="0"/>
          </a:p>
        </p:txBody>
      </p:sp>
      <p:cxnSp>
        <p:nvCxnSpPr>
          <p:cNvPr id="20" name="直接连接符 19">
            <a:extLst>
              <a:ext uri="{FF2B5EF4-FFF2-40B4-BE49-F238E27FC236}">
                <a16:creationId xmlns="" xmlns:a16="http://schemas.microsoft.com/office/drawing/2014/main" id="{DA12E6F9-2E41-4E57-8340-B0FABA42514E}"/>
              </a:ext>
            </a:extLst>
          </p:cNvPr>
          <p:cNvCxnSpPr>
            <a:cxnSpLocks/>
          </p:cNvCxnSpPr>
          <p:nvPr/>
        </p:nvCxnSpPr>
        <p:spPr>
          <a:xfrm>
            <a:off x="6355850" y="4685825"/>
            <a:ext cx="540000" cy="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sp>
        <p:nvSpPr>
          <p:cNvPr id="21" name="箭头: 下 14">
            <a:extLst>
              <a:ext uri="{FF2B5EF4-FFF2-40B4-BE49-F238E27FC236}">
                <a16:creationId xmlns="" xmlns:a16="http://schemas.microsoft.com/office/drawing/2014/main" id="{ED127C98-7B4E-4EAC-8907-630AA543E318}"/>
              </a:ext>
            </a:extLst>
          </p:cNvPr>
          <p:cNvSpPr/>
          <p:nvPr/>
        </p:nvSpPr>
        <p:spPr>
          <a:xfrm>
            <a:off x="5180985" y="4968585"/>
            <a:ext cx="979879" cy="729517"/>
          </a:xfrm>
          <a:prstGeom prst="downArrow">
            <a:avLst/>
          </a:prstGeom>
          <a:solidFill>
            <a:srgbClr val="E900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8639788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left)">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wipe(left)">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wipe(left)">
                                      <p:cBhvr>
                                        <p:cTn id="22" dur="500"/>
                                        <p:tgtEl>
                                          <p:spTgt spid="1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wipe(up)">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wipe(up)">
                                      <p:cBhvr>
                                        <p:cTn id="32" dur="500"/>
                                        <p:tgtEl>
                                          <p:spTgt spid="7"/>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wipe(left)">
                                      <p:cBhvr>
                                        <p:cTn id="37" dur="500"/>
                                        <p:tgtEl>
                                          <p:spTgt spid="20"/>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grpId="0" nodeType="clickEffect">
                                  <p:stCondLst>
                                    <p:cond delay="0"/>
                                  </p:stCondLst>
                                  <p:childTnLst>
                                    <p:set>
                                      <p:cBhvr>
                                        <p:cTn id="41" dur="1" fill="hold">
                                          <p:stCondLst>
                                            <p:cond delay="0"/>
                                          </p:stCondLst>
                                        </p:cTn>
                                        <p:tgtEl>
                                          <p:spTgt spid="18"/>
                                        </p:tgtEl>
                                        <p:attrNameLst>
                                          <p:attrName>style.visibility</p:attrName>
                                        </p:attrNameLst>
                                      </p:cBhvr>
                                      <p:to>
                                        <p:strVal val="visible"/>
                                      </p:to>
                                    </p:set>
                                    <p:animEffect transition="in" filter="wipe(up)">
                                      <p:cBhvr>
                                        <p:cTn id="42" dur="500"/>
                                        <p:tgtEl>
                                          <p:spTgt spid="18"/>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1" fill="hold" grpId="0" nodeType="clickEffect">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wipe(up)">
                                      <p:cBhvr>
                                        <p:cTn id="47"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5" grpId="0" animBg="1"/>
      <p:bldP spid="18" grpId="0"/>
      <p:bldP spid="21"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DDC72AC8-B39E-47FA-8F1E-D93DE6B33EF8}"/>
              </a:ext>
            </a:extLst>
          </p:cNvPr>
          <p:cNvSpPr>
            <a:spLocks noGrp="1"/>
          </p:cNvSpPr>
          <p:nvPr>
            <p:ph type="title"/>
          </p:nvPr>
        </p:nvSpPr>
        <p:spPr/>
        <p:txBody>
          <a:bodyPr/>
          <a:lstStyle/>
          <a:p>
            <a:r>
              <a:rPr lang="en-US" altLang="zh-CN" smtClean="0"/>
              <a:t>7.1.3 IPv6</a:t>
            </a:r>
            <a:r>
              <a:rPr lang="zh-CN" altLang="en-US" smtClean="0"/>
              <a:t>地址表示方式</a:t>
            </a:r>
            <a:endParaRPr lang="zh-CN" altLang="en-US" dirty="0"/>
          </a:p>
        </p:txBody>
      </p:sp>
      <p:sp>
        <p:nvSpPr>
          <p:cNvPr id="3" name="文本占位符 2">
            <a:extLst>
              <a:ext uri="{FF2B5EF4-FFF2-40B4-BE49-F238E27FC236}">
                <a16:creationId xmlns="" xmlns:a16="http://schemas.microsoft.com/office/drawing/2014/main" id="{A5F05911-05BB-463B-BB9F-669E2FD648EB}"/>
              </a:ext>
            </a:extLst>
          </p:cNvPr>
          <p:cNvSpPr>
            <a:spLocks noGrp="1"/>
          </p:cNvSpPr>
          <p:nvPr>
            <p:ph type="body" sz="quarter" idx="10"/>
          </p:nvPr>
        </p:nvSpPr>
        <p:spPr/>
        <p:txBody>
          <a:bodyPr/>
          <a:lstStyle/>
          <a:p>
            <a:r>
              <a:rPr lang="en-US" altLang="zh-CN" dirty="0" smtClean="0"/>
              <a:t>IPv6</a:t>
            </a:r>
            <a:r>
              <a:rPr lang="zh-CN" altLang="en-US" dirty="0" smtClean="0"/>
              <a:t>地址表示方式注意事项</a:t>
            </a:r>
            <a:endParaRPr lang="en-US" altLang="zh-CN" dirty="0" smtClean="0"/>
          </a:p>
          <a:p>
            <a:pPr lvl="1"/>
            <a:r>
              <a:rPr lang="zh-CN" altLang="en-US" dirty="0" smtClean="0"/>
              <a:t>在整个地址中，只能出现一次</a:t>
            </a:r>
            <a:r>
              <a:rPr lang="en-US" altLang="zh-CN" dirty="0" smtClean="0"/>
              <a:t>”::”</a:t>
            </a:r>
            <a:r>
              <a:rPr lang="zh-CN" altLang="en-US" dirty="0" smtClean="0"/>
              <a:t>，如以下完整</a:t>
            </a:r>
            <a:r>
              <a:rPr lang="en-US" altLang="zh-CN" dirty="0" smtClean="0"/>
              <a:t>IPv6</a:t>
            </a:r>
            <a:r>
              <a:rPr lang="zh-CN" altLang="en-US" dirty="0" smtClean="0"/>
              <a:t>地址</a:t>
            </a:r>
            <a:r>
              <a:rPr lang="zh-CN" altLang="en-US" dirty="0"/>
              <a:t>：</a:t>
            </a:r>
            <a:endParaRPr lang="en-US" altLang="zh-CN" dirty="0" smtClean="0"/>
          </a:p>
          <a:p>
            <a:pPr marL="802479" lvl="2" indent="0">
              <a:buNone/>
            </a:pPr>
            <a:r>
              <a:rPr lang="en-US" altLang="zh-CN" dirty="0" smtClean="0"/>
              <a:t>【2001:0000:0000:0001:0000:0000:0000:0001】</a:t>
            </a:r>
          </a:p>
          <a:p>
            <a:pPr lvl="2"/>
            <a:r>
              <a:rPr lang="zh-CN" altLang="en-US" dirty="0" smtClean="0"/>
              <a:t>错误的简化表达</a:t>
            </a:r>
            <a:endParaRPr lang="en-US" altLang="zh-CN" dirty="0" smtClean="0"/>
          </a:p>
          <a:p>
            <a:pPr marL="802479" lvl="2" indent="0">
              <a:buNone/>
            </a:pPr>
            <a:r>
              <a:rPr lang="en-US" altLang="zh-CN" dirty="0" smtClean="0"/>
              <a:t>	【2001::1::1】</a:t>
            </a:r>
          </a:p>
          <a:p>
            <a:pPr lvl="2"/>
            <a:r>
              <a:rPr lang="zh-CN" altLang="en-US" dirty="0" smtClean="0"/>
              <a:t>可正确表示为以下</a:t>
            </a:r>
            <a:r>
              <a:rPr lang="en-US" altLang="zh-CN" dirty="0" smtClean="0"/>
              <a:t>2</a:t>
            </a:r>
            <a:r>
              <a:rPr lang="zh-CN" altLang="en-US" dirty="0" smtClean="0"/>
              <a:t>种表达方式。</a:t>
            </a:r>
          </a:p>
          <a:p>
            <a:pPr marL="802479" lvl="2" indent="0">
              <a:buNone/>
            </a:pPr>
            <a:r>
              <a:rPr lang="en-US" altLang="zh-CN" dirty="0" smtClean="0"/>
              <a:t>	 </a:t>
            </a:r>
            <a:r>
              <a:rPr lang="zh-CN" altLang="en-US" dirty="0" smtClean="0"/>
              <a:t>表达方式</a:t>
            </a:r>
            <a:r>
              <a:rPr lang="en-US" altLang="zh-CN" dirty="0" smtClean="0"/>
              <a:t>1</a:t>
            </a:r>
            <a:r>
              <a:rPr lang="zh-CN" altLang="en-US" dirty="0" smtClean="0"/>
              <a:t>：</a:t>
            </a:r>
            <a:r>
              <a:rPr lang="en-US" altLang="zh-CN" dirty="0" smtClean="0"/>
              <a:t>【2001::1:0:0:0:1】</a:t>
            </a:r>
          </a:p>
          <a:p>
            <a:pPr marL="802479" lvl="2" indent="0">
              <a:buNone/>
            </a:pPr>
            <a:r>
              <a:rPr lang="en-US" altLang="zh-CN" dirty="0" smtClean="0"/>
              <a:t>	 </a:t>
            </a:r>
            <a:r>
              <a:rPr lang="zh-CN" altLang="en-US" dirty="0" smtClean="0"/>
              <a:t>表达方式</a:t>
            </a:r>
            <a:r>
              <a:rPr lang="en-US" altLang="zh-CN" dirty="0" smtClean="0"/>
              <a:t>2</a:t>
            </a:r>
            <a:r>
              <a:rPr lang="zh-CN" altLang="en-US" dirty="0" smtClean="0"/>
              <a:t>：</a:t>
            </a:r>
            <a:r>
              <a:rPr lang="en-US" altLang="zh-CN" dirty="0" smtClean="0"/>
              <a:t>【2001:0:0:1::1】</a:t>
            </a:r>
            <a:endParaRPr lang="en-US" altLang="zh-CN" dirty="0"/>
          </a:p>
        </p:txBody>
      </p:sp>
    </p:spTree>
    <p:extLst>
      <p:ext uri="{BB962C8B-B14F-4D97-AF65-F5344CB8AC3E}">
        <p14:creationId xmlns:p14="http://schemas.microsoft.com/office/powerpoint/2010/main" val="332974367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D9338498-D271-419E-8213-BBA92E9F7203}"/>
              </a:ext>
            </a:extLst>
          </p:cNvPr>
          <p:cNvSpPr>
            <a:spLocks noGrp="1"/>
          </p:cNvSpPr>
          <p:nvPr>
            <p:ph type="title"/>
          </p:nvPr>
        </p:nvSpPr>
        <p:spPr/>
        <p:txBody>
          <a:bodyPr/>
          <a:lstStyle/>
          <a:p>
            <a:r>
              <a:rPr lang="en-US" altLang="zh-CN" smtClean="0"/>
              <a:t>7.1.3 IPv6</a:t>
            </a:r>
            <a:r>
              <a:rPr lang="zh-CN" altLang="en-US" smtClean="0"/>
              <a:t>地址表示方式</a:t>
            </a:r>
            <a:endParaRPr lang="zh-CN" altLang="en-US" dirty="0"/>
          </a:p>
        </p:txBody>
      </p:sp>
      <p:sp>
        <p:nvSpPr>
          <p:cNvPr id="3" name="文本占位符 2">
            <a:extLst>
              <a:ext uri="{FF2B5EF4-FFF2-40B4-BE49-F238E27FC236}">
                <a16:creationId xmlns="" xmlns:a16="http://schemas.microsoft.com/office/drawing/2014/main" id="{FCD76C74-140B-489A-B5B5-506C6C03466D}"/>
              </a:ext>
            </a:extLst>
          </p:cNvPr>
          <p:cNvSpPr>
            <a:spLocks noGrp="1"/>
          </p:cNvSpPr>
          <p:nvPr>
            <p:ph type="body" sz="quarter" idx="10"/>
          </p:nvPr>
        </p:nvSpPr>
        <p:spPr/>
        <p:txBody>
          <a:bodyPr/>
          <a:lstStyle/>
          <a:p>
            <a:r>
              <a:rPr lang="en-US" altLang="zh-CN" dirty="0" smtClean="0"/>
              <a:t>IPv6</a:t>
            </a:r>
            <a:r>
              <a:rPr lang="zh-CN" altLang="en-US" dirty="0" smtClean="0"/>
              <a:t>地址网络位和主机位</a:t>
            </a:r>
            <a:endParaRPr lang="en-US" altLang="zh-CN" dirty="0" smtClean="0"/>
          </a:p>
          <a:p>
            <a:pPr lvl="1"/>
            <a:r>
              <a:rPr lang="en-US" altLang="zh-CN" dirty="0" smtClean="0"/>
              <a:t>IPv6</a:t>
            </a:r>
            <a:r>
              <a:rPr lang="zh-CN" altLang="en-US" dirty="0" smtClean="0"/>
              <a:t>地址也分为</a:t>
            </a:r>
            <a:r>
              <a:rPr lang="en-US" altLang="zh-CN" dirty="0" smtClean="0"/>
              <a:t>2</a:t>
            </a:r>
            <a:r>
              <a:rPr lang="zh-CN" altLang="en-US" dirty="0" smtClean="0"/>
              <a:t>部分</a:t>
            </a:r>
            <a:r>
              <a:rPr lang="zh-CN" altLang="en-US" dirty="0"/>
              <a:t>：</a:t>
            </a:r>
            <a:r>
              <a:rPr lang="zh-CN" altLang="en-US" dirty="0" smtClean="0"/>
              <a:t>网络位和主机位，为了区分这两部分，在</a:t>
            </a:r>
            <a:r>
              <a:rPr lang="en-US" altLang="zh-CN" dirty="0" smtClean="0"/>
              <a:t>IPv6</a:t>
            </a:r>
            <a:r>
              <a:rPr lang="zh-CN" altLang="en-US" dirty="0" smtClean="0"/>
              <a:t>地址后面加上</a:t>
            </a:r>
            <a:r>
              <a:rPr lang="en-US" altLang="zh-CN" dirty="0" smtClean="0"/>
              <a:t>"/</a:t>
            </a:r>
            <a:r>
              <a:rPr lang="zh-CN" altLang="en-US" dirty="0" smtClean="0"/>
              <a:t>数字（十进制）</a:t>
            </a:r>
            <a:r>
              <a:rPr lang="en-US" altLang="zh-CN" dirty="0" smtClean="0"/>
              <a:t>"</a:t>
            </a:r>
            <a:r>
              <a:rPr lang="zh-CN" altLang="en-US" dirty="0" smtClean="0"/>
              <a:t>的组合，数字用来确定从头开始的几位是网络位。</a:t>
            </a:r>
          </a:p>
          <a:p>
            <a:pPr lvl="2"/>
            <a:r>
              <a:rPr lang="zh-CN" altLang="en-US" dirty="0" smtClean="0"/>
              <a:t>例</a:t>
            </a:r>
            <a:r>
              <a:rPr lang="en-US" altLang="zh-CN" dirty="0" smtClean="0"/>
              <a:t>【2001::1/64】</a:t>
            </a:r>
            <a:endParaRPr lang="zh-CN" altLang="en-US" dirty="0" smtClean="0"/>
          </a:p>
          <a:p>
            <a:pPr lvl="1"/>
            <a:endParaRPr lang="zh-CN" altLang="en-US" dirty="0"/>
          </a:p>
        </p:txBody>
      </p:sp>
    </p:spTree>
    <p:extLst>
      <p:ext uri="{BB962C8B-B14F-4D97-AF65-F5344CB8AC3E}">
        <p14:creationId xmlns:p14="http://schemas.microsoft.com/office/powerpoint/2010/main" val="222551384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5945484F-C209-49F9-B76B-0E12EB519648}"/>
              </a:ext>
            </a:extLst>
          </p:cNvPr>
          <p:cNvSpPr>
            <a:spLocks noGrp="1"/>
          </p:cNvSpPr>
          <p:nvPr>
            <p:ph type="title"/>
          </p:nvPr>
        </p:nvSpPr>
        <p:spPr/>
        <p:txBody>
          <a:bodyPr/>
          <a:lstStyle/>
          <a:p>
            <a:r>
              <a:rPr lang="en-US" altLang="zh-CN" smtClean="0"/>
              <a:t>7.1.4 IPv6</a:t>
            </a:r>
            <a:r>
              <a:rPr lang="zh-CN" altLang="en-US" smtClean="0"/>
              <a:t>地址配置</a:t>
            </a:r>
            <a:endParaRPr lang="zh-CN" altLang="en-US" dirty="0"/>
          </a:p>
        </p:txBody>
      </p:sp>
      <p:sp>
        <p:nvSpPr>
          <p:cNvPr id="3" name="文本占位符 2">
            <a:extLst>
              <a:ext uri="{FF2B5EF4-FFF2-40B4-BE49-F238E27FC236}">
                <a16:creationId xmlns="" xmlns:a16="http://schemas.microsoft.com/office/drawing/2014/main" id="{7DEAC8E7-0462-461B-AF0B-0C21A9A338FA}"/>
              </a:ext>
            </a:extLst>
          </p:cNvPr>
          <p:cNvSpPr>
            <a:spLocks noGrp="1"/>
          </p:cNvSpPr>
          <p:nvPr>
            <p:ph type="body" sz="quarter" idx="10"/>
          </p:nvPr>
        </p:nvSpPr>
        <p:spPr/>
        <p:txBody>
          <a:bodyPr/>
          <a:lstStyle/>
          <a:p>
            <a:r>
              <a:rPr lang="zh-CN" altLang="en-US" smtClean="0"/>
              <a:t>案例</a:t>
            </a:r>
            <a:r>
              <a:rPr lang="en-US" altLang="zh-CN" smtClean="0"/>
              <a:t>7-1IPv6</a:t>
            </a:r>
            <a:r>
              <a:rPr lang="zh-CN" altLang="zh-CN" smtClean="0"/>
              <a:t>的基本配置</a:t>
            </a:r>
            <a:endParaRPr lang="en-US" altLang="zh-CN" smtClean="0"/>
          </a:p>
          <a:p>
            <a:pPr lvl="1"/>
            <a:r>
              <a:rPr lang="zh-CN" altLang="en-US" smtClean="0"/>
              <a:t>构建如下图所示的实训拓扑，按如下要求完成实训内容：</a:t>
            </a:r>
          </a:p>
          <a:p>
            <a:pPr lvl="2"/>
            <a:r>
              <a:rPr lang="zh-CN" altLang="en-US" smtClean="0"/>
              <a:t>（</a:t>
            </a:r>
            <a:r>
              <a:rPr lang="en-US" altLang="zh-CN" smtClean="0"/>
              <a:t>1</a:t>
            </a:r>
            <a:r>
              <a:rPr lang="zh-CN" altLang="en-US" smtClean="0"/>
              <a:t>）启用路由器的</a:t>
            </a:r>
            <a:r>
              <a:rPr lang="en-US" altLang="zh-CN" smtClean="0"/>
              <a:t>IPv6</a:t>
            </a:r>
            <a:r>
              <a:rPr lang="zh-CN" altLang="en-US" smtClean="0"/>
              <a:t>功能；</a:t>
            </a:r>
          </a:p>
          <a:p>
            <a:pPr lvl="2"/>
            <a:r>
              <a:rPr lang="zh-CN" altLang="en-US" smtClean="0"/>
              <a:t>（</a:t>
            </a:r>
            <a:r>
              <a:rPr lang="en-US" altLang="zh-CN" smtClean="0"/>
              <a:t>2</a:t>
            </a:r>
            <a:r>
              <a:rPr lang="zh-CN" altLang="en-US" smtClean="0"/>
              <a:t>）配置路由器接口的</a:t>
            </a:r>
            <a:r>
              <a:rPr lang="en-US" altLang="zh-CN" smtClean="0"/>
              <a:t>IPv6</a:t>
            </a:r>
            <a:r>
              <a:rPr lang="zh-CN" altLang="en-US" smtClean="0"/>
              <a:t>地址；</a:t>
            </a:r>
          </a:p>
          <a:p>
            <a:pPr lvl="2"/>
            <a:r>
              <a:rPr lang="zh-CN" altLang="en-US" smtClean="0"/>
              <a:t>（</a:t>
            </a:r>
            <a:r>
              <a:rPr lang="en-US" altLang="zh-CN" smtClean="0"/>
              <a:t>3</a:t>
            </a:r>
            <a:r>
              <a:rPr lang="zh-CN" altLang="en-US" smtClean="0"/>
              <a:t>）测试两台路由器的连通性。</a:t>
            </a:r>
          </a:p>
          <a:p>
            <a:pPr lvl="1"/>
            <a:endParaRPr lang="zh-CN" altLang="en-US" dirty="0"/>
          </a:p>
        </p:txBody>
      </p:sp>
      <p:pic>
        <p:nvPicPr>
          <p:cNvPr id="4" name="图片 3">
            <a:extLst>
              <a:ext uri="{FF2B5EF4-FFF2-40B4-BE49-F238E27FC236}">
                <a16:creationId xmlns="" xmlns:a16="http://schemas.microsoft.com/office/drawing/2014/main" id="{808BA215-9564-48D1-B565-22E1825E9B22}"/>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2997490" y="3822441"/>
            <a:ext cx="6197019" cy="1390033"/>
          </a:xfrm>
          <a:prstGeom prst="rect">
            <a:avLst/>
          </a:prstGeom>
          <a:noFill/>
          <a:ln>
            <a:noFill/>
          </a:ln>
        </p:spPr>
      </p:pic>
    </p:spTree>
    <p:extLst>
      <p:ext uri="{BB962C8B-B14F-4D97-AF65-F5344CB8AC3E}">
        <p14:creationId xmlns:p14="http://schemas.microsoft.com/office/powerpoint/2010/main" val="416645234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604A748C-B8DC-42C5-9FCE-13EB9691EE80}"/>
              </a:ext>
            </a:extLst>
          </p:cNvPr>
          <p:cNvSpPr>
            <a:spLocks noGrp="1"/>
          </p:cNvSpPr>
          <p:nvPr>
            <p:ph type="title"/>
          </p:nvPr>
        </p:nvSpPr>
        <p:spPr/>
        <p:txBody>
          <a:bodyPr/>
          <a:lstStyle/>
          <a:p>
            <a:r>
              <a:rPr lang="en-US" altLang="zh-CN" smtClean="0"/>
              <a:t>7.1.4 IPv6</a:t>
            </a:r>
            <a:r>
              <a:rPr lang="zh-CN" altLang="en-US" smtClean="0"/>
              <a:t>地址配置</a:t>
            </a:r>
            <a:endParaRPr lang="zh-CN" altLang="en-US" dirty="0"/>
          </a:p>
        </p:txBody>
      </p:sp>
      <p:sp>
        <p:nvSpPr>
          <p:cNvPr id="3" name="文本占位符 2">
            <a:extLst>
              <a:ext uri="{FF2B5EF4-FFF2-40B4-BE49-F238E27FC236}">
                <a16:creationId xmlns="" xmlns:a16="http://schemas.microsoft.com/office/drawing/2014/main" id="{BDF9950D-DCBF-4F94-83CE-E70200FD643D}"/>
              </a:ext>
            </a:extLst>
          </p:cNvPr>
          <p:cNvSpPr>
            <a:spLocks noGrp="1"/>
          </p:cNvSpPr>
          <p:nvPr>
            <p:ph type="body" sz="quarter" idx="10"/>
          </p:nvPr>
        </p:nvSpPr>
        <p:spPr/>
        <p:txBody>
          <a:bodyPr/>
          <a:lstStyle/>
          <a:p>
            <a:r>
              <a:rPr lang="zh-CN" altLang="en-US" dirty="0" smtClean="0"/>
              <a:t>案例</a:t>
            </a:r>
            <a:r>
              <a:rPr lang="en-US" altLang="zh-CN" dirty="0" smtClean="0"/>
              <a:t>7-1</a:t>
            </a:r>
            <a:r>
              <a:rPr lang="zh-CN" altLang="en-US" dirty="0" smtClean="0"/>
              <a:t>配置步骤</a:t>
            </a:r>
            <a:r>
              <a:rPr lang="en-US" altLang="zh-CN" dirty="0" smtClean="0"/>
              <a:t>1</a:t>
            </a:r>
          </a:p>
          <a:p>
            <a:pPr lvl="1"/>
            <a:r>
              <a:rPr lang="zh-CN" altLang="zh-CN" dirty="0" smtClean="0"/>
              <a:t>在路由器</a:t>
            </a:r>
            <a:r>
              <a:rPr lang="en-US" altLang="zh-CN" dirty="0" smtClean="0"/>
              <a:t>R1</a:t>
            </a:r>
            <a:r>
              <a:rPr lang="zh-CN" altLang="zh-CN" dirty="0" smtClean="0"/>
              <a:t>启用</a:t>
            </a:r>
            <a:r>
              <a:rPr lang="en-US" altLang="zh-CN" dirty="0" smtClean="0"/>
              <a:t>IPv6</a:t>
            </a:r>
            <a:r>
              <a:rPr lang="zh-CN" altLang="zh-CN" dirty="0" smtClean="0"/>
              <a:t>功能，在</a:t>
            </a:r>
            <a:r>
              <a:rPr lang="en-US" altLang="zh-CN" dirty="0" smtClean="0"/>
              <a:t>G0/0/1</a:t>
            </a:r>
            <a:r>
              <a:rPr lang="zh-CN" altLang="zh-CN" dirty="0" smtClean="0"/>
              <a:t>接口上配置</a:t>
            </a:r>
            <a:r>
              <a:rPr lang="en-US" altLang="zh-CN" dirty="0" smtClean="0"/>
              <a:t>IPv6</a:t>
            </a:r>
            <a:r>
              <a:rPr lang="zh-CN" altLang="zh-CN" dirty="0" smtClean="0"/>
              <a:t>地址。</a:t>
            </a:r>
          </a:p>
          <a:p>
            <a:pPr lvl="1"/>
            <a:endParaRPr lang="zh-CN" altLang="en-US" dirty="0"/>
          </a:p>
        </p:txBody>
      </p:sp>
      <p:graphicFrame>
        <p:nvGraphicFramePr>
          <p:cNvPr id="9" name="表格 8">
            <a:extLst>
              <a:ext uri="{FF2B5EF4-FFF2-40B4-BE49-F238E27FC236}">
                <a16:creationId xmlns="" xmlns:a16="http://schemas.microsoft.com/office/drawing/2014/main" id="{D8B67AF9-7565-4029-8A27-00F6E11BE414}"/>
              </a:ext>
            </a:extLst>
          </p:cNvPr>
          <p:cNvGraphicFramePr>
            <a:graphicFrameLocks noGrp="1"/>
          </p:cNvGraphicFramePr>
          <p:nvPr>
            <p:extLst>
              <p:ext uri="{D42A27DB-BD31-4B8C-83A1-F6EECF244321}">
                <p14:modId xmlns:p14="http://schemas.microsoft.com/office/powerpoint/2010/main" val="1159378503"/>
              </p:ext>
            </p:extLst>
          </p:nvPr>
        </p:nvGraphicFramePr>
        <p:xfrm>
          <a:off x="911225" y="2423540"/>
          <a:ext cx="10360800" cy="3062860"/>
        </p:xfrm>
        <a:graphic>
          <a:graphicData uri="http://schemas.openxmlformats.org/drawingml/2006/table">
            <a:tbl>
              <a:tblPr firstRow="1" firstCol="1" bandRow="1"/>
              <a:tblGrid>
                <a:gridCol w="10360800">
                  <a:extLst>
                    <a:ext uri="{9D8B030D-6E8A-4147-A177-3AD203B41FA5}">
                      <a16:colId xmlns="" xmlns:a16="http://schemas.microsoft.com/office/drawing/2014/main" val="2149257214"/>
                    </a:ext>
                  </a:extLst>
                </a:gridCol>
              </a:tblGrid>
              <a:tr h="3062860">
                <a:tc>
                  <a:txBody>
                    <a:bodyPr/>
                    <a:lstStyle/>
                    <a:p>
                      <a:pPr indent="0" algn="just">
                        <a:lnSpc>
                          <a:spcPct val="150000"/>
                        </a:lnSpc>
                        <a:spcAft>
                          <a:spcPts val="0"/>
                        </a:spcAft>
                      </a:pPr>
                      <a:r>
                        <a:rPr lang="en-US" sz="2199" kern="1200" baseline="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&lt;Huawei&gt;system-view </a:t>
                      </a:r>
                      <a:endParaRPr lang="zh-CN" altLang="en-US" sz="2199" kern="1200" baseline="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endParaRPr>
                    </a:p>
                    <a:p>
                      <a:pPr indent="0" algn="just">
                        <a:lnSpc>
                          <a:spcPct val="150000"/>
                        </a:lnSpc>
                        <a:spcAft>
                          <a:spcPts val="0"/>
                        </a:spcAft>
                      </a:pPr>
                      <a:r>
                        <a:rPr lang="en-US" sz="2199" kern="1200" baseline="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[Huawei]</a:t>
                      </a:r>
                      <a:r>
                        <a:rPr lang="en-US" sz="2199" kern="1200" baseline="0" dirty="0" err="1">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sysname</a:t>
                      </a:r>
                      <a:r>
                        <a:rPr lang="en-US" sz="2199" kern="1200" baseline="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 R1</a:t>
                      </a:r>
                      <a:endParaRPr lang="zh-CN" altLang="en-US" sz="2199" kern="1200" baseline="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endParaRPr>
                    </a:p>
                    <a:p>
                      <a:pPr indent="0" algn="just">
                        <a:lnSpc>
                          <a:spcPct val="150000"/>
                        </a:lnSpc>
                        <a:spcAft>
                          <a:spcPts val="0"/>
                        </a:spcAft>
                      </a:pPr>
                      <a:r>
                        <a:rPr lang="en-US" sz="2199" kern="1200" baseline="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[R1]ipv6</a:t>
                      </a:r>
                      <a:endParaRPr lang="zh-CN" altLang="en-US" sz="2199" kern="1200" baseline="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endParaRPr>
                    </a:p>
                    <a:p>
                      <a:pPr indent="0" algn="just">
                        <a:lnSpc>
                          <a:spcPct val="150000"/>
                        </a:lnSpc>
                        <a:spcAft>
                          <a:spcPts val="0"/>
                        </a:spcAft>
                      </a:pPr>
                      <a:r>
                        <a:rPr lang="en-US" sz="2199" kern="1200" baseline="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[R1]interface </a:t>
                      </a:r>
                      <a:r>
                        <a:rPr lang="en-US" sz="2199" kern="1200" baseline="0" dirty="0" err="1">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GigabitEthernet</a:t>
                      </a:r>
                      <a:r>
                        <a:rPr lang="en-US" sz="2199" kern="1200" baseline="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 0/0/1</a:t>
                      </a:r>
                      <a:endParaRPr lang="zh-CN" altLang="en-US" sz="2199" kern="1200" baseline="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endParaRPr>
                    </a:p>
                    <a:p>
                      <a:pPr indent="0" algn="just">
                        <a:lnSpc>
                          <a:spcPct val="150000"/>
                        </a:lnSpc>
                        <a:spcAft>
                          <a:spcPts val="0"/>
                        </a:spcAft>
                      </a:pPr>
                      <a:r>
                        <a:rPr lang="en-US" sz="2199" kern="1200" baseline="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[R1-GigabitEthernet0/0/1]ipv6 enable </a:t>
                      </a:r>
                      <a:endParaRPr lang="zh-CN" altLang="en-US" sz="2199" kern="1200" baseline="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endParaRPr>
                    </a:p>
                    <a:p>
                      <a:pPr indent="0" algn="just">
                        <a:lnSpc>
                          <a:spcPct val="150000"/>
                        </a:lnSpc>
                        <a:spcAft>
                          <a:spcPts val="0"/>
                        </a:spcAft>
                      </a:pPr>
                      <a:r>
                        <a:rPr lang="en-US" sz="2199" kern="1200" baseline="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[R1-GigabitEthernet0/0/1]ipv6 address 2001::1/64</a:t>
                      </a:r>
                      <a:endParaRPr lang="zh-CN" altLang="en-US" sz="2199" kern="1200" baseline="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endParaRPr>
                    </a:p>
                  </a:txBody>
                  <a:tcPr marL="68580" marR="68580" marT="0" marB="0">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noFill/>
                      <a:prstDash val="dash"/>
                      <a:round/>
                      <a:headEnd type="none" w="med" len="med"/>
                      <a:tailEnd type="none" w="med" len="med"/>
                    </a:lnT>
                    <a:lnB w="12700" cap="flat" cmpd="sng" algn="ctr">
                      <a:noFill/>
                      <a:prstDash val="dash"/>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 xmlns:a16="http://schemas.microsoft.com/office/drawing/2014/main" val="3794956937"/>
                  </a:ext>
                </a:extLst>
              </a:tr>
            </a:tbl>
          </a:graphicData>
        </a:graphic>
      </p:graphicFrame>
    </p:spTree>
    <p:extLst>
      <p:ext uri="{BB962C8B-B14F-4D97-AF65-F5344CB8AC3E}">
        <p14:creationId xmlns:p14="http://schemas.microsoft.com/office/powerpoint/2010/main" val="166770478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604A748C-B8DC-42C5-9FCE-13EB9691EE80}"/>
              </a:ext>
            </a:extLst>
          </p:cNvPr>
          <p:cNvSpPr>
            <a:spLocks noGrp="1"/>
          </p:cNvSpPr>
          <p:nvPr>
            <p:ph type="title"/>
          </p:nvPr>
        </p:nvSpPr>
        <p:spPr/>
        <p:txBody>
          <a:bodyPr/>
          <a:lstStyle/>
          <a:p>
            <a:r>
              <a:rPr lang="en-US" altLang="zh-CN" smtClean="0"/>
              <a:t>7.1.4 IPv6</a:t>
            </a:r>
            <a:r>
              <a:rPr lang="zh-CN" altLang="en-US" smtClean="0"/>
              <a:t>地址配置</a:t>
            </a:r>
            <a:endParaRPr lang="zh-CN" altLang="en-US" dirty="0"/>
          </a:p>
        </p:txBody>
      </p:sp>
      <p:sp>
        <p:nvSpPr>
          <p:cNvPr id="3" name="文本占位符 2">
            <a:extLst>
              <a:ext uri="{FF2B5EF4-FFF2-40B4-BE49-F238E27FC236}">
                <a16:creationId xmlns="" xmlns:a16="http://schemas.microsoft.com/office/drawing/2014/main" id="{BDF9950D-DCBF-4F94-83CE-E70200FD643D}"/>
              </a:ext>
            </a:extLst>
          </p:cNvPr>
          <p:cNvSpPr>
            <a:spLocks noGrp="1"/>
          </p:cNvSpPr>
          <p:nvPr>
            <p:ph type="body" sz="quarter" idx="10"/>
          </p:nvPr>
        </p:nvSpPr>
        <p:spPr/>
        <p:txBody>
          <a:bodyPr/>
          <a:lstStyle/>
          <a:p>
            <a:r>
              <a:rPr lang="zh-CN" altLang="en-US" smtClean="0"/>
              <a:t>案例</a:t>
            </a:r>
            <a:r>
              <a:rPr lang="en-US" altLang="zh-CN" smtClean="0"/>
              <a:t>7-1</a:t>
            </a:r>
            <a:r>
              <a:rPr lang="zh-CN" altLang="en-US" smtClean="0"/>
              <a:t>配置步骤</a:t>
            </a:r>
            <a:r>
              <a:rPr lang="en-US" altLang="zh-CN" smtClean="0"/>
              <a:t>2</a:t>
            </a:r>
          </a:p>
          <a:p>
            <a:pPr lvl="1"/>
            <a:r>
              <a:rPr lang="zh-CN" altLang="en-US" smtClean="0"/>
              <a:t>在路由器</a:t>
            </a:r>
            <a:r>
              <a:rPr lang="en-US" altLang="zh-CN" smtClean="0"/>
              <a:t>R2</a:t>
            </a:r>
            <a:r>
              <a:rPr lang="zh-CN" altLang="en-US" smtClean="0"/>
              <a:t>启用</a:t>
            </a:r>
            <a:r>
              <a:rPr lang="en-US" altLang="zh-CN" smtClean="0"/>
              <a:t>IPv6</a:t>
            </a:r>
            <a:r>
              <a:rPr lang="zh-CN" altLang="en-US" smtClean="0"/>
              <a:t>功能，在</a:t>
            </a:r>
            <a:r>
              <a:rPr lang="en-US" altLang="zh-CN" smtClean="0"/>
              <a:t>G0/0/1</a:t>
            </a:r>
            <a:r>
              <a:rPr lang="zh-CN" altLang="en-US" smtClean="0"/>
              <a:t>接口上配置</a:t>
            </a:r>
            <a:r>
              <a:rPr lang="en-US" altLang="zh-CN" smtClean="0"/>
              <a:t>IPv6</a:t>
            </a:r>
            <a:r>
              <a:rPr lang="zh-CN" altLang="en-US" smtClean="0"/>
              <a:t>地址。</a:t>
            </a:r>
            <a:endParaRPr lang="zh-CN" altLang="en-US" dirty="0"/>
          </a:p>
        </p:txBody>
      </p:sp>
      <p:graphicFrame>
        <p:nvGraphicFramePr>
          <p:cNvPr id="8" name="表格 7">
            <a:extLst>
              <a:ext uri="{FF2B5EF4-FFF2-40B4-BE49-F238E27FC236}">
                <a16:creationId xmlns="" xmlns:a16="http://schemas.microsoft.com/office/drawing/2014/main" id="{D937BB22-4B7F-46F5-B7C9-6E1285731BDC}"/>
              </a:ext>
            </a:extLst>
          </p:cNvPr>
          <p:cNvGraphicFramePr>
            <a:graphicFrameLocks noGrp="1"/>
          </p:cNvGraphicFramePr>
          <p:nvPr>
            <p:extLst>
              <p:ext uri="{D42A27DB-BD31-4B8C-83A1-F6EECF244321}">
                <p14:modId xmlns:p14="http://schemas.microsoft.com/office/powerpoint/2010/main" val="1668972214"/>
              </p:ext>
            </p:extLst>
          </p:nvPr>
        </p:nvGraphicFramePr>
        <p:xfrm>
          <a:off x="2818289" y="2423160"/>
          <a:ext cx="6555423" cy="2011680"/>
        </p:xfrm>
        <a:graphic>
          <a:graphicData uri="http://schemas.openxmlformats.org/drawingml/2006/table">
            <a:tbl>
              <a:tblPr firstRow="1" firstCol="1" bandRow="1"/>
              <a:tblGrid>
                <a:gridCol w="6555423">
                  <a:extLst>
                    <a:ext uri="{9D8B030D-6E8A-4147-A177-3AD203B41FA5}">
                      <a16:colId xmlns="" xmlns:a16="http://schemas.microsoft.com/office/drawing/2014/main" val="1945371573"/>
                    </a:ext>
                  </a:extLst>
                </a:gridCol>
              </a:tblGrid>
              <a:tr h="0">
                <a:tc>
                  <a:txBody>
                    <a:bodyPr/>
                    <a:lstStyle/>
                    <a:p>
                      <a:pPr indent="0" algn="just">
                        <a:spcAft>
                          <a:spcPts val="0"/>
                        </a:spcAft>
                      </a:pPr>
                      <a:r>
                        <a:rPr lang="en-US" sz="2200" kern="100" baseline="0" dirty="0">
                          <a:effectLst/>
                          <a:latin typeface="Huawei Sans" panose="020C0503030203020204" pitchFamily="34" charset="0"/>
                          <a:ea typeface="宋体" panose="02010600030101010101" pitchFamily="2" charset="-122"/>
                          <a:cs typeface="Times New Roman" panose="02020603050405020304" pitchFamily="18" charset="0"/>
                        </a:rPr>
                        <a:t>&lt;Huawei&gt;system-view </a:t>
                      </a:r>
                      <a:endParaRPr lang="zh-CN" sz="2200" kern="100" baseline="0" dirty="0">
                        <a:effectLst/>
                        <a:latin typeface="Huawei Sans" panose="020C0503030203020204" pitchFamily="34" charset="0"/>
                        <a:ea typeface="宋体" panose="02010600030101010101" pitchFamily="2" charset="-122"/>
                        <a:cs typeface="Times New Roman" panose="02020603050405020304" pitchFamily="18" charset="0"/>
                      </a:endParaRPr>
                    </a:p>
                    <a:p>
                      <a:pPr indent="0" algn="just">
                        <a:spcAft>
                          <a:spcPts val="0"/>
                        </a:spcAft>
                      </a:pPr>
                      <a:r>
                        <a:rPr lang="en-US" sz="2200" kern="100" baseline="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[Huawei]</a:t>
                      </a:r>
                      <a:r>
                        <a:rPr lang="en-US" sz="2200" kern="100" baseline="0" dirty="0" err="1">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sysname</a:t>
                      </a:r>
                      <a:r>
                        <a:rPr lang="en-US" sz="2200" kern="100" baseline="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 R2</a:t>
                      </a:r>
                      <a:endParaRPr lang="zh-CN" sz="2200" kern="100" baseline="0" dirty="0">
                        <a:effectLst/>
                        <a:latin typeface="Huawei Sans" panose="020C0503030203020204" pitchFamily="34" charset="0"/>
                        <a:ea typeface="宋体" panose="02010600030101010101" pitchFamily="2" charset="-122"/>
                        <a:cs typeface="Times New Roman" panose="02020603050405020304" pitchFamily="18" charset="0"/>
                      </a:endParaRPr>
                    </a:p>
                    <a:p>
                      <a:pPr indent="0" algn="just">
                        <a:spcAft>
                          <a:spcPts val="0"/>
                        </a:spcAft>
                      </a:pPr>
                      <a:r>
                        <a:rPr lang="en-US" sz="2200" kern="100" baseline="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[R2]ipv6</a:t>
                      </a:r>
                      <a:endParaRPr lang="zh-CN" sz="2200" kern="100" baseline="0" dirty="0">
                        <a:effectLst/>
                        <a:latin typeface="Huawei Sans" panose="020C0503030203020204" pitchFamily="34" charset="0"/>
                        <a:ea typeface="宋体" panose="02010600030101010101" pitchFamily="2" charset="-122"/>
                        <a:cs typeface="Times New Roman" panose="02020603050405020304" pitchFamily="18" charset="0"/>
                      </a:endParaRPr>
                    </a:p>
                    <a:p>
                      <a:pPr indent="0" algn="just">
                        <a:spcAft>
                          <a:spcPts val="0"/>
                        </a:spcAft>
                      </a:pPr>
                      <a:r>
                        <a:rPr lang="en-US" sz="2200" kern="100" baseline="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[R2]interface </a:t>
                      </a:r>
                      <a:r>
                        <a:rPr lang="en-US" sz="2200" kern="100" baseline="0" dirty="0" err="1">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GigabitEthernet</a:t>
                      </a:r>
                      <a:r>
                        <a:rPr lang="en-US" sz="2200" kern="100" baseline="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 0/0/1</a:t>
                      </a:r>
                      <a:endParaRPr lang="zh-CN" sz="2200" kern="100" baseline="0" dirty="0">
                        <a:effectLst/>
                        <a:latin typeface="Huawei Sans" panose="020C0503030203020204" pitchFamily="34" charset="0"/>
                        <a:ea typeface="宋体" panose="02010600030101010101" pitchFamily="2" charset="-122"/>
                        <a:cs typeface="Times New Roman" panose="02020603050405020304" pitchFamily="18" charset="0"/>
                      </a:endParaRPr>
                    </a:p>
                    <a:p>
                      <a:pPr indent="0" algn="just">
                        <a:spcAft>
                          <a:spcPts val="0"/>
                        </a:spcAft>
                      </a:pPr>
                      <a:r>
                        <a:rPr lang="en-US" sz="2200" kern="100" baseline="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[R2-GigabitEthernet0/0/1]ipv6 enable </a:t>
                      </a:r>
                      <a:endParaRPr lang="zh-CN" sz="2200" kern="100" baseline="0" dirty="0">
                        <a:effectLst/>
                        <a:latin typeface="Huawei Sans" panose="020C0503030203020204" pitchFamily="34" charset="0"/>
                        <a:ea typeface="宋体" panose="02010600030101010101" pitchFamily="2" charset="-122"/>
                        <a:cs typeface="Times New Roman" panose="02020603050405020304" pitchFamily="18" charset="0"/>
                      </a:endParaRPr>
                    </a:p>
                    <a:p>
                      <a:pPr indent="0" algn="just">
                        <a:spcAft>
                          <a:spcPts val="0"/>
                        </a:spcAft>
                      </a:pPr>
                      <a:r>
                        <a:rPr lang="en-US" sz="2200" kern="100" baseline="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[R2-GigabitEthernet0/0/1]ipv6 address 2001::2/64</a:t>
                      </a:r>
                      <a:endParaRPr lang="zh-CN" sz="2200" kern="100" baseline="0" dirty="0">
                        <a:effectLst/>
                        <a:latin typeface="Huawei Sans" panose="020C050303020302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solidFill>
                      <a:srgbClr val="F2F2F2"/>
                    </a:solidFill>
                  </a:tcPr>
                </a:tc>
                <a:extLst>
                  <a:ext uri="{0D108BD9-81ED-4DB2-BD59-A6C34878D82A}">
                    <a16:rowId xmlns="" xmlns:a16="http://schemas.microsoft.com/office/drawing/2014/main" val="3532761795"/>
                  </a:ext>
                </a:extLst>
              </a:tr>
            </a:tbl>
          </a:graphicData>
        </a:graphic>
      </p:graphicFrame>
    </p:spTree>
    <p:extLst>
      <p:ext uri="{BB962C8B-B14F-4D97-AF65-F5344CB8AC3E}">
        <p14:creationId xmlns:p14="http://schemas.microsoft.com/office/powerpoint/2010/main" val="184073701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97EF664C-91C5-4911-8383-E282F94ACCCE}"/>
              </a:ext>
            </a:extLst>
          </p:cNvPr>
          <p:cNvSpPr>
            <a:spLocks noGrp="1"/>
          </p:cNvSpPr>
          <p:nvPr>
            <p:ph type="title"/>
          </p:nvPr>
        </p:nvSpPr>
        <p:spPr/>
        <p:txBody>
          <a:bodyPr/>
          <a:lstStyle/>
          <a:p>
            <a:r>
              <a:rPr lang="en-US" altLang="zh-CN" smtClean="0"/>
              <a:t>7.1.4 IPv6</a:t>
            </a:r>
            <a:r>
              <a:rPr lang="zh-CN" altLang="en-US" smtClean="0"/>
              <a:t>地址配置</a:t>
            </a:r>
            <a:endParaRPr lang="zh-CN" altLang="en-US" dirty="0"/>
          </a:p>
        </p:txBody>
      </p:sp>
      <p:sp>
        <p:nvSpPr>
          <p:cNvPr id="3" name="文本占位符 2">
            <a:extLst>
              <a:ext uri="{FF2B5EF4-FFF2-40B4-BE49-F238E27FC236}">
                <a16:creationId xmlns="" xmlns:a16="http://schemas.microsoft.com/office/drawing/2014/main" id="{CA9A168B-32EA-40D7-81FD-9C3511ACC8E0}"/>
              </a:ext>
            </a:extLst>
          </p:cNvPr>
          <p:cNvSpPr>
            <a:spLocks noGrp="1"/>
          </p:cNvSpPr>
          <p:nvPr>
            <p:ph type="body" sz="quarter" idx="10"/>
          </p:nvPr>
        </p:nvSpPr>
        <p:spPr/>
        <p:txBody>
          <a:bodyPr/>
          <a:lstStyle/>
          <a:p>
            <a:r>
              <a:rPr lang="zh-CN" altLang="en-US" smtClean="0"/>
              <a:t>案例</a:t>
            </a:r>
            <a:r>
              <a:rPr lang="en-US" altLang="zh-CN" smtClean="0"/>
              <a:t>7-1</a:t>
            </a:r>
            <a:r>
              <a:rPr lang="zh-CN" altLang="en-US" smtClean="0"/>
              <a:t>验证</a:t>
            </a:r>
            <a:r>
              <a:rPr lang="en-US" altLang="zh-CN" smtClean="0"/>
              <a:t>1</a:t>
            </a:r>
          </a:p>
          <a:p>
            <a:pPr lvl="1"/>
            <a:r>
              <a:rPr lang="zh-CN" altLang="en-US" smtClean="0"/>
              <a:t>在路由器上通过</a:t>
            </a:r>
            <a:r>
              <a:rPr lang="en-US" altLang="zh-CN" smtClean="0"/>
              <a:t>【display ipv6 interface brief】</a:t>
            </a:r>
            <a:r>
              <a:rPr lang="zh-CN" altLang="en-US" smtClean="0"/>
              <a:t>命令查看路由器接口的</a:t>
            </a:r>
            <a:r>
              <a:rPr lang="en-US" altLang="zh-CN" smtClean="0"/>
              <a:t>IPv6</a:t>
            </a:r>
            <a:r>
              <a:rPr lang="zh-CN" altLang="en-US" smtClean="0"/>
              <a:t>地址信息。</a:t>
            </a:r>
            <a:endParaRPr lang="zh-CN" altLang="en-US" dirty="0"/>
          </a:p>
        </p:txBody>
      </p:sp>
      <p:graphicFrame>
        <p:nvGraphicFramePr>
          <p:cNvPr id="9" name="表格 8">
            <a:extLst>
              <a:ext uri="{FF2B5EF4-FFF2-40B4-BE49-F238E27FC236}">
                <a16:creationId xmlns="" xmlns:a16="http://schemas.microsoft.com/office/drawing/2014/main" id="{CA1A7BCC-47F9-4D0D-8379-14A672AD149C}"/>
              </a:ext>
            </a:extLst>
          </p:cNvPr>
          <p:cNvGraphicFramePr>
            <a:graphicFrameLocks noGrp="1"/>
          </p:cNvGraphicFramePr>
          <p:nvPr>
            <p:extLst>
              <p:ext uri="{D42A27DB-BD31-4B8C-83A1-F6EECF244321}">
                <p14:modId xmlns:p14="http://schemas.microsoft.com/office/powerpoint/2010/main" val="200086455"/>
              </p:ext>
            </p:extLst>
          </p:nvPr>
        </p:nvGraphicFramePr>
        <p:xfrm>
          <a:off x="2659539" y="2255520"/>
          <a:ext cx="6872923" cy="2346960"/>
        </p:xfrm>
        <a:graphic>
          <a:graphicData uri="http://schemas.openxmlformats.org/drawingml/2006/table">
            <a:tbl>
              <a:tblPr firstRow="1" firstCol="1" bandRow="1"/>
              <a:tblGrid>
                <a:gridCol w="6872923">
                  <a:extLst>
                    <a:ext uri="{9D8B030D-6E8A-4147-A177-3AD203B41FA5}">
                      <a16:colId xmlns="" xmlns:a16="http://schemas.microsoft.com/office/drawing/2014/main" val="1260996761"/>
                    </a:ext>
                  </a:extLst>
                </a:gridCol>
              </a:tblGrid>
              <a:tr h="0">
                <a:tc>
                  <a:txBody>
                    <a:bodyPr/>
                    <a:lstStyle/>
                    <a:p>
                      <a:pPr indent="0" algn="just">
                        <a:spcAft>
                          <a:spcPts val="0"/>
                        </a:spcAft>
                      </a:pPr>
                      <a:r>
                        <a:rPr lang="en-US" sz="2200" kern="100" baseline="0" dirty="0">
                          <a:effectLst/>
                          <a:latin typeface="Huawei Sans" panose="020C0503030203020204" pitchFamily="34" charset="0"/>
                          <a:ea typeface="宋体" panose="02010600030101010101" pitchFamily="2" charset="-122"/>
                          <a:cs typeface="Times New Roman" panose="02020603050405020304" pitchFamily="18" charset="0"/>
                        </a:rPr>
                        <a:t>[R1]display ipv6 interface brief</a:t>
                      </a:r>
                      <a:endParaRPr lang="zh-CN" sz="2200" kern="100" baseline="0" dirty="0">
                        <a:effectLst/>
                        <a:latin typeface="Huawei Sans" panose="020C0503030203020204" pitchFamily="34" charset="0"/>
                        <a:ea typeface="宋体" panose="02010600030101010101" pitchFamily="2" charset="-122"/>
                        <a:cs typeface="Times New Roman" panose="02020603050405020304" pitchFamily="18" charset="0"/>
                      </a:endParaRPr>
                    </a:p>
                    <a:p>
                      <a:pPr indent="0" algn="just">
                        <a:spcAft>
                          <a:spcPts val="0"/>
                        </a:spcAft>
                      </a:pPr>
                      <a:r>
                        <a:rPr lang="en-US" sz="2200" kern="100" baseline="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*down: administratively down</a:t>
                      </a:r>
                      <a:endParaRPr lang="zh-CN" sz="2200" kern="100" baseline="0" dirty="0">
                        <a:effectLst/>
                        <a:latin typeface="Huawei Sans" panose="020C0503030203020204" pitchFamily="34" charset="0"/>
                        <a:ea typeface="宋体" panose="02010600030101010101" pitchFamily="2" charset="-122"/>
                        <a:cs typeface="Times New Roman" panose="02020603050405020304" pitchFamily="18" charset="0"/>
                      </a:endParaRPr>
                    </a:p>
                    <a:p>
                      <a:pPr indent="0" algn="just">
                        <a:spcAft>
                          <a:spcPts val="0"/>
                        </a:spcAft>
                      </a:pPr>
                      <a:r>
                        <a:rPr lang="en-US" sz="2200" kern="100" baseline="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(l): loopback</a:t>
                      </a:r>
                      <a:endParaRPr lang="zh-CN" sz="2200" kern="100" baseline="0" dirty="0">
                        <a:effectLst/>
                        <a:latin typeface="Huawei Sans" panose="020C0503030203020204" pitchFamily="34" charset="0"/>
                        <a:ea typeface="宋体" panose="02010600030101010101" pitchFamily="2" charset="-122"/>
                        <a:cs typeface="Times New Roman" panose="02020603050405020304" pitchFamily="18" charset="0"/>
                      </a:endParaRPr>
                    </a:p>
                    <a:p>
                      <a:pPr indent="0" algn="just">
                        <a:spcAft>
                          <a:spcPts val="0"/>
                        </a:spcAft>
                      </a:pPr>
                      <a:r>
                        <a:rPr lang="en-US" sz="2200" kern="100" baseline="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(s): spoofing</a:t>
                      </a:r>
                      <a:endParaRPr lang="zh-CN" sz="2200" kern="100" baseline="0" dirty="0">
                        <a:effectLst/>
                        <a:latin typeface="Huawei Sans" panose="020C0503030203020204" pitchFamily="34" charset="0"/>
                        <a:ea typeface="宋体" panose="02010600030101010101" pitchFamily="2" charset="-122"/>
                        <a:cs typeface="Times New Roman" panose="02020603050405020304" pitchFamily="18" charset="0"/>
                      </a:endParaRPr>
                    </a:p>
                    <a:p>
                      <a:pPr indent="0" algn="just">
                        <a:spcAft>
                          <a:spcPts val="0"/>
                        </a:spcAft>
                      </a:pPr>
                      <a:r>
                        <a:rPr lang="en-US" sz="2200" kern="100" baseline="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Interface                    Physical              Protocol   </a:t>
                      </a:r>
                      <a:endParaRPr lang="zh-CN" sz="2200" kern="100" baseline="0" dirty="0">
                        <a:effectLst/>
                        <a:latin typeface="Huawei Sans" panose="020C0503030203020204" pitchFamily="34" charset="0"/>
                        <a:ea typeface="宋体" panose="02010600030101010101" pitchFamily="2" charset="-122"/>
                        <a:cs typeface="Times New Roman" panose="02020603050405020304" pitchFamily="18" charset="0"/>
                      </a:endParaRPr>
                    </a:p>
                    <a:p>
                      <a:pPr indent="0" algn="just">
                        <a:spcAft>
                          <a:spcPts val="0"/>
                        </a:spcAft>
                      </a:pPr>
                      <a:r>
                        <a:rPr lang="en-US" sz="2200" kern="100" baseline="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GigabitEthernet0/0/1         up                    </a:t>
                      </a:r>
                      <a:r>
                        <a:rPr lang="en-US" sz="2200" kern="100" baseline="0" dirty="0" err="1">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up</a:t>
                      </a:r>
                      <a:r>
                        <a:rPr lang="en-US" sz="2200" kern="100" baseline="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         </a:t>
                      </a:r>
                      <a:endParaRPr lang="zh-CN" sz="2200" kern="100" baseline="0" dirty="0">
                        <a:effectLst/>
                        <a:latin typeface="Huawei Sans" panose="020C0503030203020204" pitchFamily="34" charset="0"/>
                        <a:ea typeface="宋体" panose="02010600030101010101" pitchFamily="2" charset="-122"/>
                        <a:cs typeface="Times New Roman" panose="02020603050405020304" pitchFamily="18" charset="0"/>
                      </a:endParaRPr>
                    </a:p>
                    <a:p>
                      <a:pPr indent="0" algn="just">
                        <a:spcAft>
                          <a:spcPts val="0"/>
                        </a:spcAft>
                      </a:pPr>
                      <a:r>
                        <a:rPr lang="en-US" sz="2200" kern="100" baseline="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[IPv6 Address] 2001::1</a:t>
                      </a:r>
                      <a:endParaRPr lang="zh-CN" sz="2200" kern="100" baseline="0" dirty="0">
                        <a:effectLst/>
                        <a:latin typeface="Huawei Sans" panose="020C050303020302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solidFill>
                      <a:srgbClr val="F2F2F2"/>
                    </a:solidFill>
                  </a:tcPr>
                </a:tc>
                <a:extLst>
                  <a:ext uri="{0D108BD9-81ED-4DB2-BD59-A6C34878D82A}">
                    <a16:rowId xmlns="" xmlns:a16="http://schemas.microsoft.com/office/drawing/2014/main" val="3212556300"/>
                  </a:ext>
                </a:extLst>
              </a:tr>
            </a:tbl>
          </a:graphicData>
        </a:graphic>
      </p:graphicFrame>
    </p:spTree>
    <p:extLst>
      <p:ext uri="{BB962C8B-B14F-4D97-AF65-F5344CB8AC3E}">
        <p14:creationId xmlns:p14="http://schemas.microsoft.com/office/powerpoint/2010/main" val="153356597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227A363E-6EFE-4CAA-BE01-B8E126747DE9}"/>
              </a:ext>
            </a:extLst>
          </p:cNvPr>
          <p:cNvSpPr>
            <a:spLocks noGrp="1"/>
          </p:cNvSpPr>
          <p:nvPr>
            <p:ph type="title"/>
          </p:nvPr>
        </p:nvSpPr>
        <p:spPr/>
        <p:txBody>
          <a:bodyPr/>
          <a:lstStyle/>
          <a:p>
            <a:r>
              <a:rPr lang="en-US" altLang="zh-CN" smtClean="0"/>
              <a:t>7.1.4 IPv6</a:t>
            </a:r>
            <a:r>
              <a:rPr lang="zh-CN" altLang="en-US" smtClean="0"/>
              <a:t>地址配置</a:t>
            </a:r>
            <a:endParaRPr lang="zh-CN" altLang="en-US" dirty="0"/>
          </a:p>
        </p:txBody>
      </p:sp>
      <p:sp>
        <p:nvSpPr>
          <p:cNvPr id="3" name="文本占位符 2">
            <a:extLst>
              <a:ext uri="{FF2B5EF4-FFF2-40B4-BE49-F238E27FC236}">
                <a16:creationId xmlns="" xmlns:a16="http://schemas.microsoft.com/office/drawing/2014/main" id="{4CC70B02-3F3C-4B01-BE62-A3E154CEFF81}"/>
              </a:ext>
            </a:extLst>
          </p:cNvPr>
          <p:cNvSpPr>
            <a:spLocks noGrp="1"/>
          </p:cNvSpPr>
          <p:nvPr>
            <p:ph type="body" sz="quarter" idx="10"/>
          </p:nvPr>
        </p:nvSpPr>
        <p:spPr/>
        <p:txBody>
          <a:bodyPr/>
          <a:lstStyle/>
          <a:p>
            <a:r>
              <a:rPr lang="zh-CN" altLang="en-US" smtClean="0"/>
              <a:t>案例</a:t>
            </a:r>
            <a:r>
              <a:rPr lang="en-US" altLang="zh-CN" smtClean="0"/>
              <a:t>7-1</a:t>
            </a:r>
            <a:r>
              <a:rPr lang="zh-CN" altLang="en-US" smtClean="0"/>
              <a:t>验证</a:t>
            </a:r>
            <a:r>
              <a:rPr lang="en-US" altLang="zh-CN" smtClean="0"/>
              <a:t>2</a:t>
            </a:r>
          </a:p>
          <a:p>
            <a:r>
              <a:rPr lang="zh-CN" altLang="zh-CN" smtClean="0"/>
              <a:t>在路由器上通过【</a:t>
            </a:r>
            <a:r>
              <a:rPr lang="en-US" altLang="zh-CN" smtClean="0"/>
              <a:t>ping</a:t>
            </a:r>
            <a:r>
              <a:rPr lang="zh-CN" altLang="zh-CN" smtClean="0"/>
              <a:t>】命令测试两台路由器</a:t>
            </a:r>
            <a:r>
              <a:rPr lang="en-US" altLang="zh-CN" smtClean="0"/>
              <a:t>IPv6</a:t>
            </a:r>
            <a:r>
              <a:rPr lang="zh-CN" altLang="zh-CN" smtClean="0"/>
              <a:t>地址的连通性。</a:t>
            </a:r>
            <a:endParaRPr lang="zh-CN" altLang="en-US" dirty="0"/>
          </a:p>
        </p:txBody>
      </p:sp>
      <p:graphicFrame>
        <p:nvGraphicFramePr>
          <p:cNvPr id="9" name="表格 8">
            <a:extLst>
              <a:ext uri="{FF2B5EF4-FFF2-40B4-BE49-F238E27FC236}">
                <a16:creationId xmlns="" xmlns:a16="http://schemas.microsoft.com/office/drawing/2014/main" id="{3E7ED3C1-CAD3-49E8-88DD-6495917F8ADC}"/>
              </a:ext>
            </a:extLst>
          </p:cNvPr>
          <p:cNvGraphicFramePr>
            <a:graphicFrameLocks noGrp="1"/>
          </p:cNvGraphicFramePr>
          <p:nvPr>
            <p:extLst>
              <p:ext uri="{D42A27DB-BD31-4B8C-83A1-F6EECF244321}">
                <p14:modId xmlns:p14="http://schemas.microsoft.com/office/powerpoint/2010/main" val="4289438258"/>
              </p:ext>
            </p:extLst>
          </p:nvPr>
        </p:nvGraphicFramePr>
        <p:xfrm>
          <a:off x="2561113" y="2424875"/>
          <a:ext cx="7069773" cy="4023360"/>
        </p:xfrm>
        <a:graphic>
          <a:graphicData uri="http://schemas.openxmlformats.org/drawingml/2006/table">
            <a:tbl>
              <a:tblPr firstRow="1" firstCol="1" bandRow="1"/>
              <a:tblGrid>
                <a:gridCol w="7069773">
                  <a:extLst>
                    <a:ext uri="{9D8B030D-6E8A-4147-A177-3AD203B41FA5}">
                      <a16:colId xmlns="" xmlns:a16="http://schemas.microsoft.com/office/drawing/2014/main" val="3208165779"/>
                    </a:ext>
                  </a:extLst>
                </a:gridCol>
              </a:tblGrid>
              <a:tr h="0">
                <a:tc>
                  <a:txBody>
                    <a:bodyPr/>
                    <a:lstStyle/>
                    <a:p>
                      <a:pPr indent="0" algn="just">
                        <a:spcAft>
                          <a:spcPts val="0"/>
                        </a:spcAft>
                      </a:pPr>
                      <a:r>
                        <a:rPr lang="en-US" sz="2200" kern="100" baseline="0" dirty="0">
                          <a:effectLst/>
                          <a:latin typeface="Huawei Sans" panose="020C0503030203020204" pitchFamily="34" charset="0"/>
                          <a:ea typeface="宋体" panose="02010600030101010101" pitchFamily="2" charset="-122"/>
                          <a:cs typeface="Times New Roman" panose="02020603050405020304" pitchFamily="18" charset="0"/>
                        </a:rPr>
                        <a:t>[R1]ping ipv6 2001::2</a:t>
                      </a:r>
                      <a:endParaRPr lang="zh-CN" sz="2200" kern="100" baseline="0" dirty="0">
                        <a:effectLst/>
                        <a:latin typeface="Huawei Sans" panose="020C0503030203020204" pitchFamily="34" charset="0"/>
                        <a:ea typeface="宋体" panose="02010600030101010101" pitchFamily="2" charset="-122"/>
                        <a:cs typeface="Times New Roman" panose="02020603050405020304" pitchFamily="18" charset="0"/>
                      </a:endParaRPr>
                    </a:p>
                    <a:p>
                      <a:pPr indent="0" algn="just">
                        <a:spcAft>
                          <a:spcPts val="0"/>
                        </a:spcAft>
                      </a:pPr>
                      <a:r>
                        <a:rPr lang="en-US" sz="2200" kern="100" baseline="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  PING 2001::2 : 56  data bytes, press CTRL_C to break</a:t>
                      </a:r>
                      <a:endParaRPr lang="zh-CN" sz="2200" kern="100" baseline="0" dirty="0">
                        <a:effectLst/>
                        <a:latin typeface="Huawei Sans" panose="020C0503030203020204" pitchFamily="34" charset="0"/>
                        <a:ea typeface="宋体" panose="02010600030101010101" pitchFamily="2" charset="-122"/>
                        <a:cs typeface="Times New Roman" panose="02020603050405020304" pitchFamily="18" charset="0"/>
                      </a:endParaRPr>
                    </a:p>
                    <a:p>
                      <a:pPr indent="0" algn="just">
                        <a:spcAft>
                          <a:spcPts val="0"/>
                        </a:spcAft>
                      </a:pPr>
                      <a:r>
                        <a:rPr lang="en-US" sz="2200" kern="100" baseline="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    Reply from 2001::2 </a:t>
                      </a:r>
                      <a:endParaRPr lang="zh-CN" sz="2200" kern="100" baseline="0" dirty="0">
                        <a:effectLst/>
                        <a:latin typeface="Huawei Sans" panose="020C0503030203020204" pitchFamily="34" charset="0"/>
                        <a:ea typeface="宋体" panose="02010600030101010101" pitchFamily="2" charset="-122"/>
                        <a:cs typeface="Times New Roman" panose="02020603050405020304" pitchFamily="18" charset="0"/>
                      </a:endParaRPr>
                    </a:p>
                    <a:p>
                      <a:pPr indent="0" algn="just">
                        <a:spcAft>
                          <a:spcPts val="0"/>
                        </a:spcAft>
                      </a:pPr>
                      <a:r>
                        <a:rPr lang="en-US" sz="2200" kern="100" baseline="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    bytes=56 Sequence=1 hop limit=64  time = 90 </a:t>
                      </a:r>
                      <a:r>
                        <a:rPr lang="en-US" sz="2200" kern="100" baseline="0" dirty="0" err="1">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ms</a:t>
                      </a:r>
                      <a:endParaRPr lang="zh-CN" sz="2200" kern="100" baseline="0" dirty="0">
                        <a:effectLst/>
                        <a:latin typeface="Huawei Sans" panose="020C0503030203020204" pitchFamily="34" charset="0"/>
                        <a:ea typeface="宋体" panose="02010600030101010101" pitchFamily="2" charset="-122"/>
                        <a:cs typeface="Times New Roman" panose="02020603050405020304" pitchFamily="18" charset="0"/>
                      </a:endParaRPr>
                    </a:p>
                    <a:p>
                      <a:pPr indent="0" algn="just">
                        <a:spcAft>
                          <a:spcPts val="0"/>
                        </a:spcAft>
                      </a:pPr>
                      <a:r>
                        <a:rPr lang="en-US" sz="2200" kern="100" baseline="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    Reply from 2001::2 </a:t>
                      </a:r>
                      <a:endParaRPr lang="zh-CN" sz="2200" kern="100" baseline="0" dirty="0">
                        <a:effectLst/>
                        <a:latin typeface="Huawei Sans" panose="020C0503030203020204" pitchFamily="34" charset="0"/>
                        <a:ea typeface="宋体" panose="02010600030101010101" pitchFamily="2" charset="-122"/>
                        <a:cs typeface="Times New Roman" panose="02020603050405020304" pitchFamily="18" charset="0"/>
                      </a:endParaRPr>
                    </a:p>
                    <a:p>
                      <a:pPr indent="0" algn="just">
                        <a:spcAft>
                          <a:spcPts val="0"/>
                        </a:spcAft>
                      </a:pPr>
                      <a:r>
                        <a:rPr lang="en-US" sz="2200" kern="100" baseline="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    bytes=56 Sequence=2 hop limit=64  time = 30 </a:t>
                      </a:r>
                      <a:r>
                        <a:rPr lang="en-US" sz="2200" kern="100" baseline="0" dirty="0" err="1">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ms</a:t>
                      </a:r>
                      <a:endParaRPr lang="zh-CN" sz="2200" kern="100" baseline="0" dirty="0">
                        <a:effectLst/>
                        <a:latin typeface="Huawei Sans" panose="020C0503030203020204" pitchFamily="34" charset="0"/>
                        <a:ea typeface="宋体" panose="02010600030101010101" pitchFamily="2" charset="-122"/>
                        <a:cs typeface="Times New Roman" panose="02020603050405020304" pitchFamily="18" charset="0"/>
                      </a:endParaRPr>
                    </a:p>
                    <a:p>
                      <a:pPr indent="0" algn="just">
                        <a:spcAft>
                          <a:spcPts val="0"/>
                        </a:spcAft>
                      </a:pPr>
                      <a:r>
                        <a:rPr lang="en-US" sz="2200" kern="100" baseline="0" dirty="0">
                          <a:effectLst/>
                          <a:latin typeface="Huawei Sans" panose="020C0503030203020204" pitchFamily="34" charset="0"/>
                          <a:ea typeface="宋体" panose="02010600030101010101" pitchFamily="2" charset="-122"/>
                          <a:cs typeface="Times New Roman" panose="02020603050405020304" pitchFamily="18" charset="0"/>
                        </a:rPr>
                        <a:t> </a:t>
                      </a:r>
                      <a:endParaRPr lang="zh-CN" sz="2200" kern="100" baseline="0" dirty="0">
                        <a:effectLst/>
                        <a:latin typeface="Huawei Sans" panose="020C0503030203020204" pitchFamily="34" charset="0"/>
                        <a:ea typeface="宋体" panose="02010600030101010101" pitchFamily="2" charset="-122"/>
                        <a:cs typeface="Times New Roman" panose="02020603050405020304" pitchFamily="18" charset="0"/>
                      </a:endParaRPr>
                    </a:p>
                    <a:p>
                      <a:pPr indent="0" algn="just">
                        <a:spcAft>
                          <a:spcPts val="0"/>
                        </a:spcAft>
                      </a:pPr>
                      <a:r>
                        <a:rPr lang="en-US" sz="2200" kern="100" baseline="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  --- 2001::2 ping statistics ---</a:t>
                      </a:r>
                      <a:endParaRPr lang="zh-CN" sz="2200" kern="100" baseline="0" dirty="0">
                        <a:effectLst/>
                        <a:latin typeface="Huawei Sans" panose="020C0503030203020204" pitchFamily="34" charset="0"/>
                        <a:ea typeface="宋体" panose="02010600030101010101" pitchFamily="2" charset="-122"/>
                        <a:cs typeface="Times New Roman" panose="02020603050405020304" pitchFamily="18" charset="0"/>
                      </a:endParaRPr>
                    </a:p>
                    <a:p>
                      <a:pPr indent="0" algn="just">
                        <a:spcAft>
                          <a:spcPts val="0"/>
                        </a:spcAft>
                      </a:pPr>
                      <a:r>
                        <a:rPr lang="en-US" sz="2200" kern="100" baseline="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    5 packet(s) transmitted</a:t>
                      </a:r>
                      <a:endParaRPr lang="zh-CN" sz="2200" kern="100" baseline="0" dirty="0">
                        <a:effectLst/>
                        <a:latin typeface="Huawei Sans" panose="020C0503030203020204" pitchFamily="34" charset="0"/>
                        <a:ea typeface="宋体" panose="02010600030101010101" pitchFamily="2" charset="-122"/>
                        <a:cs typeface="Times New Roman" panose="02020603050405020304" pitchFamily="18" charset="0"/>
                      </a:endParaRPr>
                    </a:p>
                    <a:p>
                      <a:pPr indent="0" algn="just">
                        <a:spcAft>
                          <a:spcPts val="0"/>
                        </a:spcAft>
                      </a:pPr>
                      <a:r>
                        <a:rPr lang="en-US" sz="2200" kern="100" baseline="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    5 packet(s) received</a:t>
                      </a:r>
                      <a:endParaRPr lang="zh-CN" sz="2200" kern="100" baseline="0" dirty="0">
                        <a:effectLst/>
                        <a:latin typeface="Huawei Sans" panose="020C0503030203020204" pitchFamily="34" charset="0"/>
                        <a:ea typeface="宋体" panose="02010600030101010101" pitchFamily="2" charset="-122"/>
                        <a:cs typeface="Times New Roman" panose="02020603050405020304" pitchFamily="18" charset="0"/>
                      </a:endParaRPr>
                    </a:p>
                    <a:p>
                      <a:pPr indent="0" algn="just">
                        <a:spcAft>
                          <a:spcPts val="0"/>
                        </a:spcAft>
                      </a:pPr>
                      <a:r>
                        <a:rPr lang="en-US" sz="2200" kern="100" baseline="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    0.00% packet loss</a:t>
                      </a:r>
                      <a:endParaRPr lang="zh-CN" sz="2200" kern="100" baseline="0" dirty="0">
                        <a:effectLst/>
                        <a:latin typeface="Huawei Sans" panose="020C0503030203020204" pitchFamily="34" charset="0"/>
                        <a:ea typeface="宋体" panose="02010600030101010101" pitchFamily="2" charset="-122"/>
                        <a:cs typeface="Times New Roman" panose="02020603050405020304" pitchFamily="18" charset="0"/>
                      </a:endParaRPr>
                    </a:p>
                    <a:p>
                      <a:pPr indent="0" algn="just">
                        <a:spcAft>
                          <a:spcPts val="0"/>
                        </a:spcAft>
                      </a:pPr>
                      <a:r>
                        <a:rPr lang="en-US" sz="2200" kern="100" baseline="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    round-trip min/avg/max = 10/34/90 </a:t>
                      </a:r>
                      <a:r>
                        <a:rPr lang="en-US" sz="2200" kern="100" baseline="0" dirty="0" err="1">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ms</a:t>
                      </a:r>
                      <a:endParaRPr lang="zh-CN" sz="2200" kern="100" baseline="0" dirty="0">
                        <a:effectLst/>
                        <a:latin typeface="Huawei Sans" panose="020C050303020302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solidFill>
                      <a:srgbClr val="F2F2F2"/>
                    </a:solidFill>
                  </a:tcPr>
                </a:tc>
                <a:extLst>
                  <a:ext uri="{0D108BD9-81ED-4DB2-BD59-A6C34878D82A}">
                    <a16:rowId xmlns="" xmlns:a16="http://schemas.microsoft.com/office/drawing/2014/main" val="4137341844"/>
                  </a:ext>
                </a:extLst>
              </a:tr>
            </a:tbl>
          </a:graphicData>
        </a:graphic>
      </p:graphicFrame>
    </p:spTree>
    <p:extLst>
      <p:ext uri="{BB962C8B-B14F-4D97-AF65-F5344CB8AC3E}">
        <p14:creationId xmlns:p14="http://schemas.microsoft.com/office/powerpoint/2010/main" val="51073929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79C355D7-4A75-4D91-9BEA-02441D5B36C9}"/>
              </a:ext>
            </a:extLst>
          </p:cNvPr>
          <p:cNvSpPr>
            <a:spLocks noGrp="1"/>
          </p:cNvSpPr>
          <p:nvPr>
            <p:ph type="title"/>
          </p:nvPr>
        </p:nvSpPr>
        <p:spPr/>
        <p:txBody>
          <a:bodyPr/>
          <a:lstStyle/>
          <a:p>
            <a:r>
              <a:rPr lang="zh-CN" altLang="en-US" dirty="0"/>
              <a:t>阶段总结</a:t>
            </a:r>
          </a:p>
        </p:txBody>
      </p:sp>
      <p:sp>
        <p:nvSpPr>
          <p:cNvPr id="3" name="文本占位符 2">
            <a:extLst>
              <a:ext uri="{FF2B5EF4-FFF2-40B4-BE49-F238E27FC236}">
                <a16:creationId xmlns="" xmlns:a16="http://schemas.microsoft.com/office/drawing/2014/main" id="{3B31CAC8-7446-4BBB-AE8C-CF9C410E9F05}"/>
              </a:ext>
            </a:extLst>
          </p:cNvPr>
          <p:cNvSpPr>
            <a:spLocks noGrp="1"/>
          </p:cNvSpPr>
          <p:nvPr>
            <p:ph type="body" sz="quarter" idx="10"/>
          </p:nvPr>
        </p:nvSpPr>
        <p:spPr>
          <a:xfrm>
            <a:off x="444603" y="1247556"/>
            <a:ext cx="11307600" cy="4680000"/>
          </a:xfrm>
        </p:spPr>
        <p:txBody>
          <a:bodyPr/>
          <a:lstStyle/>
          <a:p>
            <a:r>
              <a:rPr lang="en-US" altLang="zh-CN" dirty="0"/>
              <a:t>IPv6</a:t>
            </a:r>
            <a:r>
              <a:rPr lang="zh-CN" altLang="en-US" dirty="0"/>
              <a:t>的优势有哪些？</a:t>
            </a:r>
            <a:endParaRPr lang="en-US" altLang="zh-CN" dirty="0"/>
          </a:p>
          <a:p>
            <a:r>
              <a:rPr lang="en-US" altLang="zh-CN" dirty="0"/>
              <a:t>IPv6</a:t>
            </a:r>
            <a:r>
              <a:rPr lang="zh-CN" altLang="en-US" dirty="0"/>
              <a:t>常见的</a:t>
            </a:r>
            <a:r>
              <a:rPr lang="en-US" altLang="zh-CN" dirty="0"/>
              <a:t>Next Header</a:t>
            </a:r>
            <a:r>
              <a:rPr lang="zh-CN" altLang="en-US" dirty="0"/>
              <a:t>值都有哪些？</a:t>
            </a:r>
            <a:endParaRPr lang="en-US" altLang="zh-CN" dirty="0"/>
          </a:p>
          <a:p>
            <a:r>
              <a:rPr lang="en-US" altLang="zh-CN" dirty="0"/>
              <a:t>IPv6</a:t>
            </a:r>
            <a:r>
              <a:rPr lang="zh-CN" altLang="en-US" dirty="0"/>
              <a:t>地址的简化方式？</a:t>
            </a:r>
          </a:p>
        </p:txBody>
      </p:sp>
    </p:spTree>
    <p:extLst>
      <p:ext uri="{BB962C8B-B14F-4D97-AF65-F5344CB8AC3E}">
        <p14:creationId xmlns:p14="http://schemas.microsoft.com/office/powerpoint/2010/main" val="148049385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a:xfrm>
            <a:off x="454816" y="1233486"/>
            <a:ext cx="11307600" cy="4984433"/>
          </a:xfrm>
        </p:spPr>
        <p:txBody>
          <a:bodyPr/>
          <a:lstStyle/>
          <a:p>
            <a:pPr marL="0" indent="0">
              <a:buNone/>
            </a:pPr>
            <a:r>
              <a:rPr lang="en-US" altLang="zh-CN" dirty="0"/>
              <a:t>7.1 IPv6</a:t>
            </a:r>
            <a:r>
              <a:rPr lang="zh-CN" altLang="en-US" dirty="0"/>
              <a:t>协议概述</a:t>
            </a:r>
          </a:p>
          <a:p>
            <a:pPr marL="0" indent="0">
              <a:buNone/>
            </a:pPr>
            <a:r>
              <a:rPr lang="en-US" altLang="zh-CN" dirty="0">
                <a:solidFill>
                  <a:srgbClr val="C7000B"/>
                </a:solidFill>
              </a:rPr>
              <a:t>7.2 IPv6</a:t>
            </a:r>
            <a:r>
              <a:rPr lang="zh-CN" altLang="en-US" dirty="0">
                <a:solidFill>
                  <a:srgbClr val="C7000B"/>
                </a:solidFill>
              </a:rPr>
              <a:t>地址分类</a:t>
            </a:r>
            <a:endParaRPr lang="en-US" altLang="zh-CN" dirty="0">
              <a:solidFill>
                <a:srgbClr val="C7000B"/>
              </a:solidFill>
            </a:endParaRPr>
          </a:p>
          <a:p>
            <a:pPr marL="302501" lvl="1">
              <a:buNone/>
            </a:pPr>
            <a:r>
              <a:rPr lang="en-US" altLang="zh-CN" dirty="0" smtClean="0">
                <a:solidFill>
                  <a:srgbClr val="C7000B"/>
                </a:solidFill>
              </a:rPr>
              <a:t>	7.2.1 </a:t>
            </a:r>
            <a:r>
              <a:rPr lang="en-US" altLang="zh-CN" dirty="0">
                <a:solidFill>
                  <a:srgbClr val="C7000B"/>
                </a:solidFill>
              </a:rPr>
              <a:t>IPv6</a:t>
            </a:r>
            <a:r>
              <a:rPr lang="zh-CN" altLang="en-US" dirty="0">
                <a:solidFill>
                  <a:srgbClr val="C7000B"/>
                </a:solidFill>
              </a:rPr>
              <a:t>地址结构</a:t>
            </a:r>
          </a:p>
          <a:p>
            <a:pPr marL="302501" lvl="1">
              <a:buNone/>
            </a:pPr>
            <a:r>
              <a:rPr lang="en-US" altLang="zh-CN" dirty="0" smtClean="0">
                <a:solidFill>
                  <a:srgbClr val="C7000B"/>
                </a:solidFill>
              </a:rPr>
              <a:t>	7.2.2 </a:t>
            </a:r>
            <a:r>
              <a:rPr lang="en-US" altLang="zh-CN" dirty="0">
                <a:solidFill>
                  <a:srgbClr val="C7000B"/>
                </a:solidFill>
              </a:rPr>
              <a:t>IPv6</a:t>
            </a:r>
            <a:r>
              <a:rPr lang="zh-CN" altLang="en-US" dirty="0">
                <a:solidFill>
                  <a:srgbClr val="C7000B"/>
                </a:solidFill>
              </a:rPr>
              <a:t>单播地址</a:t>
            </a:r>
          </a:p>
          <a:p>
            <a:pPr marL="302501" lvl="1">
              <a:buNone/>
            </a:pPr>
            <a:r>
              <a:rPr lang="en-US" altLang="zh-CN" dirty="0" smtClean="0">
                <a:solidFill>
                  <a:srgbClr val="C7000B"/>
                </a:solidFill>
              </a:rPr>
              <a:t>	7.2.3 IPv6</a:t>
            </a:r>
            <a:r>
              <a:rPr lang="zh-CN" altLang="en-US" dirty="0" smtClean="0">
                <a:solidFill>
                  <a:srgbClr val="C7000B"/>
                </a:solidFill>
              </a:rPr>
              <a:t>组播地址</a:t>
            </a:r>
            <a:endParaRPr lang="en-US" altLang="zh-CN" dirty="0" smtClean="0">
              <a:solidFill>
                <a:srgbClr val="C7000B"/>
              </a:solidFill>
            </a:endParaRPr>
          </a:p>
          <a:p>
            <a:pPr marL="302501" lvl="1">
              <a:buNone/>
            </a:pPr>
            <a:r>
              <a:rPr lang="en-US" altLang="zh-CN" dirty="0" smtClean="0">
                <a:solidFill>
                  <a:srgbClr val="C7000B"/>
                </a:solidFill>
              </a:rPr>
              <a:t>	7.2.4 </a:t>
            </a:r>
            <a:r>
              <a:rPr lang="en-US" altLang="zh-CN" dirty="0">
                <a:solidFill>
                  <a:srgbClr val="C7000B"/>
                </a:solidFill>
              </a:rPr>
              <a:t>IPv6</a:t>
            </a:r>
            <a:r>
              <a:rPr lang="zh-CN" altLang="en-US" dirty="0">
                <a:solidFill>
                  <a:srgbClr val="C7000B"/>
                </a:solidFill>
              </a:rPr>
              <a:t>任播</a:t>
            </a:r>
            <a:r>
              <a:rPr lang="zh-CN" altLang="en-US" dirty="0" smtClean="0">
                <a:solidFill>
                  <a:srgbClr val="C7000B"/>
                </a:solidFill>
              </a:rPr>
              <a:t>地址</a:t>
            </a:r>
            <a:endParaRPr lang="zh-CN" altLang="en-US" dirty="0" smtClean="0"/>
          </a:p>
          <a:p>
            <a:pPr marL="0" indent="0">
              <a:buNone/>
            </a:pPr>
            <a:r>
              <a:rPr lang="en-US" altLang="zh-CN" dirty="0" smtClean="0"/>
              <a:t>7.3 IPv6</a:t>
            </a:r>
            <a:r>
              <a:rPr lang="zh-CN" altLang="en-US" dirty="0" smtClean="0"/>
              <a:t>路由</a:t>
            </a:r>
            <a:endParaRPr lang="zh-CN" altLang="en-US" dirty="0"/>
          </a:p>
        </p:txBody>
      </p:sp>
    </p:spTree>
    <p:extLst>
      <p:ext uri="{BB962C8B-B14F-4D97-AF65-F5344CB8AC3E}">
        <p14:creationId xmlns:p14="http://schemas.microsoft.com/office/powerpoint/2010/main" val="44012079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C620EB07-9FB9-41CB-BA26-51FAF817C9AA}"/>
              </a:ext>
            </a:extLst>
          </p:cNvPr>
          <p:cNvSpPr>
            <a:spLocks noGrp="1"/>
          </p:cNvSpPr>
          <p:nvPr>
            <p:ph type="title"/>
          </p:nvPr>
        </p:nvSpPr>
        <p:spPr/>
        <p:txBody>
          <a:bodyPr/>
          <a:lstStyle/>
          <a:p>
            <a:r>
              <a:rPr lang="zh-CN" altLang="en-US" dirty="0"/>
              <a:t>五、</a:t>
            </a:r>
            <a:r>
              <a:rPr lang="en-US" altLang="zh-CN" dirty="0"/>
              <a:t>IPv6</a:t>
            </a:r>
            <a:r>
              <a:rPr lang="zh-CN" altLang="zh-CN" dirty="0"/>
              <a:t>地址结构</a:t>
            </a:r>
            <a:endParaRPr lang="zh-CN" altLang="en-US" dirty="0"/>
          </a:p>
        </p:txBody>
      </p:sp>
      <p:sp>
        <p:nvSpPr>
          <p:cNvPr id="3" name="文本占位符 2">
            <a:extLst>
              <a:ext uri="{FF2B5EF4-FFF2-40B4-BE49-F238E27FC236}">
                <a16:creationId xmlns="" xmlns:a16="http://schemas.microsoft.com/office/drawing/2014/main" id="{06B44EB9-7B66-469E-AE2D-64462CBA7DA4}"/>
              </a:ext>
            </a:extLst>
          </p:cNvPr>
          <p:cNvSpPr>
            <a:spLocks noGrp="1"/>
          </p:cNvSpPr>
          <p:nvPr>
            <p:ph type="body" sz="quarter" idx="10"/>
          </p:nvPr>
        </p:nvSpPr>
        <p:spPr>
          <a:xfrm>
            <a:off x="444603" y="1247556"/>
            <a:ext cx="11307600" cy="4680000"/>
          </a:xfrm>
        </p:spPr>
        <p:txBody>
          <a:bodyPr/>
          <a:lstStyle/>
          <a:p>
            <a:r>
              <a:rPr lang="en-US" altLang="zh-CN" dirty="0"/>
              <a:t>1</a:t>
            </a:r>
            <a:r>
              <a:rPr lang="zh-CN" altLang="en-US" dirty="0"/>
              <a:t>、</a:t>
            </a:r>
            <a:r>
              <a:rPr lang="en-US" altLang="zh-CN" dirty="0"/>
              <a:t>IPv6</a:t>
            </a:r>
            <a:r>
              <a:rPr lang="zh-CN" altLang="zh-CN" dirty="0"/>
              <a:t>地址结构</a:t>
            </a:r>
            <a:endParaRPr lang="en-US" altLang="zh-CN" dirty="0"/>
          </a:p>
          <a:p>
            <a:pPr lvl="1"/>
            <a:r>
              <a:rPr lang="en-US" altLang="zh-CN" dirty="0"/>
              <a:t>IPv6</a:t>
            </a:r>
            <a:r>
              <a:rPr lang="zh-CN" altLang="zh-CN" dirty="0"/>
              <a:t>的地址的结构为：网络前缀</a:t>
            </a:r>
            <a:r>
              <a:rPr lang="en-US" altLang="zh-CN" dirty="0"/>
              <a:t>+</a:t>
            </a:r>
            <a:r>
              <a:rPr lang="zh-CN" altLang="zh-CN" dirty="0"/>
              <a:t>接口</a:t>
            </a:r>
            <a:r>
              <a:rPr lang="en-US" altLang="zh-CN" dirty="0"/>
              <a:t>ID</a:t>
            </a:r>
            <a:r>
              <a:rPr lang="zh-CN" altLang="zh-CN" dirty="0"/>
              <a:t>，网络前缀</a:t>
            </a:r>
            <a:r>
              <a:rPr lang="en-US" altLang="zh-CN" dirty="0"/>
              <a:t>:</a:t>
            </a:r>
            <a:r>
              <a:rPr lang="zh-CN" altLang="zh-CN" dirty="0"/>
              <a:t>相当于</a:t>
            </a:r>
            <a:r>
              <a:rPr lang="en-US" altLang="zh-CN" dirty="0"/>
              <a:t>IPv4</a:t>
            </a:r>
            <a:r>
              <a:rPr lang="zh-CN" altLang="zh-CN" dirty="0"/>
              <a:t>中的网络位，接口</a:t>
            </a:r>
            <a:r>
              <a:rPr lang="en-US" altLang="zh-CN" dirty="0"/>
              <a:t>ID:</a:t>
            </a:r>
            <a:r>
              <a:rPr lang="zh-CN" altLang="zh-CN" dirty="0"/>
              <a:t>相当于</a:t>
            </a:r>
            <a:r>
              <a:rPr lang="en-US" altLang="zh-CN" dirty="0"/>
              <a:t>IPv4</a:t>
            </a:r>
            <a:r>
              <a:rPr lang="zh-CN" altLang="zh-CN" dirty="0"/>
              <a:t>中的主机位。</a:t>
            </a:r>
          </a:p>
          <a:p>
            <a:pPr lvl="1"/>
            <a:r>
              <a:rPr lang="en-US" altLang="zh-CN" dirty="0"/>
              <a:t>IPv6</a:t>
            </a:r>
            <a:r>
              <a:rPr lang="zh-CN" altLang="zh-CN" dirty="0"/>
              <a:t>中较常用的网络大小是</a:t>
            </a:r>
            <a:r>
              <a:rPr lang="en-US" altLang="zh-CN" dirty="0"/>
              <a:t>64</a:t>
            </a:r>
            <a:r>
              <a:rPr lang="zh-CN" altLang="zh-CN" dirty="0"/>
              <a:t>位前缀长度的网络。</a:t>
            </a:r>
          </a:p>
          <a:p>
            <a:pPr lvl="1"/>
            <a:endParaRPr lang="zh-CN" altLang="en-US" dirty="0"/>
          </a:p>
        </p:txBody>
      </p:sp>
      <p:pic>
        <p:nvPicPr>
          <p:cNvPr id="4" name="图片 3">
            <a:extLst>
              <a:ext uri="{FF2B5EF4-FFF2-40B4-BE49-F238E27FC236}">
                <a16:creationId xmlns="" xmlns:a16="http://schemas.microsoft.com/office/drawing/2014/main" id="{C9955153-5B1C-4917-A095-E26113550C90}"/>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2449475" y="3587750"/>
            <a:ext cx="8117163" cy="998220"/>
          </a:xfrm>
          <a:prstGeom prst="rect">
            <a:avLst/>
          </a:prstGeom>
          <a:noFill/>
          <a:ln>
            <a:noFill/>
          </a:ln>
        </p:spPr>
      </p:pic>
    </p:spTree>
    <p:extLst>
      <p:ext uri="{BB962C8B-B14F-4D97-AF65-F5344CB8AC3E}">
        <p14:creationId xmlns:p14="http://schemas.microsoft.com/office/powerpoint/2010/main" val="369648432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53F44691-0A9D-4F2E-B4AF-2A800BEDB5B7}"/>
              </a:ext>
            </a:extLst>
          </p:cNvPr>
          <p:cNvSpPr>
            <a:spLocks noGrp="1"/>
          </p:cNvSpPr>
          <p:nvPr>
            <p:ph type="title"/>
          </p:nvPr>
        </p:nvSpPr>
        <p:spPr/>
        <p:txBody>
          <a:bodyPr/>
          <a:lstStyle/>
          <a:p>
            <a:r>
              <a:rPr lang="zh-CN" altLang="zh-CN" sz="3499" b="1" kern="1200" baseline="0" dirty="0">
                <a:solidFill>
                  <a:schemeClr val="tx1"/>
                </a:solidFill>
                <a:effectLst/>
                <a:latin typeface="Huawei Sans" panose="020C0503030203020204" pitchFamily="34" charset="0"/>
                <a:ea typeface="方正兰亭黑简体" panose="02000000000000000000" pitchFamily="2" charset="-122"/>
                <a:cs typeface="+mj-cs"/>
              </a:rPr>
              <a:t>五、</a:t>
            </a:r>
            <a:r>
              <a:rPr lang="en-US" altLang="zh-CN" dirty="0"/>
              <a:t>IPv6</a:t>
            </a:r>
            <a:r>
              <a:rPr lang="zh-CN" altLang="en-US" dirty="0"/>
              <a:t>单播地址</a:t>
            </a:r>
          </a:p>
        </p:txBody>
      </p:sp>
      <p:sp>
        <p:nvSpPr>
          <p:cNvPr id="3" name="文本占位符 2">
            <a:extLst>
              <a:ext uri="{FF2B5EF4-FFF2-40B4-BE49-F238E27FC236}">
                <a16:creationId xmlns="" xmlns:a16="http://schemas.microsoft.com/office/drawing/2014/main" id="{6FC1FEEC-5837-45FF-8260-1FAA93CFE57A}"/>
              </a:ext>
            </a:extLst>
          </p:cNvPr>
          <p:cNvSpPr>
            <a:spLocks noGrp="1"/>
          </p:cNvSpPr>
          <p:nvPr>
            <p:ph type="body" sz="quarter" idx="10"/>
          </p:nvPr>
        </p:nvSpPr>
        <p:spPr>
          <a:xfrm>
            <a:off x="444603" y="1247556"/>
            <a:ext cx="11307600" cy="4680000"/>
          </a:xfrm>
        </p:spPr>
        <p:txBody>
          <a:bodyPr/>
          <a:lstStyle/>
          <a:p>
            <a:r>
              <a:rPr lang="en-US" altLang="zh-CN" dirty="0"/>
              <a:t>2</a:t>
            </a:r>
            <a:r>
              <a:rPr lang="zh-CN" altLang="en-US" dirty="0"/>
              <a:t>、</a:t>
            </a:r>
            <a:r>
              <a:rPr lang="en-US" altLang="zh-CN" dirty="0"/>
              <a:t>IPv6</a:t>
            </a:r>
            <a:r>
              <a:rPr lang="zh-CN" altLang="zh-CN" dirty="0"/>
              <a:t>单播地址</a:t>
            </a:r>
            <a:endParaRPr lang="en-US" altLang="zh-CN" dirty="0"/>
          </a:p>
          <a:p>
            <a:pPr lvl="1"/>
            <a:r>
              <a:rPr lang="en-US" altLang="zh-CN" dirty="0"/>
              <a:t>IPv6</a:t>
            </a:r>
            <a:r>
              <a:rPr lang="zh-CN" altLang="zh-CN" dirty="0"/>
              <a:t>单播地址表示唯一标识一个接口，类似于</a:t>
            </a:r>
            <a:r>
              <a:rPr lang="en-US" altLang="zh-CN" dirty="0"/>
              <a:t>IPv4</a:t>
            </a:r>
            <a:r>
              <a:rPr lang="zh-CN" altLang="zh-CN" dirty="0"/>
              <a:t>的单播地址。发送到单播地址的数据包将被传输到此地址所标识的唯一接口，一个单播地址只能标识一个接口，但一个接口可以有多个单播地址。</a:t>
            </a:r>
          </a:p>
          <a:p>
            <a:pPr lvl="1"/>
            <a:r>
              <a:rPr lang="zh-CN" altLang="zh-CN" dirty="0"/>
              <a:t>单播地址可细分为以下几类</a:t>
            </a:r>
            <a:r>
              <a:rPr lang="zh-CN" altLang="en-US" dirty="0"/>
              <a:t>：</a:t>
            </a:r>
            <a:endParaRPr lang="en-US" altLang="zh-CN" dirty="0"/>
          </a:p>
          <a:p>
            <a:pPr lvl="2"/>
            <a:r>
              <a:rPr lang="zh-CN" altLang="en-US" dirty="0"/>
              <a:t>链路本地地址</a:t>
            </a:r>
            <a:endParaRPr lang="en-US" altLang="zh-CN" dirty="0"/>
          </a:p>
          <a:p>
            <a:pPr lvl="2"/>
            <a:r>
              <a:rPr lang="zh-CN" altLang="en-US" dirty="0"/>
              <a:t>唯一本地地址</a:t>
            </a:r>
            <a:endParaRPr lang="en-US" altLang="zh-CN" dirty="0"/>
          </a:p>
          <a:p>
            <a:pPr lvl="2"/>
            <a:r>
              <a:rPr lang="zh-CN" altLang="en-US" dirty="0"/>
              <a:t>全球单播地址</a:t>
            </a:r>
            <a:endParaRPr lang="en-US" altLang="zh-CN" dirty="0"/>
          </a:p>
          <a:p>
            <a:pPr lvl="2"/>
            <a:r>
              <a:rPr lang="zh-CN" altLang="en-US" dirty="0"/>
              <a:t>嵌入</a:t>
            </a:r>
            <a:r>
              <a:rPr lang="en-US" altLang="zh-CN" dirty="0"/>
              <a:t>IPv4</a:t>
            </a:r>
            <a:r>
              <a:rPr lang="zh-CN" altLang="en-US" dirty="0"/>
              <a:t>地址的</a:t>
            </a:r>
            <a:r>
              <a:rPr lang="en-US" altLang="zh-CN" dirty="0"/>
              <a:t>IPv6</a:t>
            </a:r>
            <a:r>
              <a:rPr lang="zh-CN" altLang="en-US" dirty="0"/>
              <a:t>地址</a:t>
            </a:r>
          </a:p>
        </p:txBody>
      </p:sp>
    </p:spTree>
    <p:extLst>
      <p:ext uri="{BB962C8B-B14F-4D97-AF65-F5344CB8AC3E}">
        <p14:creationId xmlns:p14="http://schemas.microsoft.com/office/powerpoint/2010/main" val="3966355808"/>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BED59E60-3DAE-40A5-A014-D8021FD85ECE}"/>
              </a:ext>
            </a:extLst>
          </p:cNvPr>
          <p:cNvSpPr>
            <a:spLocks noGrp="1"/>
          </p:cNvSpPr>
          <p:nvPr>
            <p:ph type="title"/>
          </p:nvPr>
        </p:nvSpPr>
        <p:spPr/>
        <p:txBody>
          <a:bodyPr/>
          <a:lstStyle/>
          <a:p>
            <a:r>
              <a:rPr lang="zh-CN" altLang="zh-CN" sz="3499" b="1" kern="1200" baseline="0" dirty="0">
                <a:solidFill>
                  <a:schemeClr val="tx1"/>
                </a:solidFill>
                <a:effectLst/>
                <a:latin typeface="Huawei Sans" panose="020C0503030203020204" pitchFamily="34" charset="0"/>
                <a:ea typeface="方正兰亭黑简体" panose="02000000000000000000" pitchFamily="2" charset="-122"/>
                <a:cs typeface="+mj-cs"/>
              </a:rPr>
              <a:t>五、</a:t>
            </a:r>
            <a:r>
              <a:rPr lang="en-US" altLang="zh-CN" dirty="0"/>
              <a:t>IPv6</a:t>
            </a:r>
            <a:r>
              <a:rPr lang="zh-CN" altLang="en-US" dirty="0"/>
              <a:t>单播地址</a:t>
            </a:r>
          </a:p>
        </p:txBody>
      </p:sp>
      <p:sp>
        <p:nvSpPr>
          <p:cNvPr id="3" name="文本占位符 2">
            <a:extLst>
              <a:ext uri="{FF2B5EF4-FFF2-40B4-BE49-F238E27FC236}">
                <a16:creationId xmlns="" xmlns:a16="http://schemas.microsoft.com/office/drawing/2014/main" id="{72F4C13D-D785-4699-8A5C-FF9DF342CD61}"/>
              </a:ext>
            </a:extLst>
          </p:cNvPr>
          <p:cNvSpPr>
            <a:spLocks noGrp="1"/>
          </p:cNvSpPr>
          <p:nvPr>
            <p:ph type="body" sz="quarter" idx="10"/>
          </p:nvPr>
        </p:nvSpPr>
        <p:spPr>
          <a:xfrm>
            <a:off x="444603" y="1247556"/>
            <a:ext cx="11307600" cy="4680000"/>
          </a:xfrm>
        </p:spPr>
        <p:txBody>
          <a:bodyPr/>
          <a:lstStyle/>
          <a:p>
            <a:r>
              <a:rPr lang="en-US" altLang="zh-CN" dirty="0"/>
              <a:t>3</a:t>
            </a:r>
            <a:r>
              <a:rPr lang="zh-CN" altLang="en-US" dirty="0"/>
              <a:t>、链路本地地址</a:t>
            </a:r>
            <a:endParaRPr lang="en-US" altLang="zh-CN" dirty="0"/>
          </a:p>
          <a:p>
            <a:pPr lvl="1"/>
            <a:r>
              <a:rPr lang="zh-CN" altLang="en-US" dirty="0"/>
              <a:t>链路本地地址（</a:t>
            </a:r>
            <a:r>
              <a:rPr lang="en-US" altLang="zh-CN" dirty="0"/>
              <a:t>Link-local</a:t>
            </a:r>
            <a:r>
              <a:rPr lang="zh-CN" altLang="en-US" dirty="0"/>
              <a:t>）只在同一链路上的节点之间有效，在</a:t>
            </a:r>
            <a:r>
              <a:rPr lang="en-US" altLang="zh-CN" dirty="0"/>
              <a:t>IPv6</a:t>
            </a:r>
            <a:r>
              <a:rPr lang="zh-CN" altLang="en-US" dirty="0"/>
              <a:t>启动后就自动生成，使用了特定的前缀</a:t>
            </a:r>
            <a:r>
              <a:rPr lang="en-US" altLang="zh-CN" dirty="0"/>
              <a:t>FE80::/10</a:t>
            </a:r>
            <a:r>
              <a:rPr lang="zh-CN" altLang="en-US" dirty="0"/>
              <a:t>，接口</a:t>
            </a:r>
            <a:r>
              <a:rPr lang="en-US" altLang="zh-CN" dirty="0"/>
              <a:t>ID</a:t>
            </a:r>
            <a:r>
              <a:rPr lang="zh-CN" altLang="en-US" dirty="0"/>
              <a:t>使用</a:t>
            </a:r>
            <a:r>
              <a:rPr lang="en-US" altLang="zh-CN" dirty="0"/>
              <a:t>EUI-64</a:t>
            </a:r>
            <a:r>
              <a:rPr lang="zh-CN" altLang="en-US" dirty="0"/>
              <a:t>自动生成，也可以使用手动配置。</a:t>
            </a:r>
            <a:endParaRPr lang="en-US" altLang="zh-CN" dirty="0"/>
          </a:p>
          <a:p>
            <a:pPr lvl="1"/>
            <a:r>
              <a:rPr lang="zh-CN" altLang="en-US" dirty="0"/>
              <a:t>例：使用</a:t>
            </a:r>
            <a:r>
              <a:rPr lang="en-US" altLang="zh-CN" dirty="0"/>
              <a:t>EUI-64</a:t>
            </a:r>
            <a:r>
              <a:rPr lang="zh-CN" altLang="en-US" dirty="0"/>
              <a:t>将</a:t>
            </a:r>
            <a:r>
              <a:rPr lang="en-US" altLang="zh-CN" dirty="0"/>
              <a:t>MAC</a:t>
            </a:r>
            <a:r>
              <a:rPr lang="zh-CN" altLang="zh-CN" dirty="0"/>
              <a:t>地址为</a:t>
            </a:r>
            <a:r>
              <a:rPr lang="en-US" altLang="zh-CN" dirty="0"/>
              <a:t>A1-B2-C3-D4-E5-F6</a:t>
            </a:r>
            <a:r>
              <a:rPr lang="zh-CN" altLang="zh-CN" dirty="0"/>
              <a:t>的主机的</a:t>
            </a:r>
            <a:r>
              <a:rPr lang="en-US" altLang="zh-CN" dirty="0"/>
              <a:t>IPv6</a:t>
            </a:r>
            <a:r>
              <a:rPr lang="zh-CN" altLang="zh-CN" dirty="0"/>
              <a:t>地址生成过程如下：</a:t>
            </a:r>
          </a:p>
          <a:p>
            <a:pPr lvl="2"/>
            <a:r>
              <a:rPr lang="zh-CN" altLang="zh-CN" dirty="0"/>
              <a:t>（</a:t>
            </a:r>
            <a:r>
              <a:rPr lang="en-US" altLang="zh-CN" dirty="0"/>
              <a:t>1</a:t>
            </a:r>
            <a:r>
              <a:rPr lang="zh-CN" altLang="zh-CN" dirty="0"/>
              <a:t>）先将</a:t>
            </a:r>
            <a:r>
              <a:rPr lang="en-US" altLang="zh-CN" dirty="0"/>
              <a:t>MAC</a:t>
            </a:r>
            <a:r>
              <a:rPr lang="zh-CN" altLang="zh-CN" dirty="0"/>
              <a:t>地址拆分为</a:t>
            </a:r>
            <a:r>
              <a:rPr lang="en-US" altLang="zh-CN" dirty="0"/>
              <a:t>2</a:t>
            </a:r>
            <a:r>
              <a:rPr lang="zh-CN" altLang="zh-CN" dirty="0"/>
              <a:t>部分：【</a:t>
            </a:r>
            <a:r>
              <a:rPr lang="en-US" altLang="zh-CN" dirty="0"/>
              <a:t>A1B2C3</a:t>
            </a:r>
            <a:r>
              <a:rPr lang="zh-CN" altLang="zh-CN" dirty="0"/>
              <a:t>】、【</a:t>
            </a:r>
            <a:r>
              <a:rPr lang="en-US" altLang="zh-CN" dirty="0"/>
              <a:t>D4E5F6</a:t>
            </a:r>
            <a:r>
              <a:rPr lang="zh-CN" altLang="zh-CN" dirty="0"/>
              <a:t>】；</a:t>
            </a:r>
          </a:p>
          <a:p>
            <a:pPr lvl="2"/>
            <a:r>
              <a:rPr lang="zh-CN" altLang="zh-CN" dirty="0"/>
              <a:t>（</a:t>
            </a:r>
            <a:r>
              <a:rPr lang="en-US" altLang="zh-CN" dirty="0"/>
              <a:t>2</a:t>
            </a:r>
            <a:r>
              <a:rPr lang="zh-CN" altLang="zh-CN" dirty="0"/>
              <a:t>）在</a:t>
            </a:r>
            <a:r>
              <a:rPr lang="en-US" altLang="zh-CN" dirty="0"/>
              <a:t>MAC</a:t>
            </a:r>
            <a:r>
              <a:rPr lang="zh-CN" altLang="zh-CN" dirty="0"/>
              <a:t>地址的中间加上</a:t>
            </a:r>
            <a:r>
              <a:rPr lang="en-US" altLang="zh-CN" dirty="0"/>
              <a:t>FFFE</a:t>
            </a:r>
            <a:r>
              <a:rPr lang="zh-CN" altLang="zh-CN" dirty="0"/>
              <a:t>变成：【</a:t>
            </a:r>
            <a:r>
              <a:rPr lang="en-US" altLang="zh-CN" dirty="0"/>
              <a:t>A1B2C3</a:t>
            </a:r>
            <a:r>
              <a:rPr lang="en-US" altLang="zh-CN" b="1" dirty="0"/>
              <a:t>FFFE</a:t>
            </a:r>
            <a:r>
              <a:rPr lang="en-US" altLang="zh-CN" dirty="0"/>
              <a:t>D4E5F6</a:t>
            </a:r>
            <a:r>
              <a:rPr lang="zh-CN" altLang="zh-CN" dirty="0"/>
              <a:t>】；</a:t>
            </a:r>
          </a:p>
          <a:p>
            <a:pPr lvl="2"/>
            <a:r>
              <a:rPr lang="zh-CN" altLang="zh-CN" dirty="0"/>
              <a:t>（</a:t>
            </a:r>
            <a:r>
              <a:rPr lang="en-US" altLang="zh-CN" dirty="0"/>
              <a:t>3</a:t>
            </a:r>
            <a:r>
              <a:rPr lang="zh-CN" altLang="zh-CN" dirty="0"/>
              <a:t>）将第</a:t>
            </a:r>
            <a:r>
              <a:rPr lang="en-US" altLang="zh-CN" dirty="0"/>
              <a:t>7</a:t>
            </a:r>
            <a:r>
              <a:rPr lang="zh-CN" altLang="zh-CN" dirty="0"/>
              <a:t>位求反：【</a:t>
            </a:r>
            <a:r>
              <a:rPr lang="en-US" altLang="zh-CN" dirty="0"/>
              <a:t>A</a:t>
            </a:r>
            <a:r>
              <a:rPr lang="en-US" altLang="zh-CN" b="1" dirty="0"/>
              <a:t>3</a:t>
            </a:r>
            <a:r>
              <a:rPr lang="en-US" altLang="zh-CN" dirty="0"/>
              <a:t>B2C3FFFED4E5F6</a:t>
            </a:r>
            <a:r>
              <a:rPr lang="zh-CN" altLang="zh-CN" dirty="0"/>
              <a:t>】；</a:t>
            </a:r>
          </a:p>
          <a:p>
            <a:pPr lvl="2"/>
            <a:r>
              <a:rPr lang="zh-CN" altLang="zh-CN" dirty="0"/>
              <a:t>（</a:t>
            </a:r>
            <a:r>
              <a:rPr lang="en-US" altLang="zh-CN" dirty="0"/>
              <a:t>4</a:t>
            </a:r>
            <a:r>
              <a:rPr lang="zh-CN" altLang="zh-CN" dirty="0"/>
              <a:t>）</a:t>
            </a:r>
            <a:r>
              <a:rPr lang="en-US" altLang="zh-CN" dirty="0"/>
              <a:t>EUI-64</a:t>
            </a:r>
            <a:r>
              <a:rPr lang="zh-CN" altLang="zh-CN" dirty="0"/>
              <a:t>计算得出的接口</a:t>
            </a:r>
            <a:r>
              <a:rPr lang="en-US" altLang="zh-CN" dirty="0"/>
              <a:t>ID</a:t>
            </a:r>
            <a:r>
              <a:rPr lang="zh-CN" altLang="zh-CN" dirty="0"/>
              <a:t>为：【</a:t>
            </a:r>
            <a:r>
              <a:rPr lang="en-US" altLang="zh-CN" dirty="0"/>
              <a:t>A3B2:C3FF:FED4:E5F6</a:t>
            </a:r>
            <a:r>
              <a:rPr lang="zh-CN" altLang="zh-CN" dirty="0"/>
              <a:t>】。</a:t>
            </a:r>
          </a:p>
          <a:p>
            <a:pPr lvl="1"/>
            <a:endParaRPr lang="zh-CN" altLang="en-US" dirty="0"/>
          </a:p>
        </p:txBody>
      </p:sp>
    </p:spTree>
    <p:extLst>
      <p:ext uri="{BB962C8B-B14F-4D97-AF65-F5344CB8AC3E}">
        <p14:creationId xmlns:p14="http://schemas.microsoft.com/office/powerpoint/2010/main" val="52365670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ED580EB4-F88E-449B-B812-ABB944927546}"/>
              </a:ext>
            </a:extLst>
          </p:cNvPr>
          <p:cNvSpPr>
            <a:spLocks noGrp="1"/>
          </p:cNvSpPr>
          <p:nvPr>
            <p:ph type="title"/>
          </p:nvPr>
        </p:nvSpPr>
        <p:spPr/>
        <p:txBody>
          <a:bodyPr/>
          <a:lstStyle/>
          <a:p>
            <a:r>
              <a:rPr lang="zh-CN" altLang="zh-CN" sz="3499" b="1" kern="1200" baseline="0" dirty="0">
                <a:solidFill>
                  <a:schemeClr val="tx1"/>
                </a:solidFill>
                <a:effectLst/>
                <a:latin typeface="Huawei Sans" panose="020C0503030203020204" pitchFamily="34" charset="0"/>
                <a:ea typeface="方正兰亭黑简体" panose="02000000000000000000" pitchFamily="2" charset="-122"/>
                <a:cs typeface="+mj-cs"/>
              </a:rPr>
              <a:t>五、</a:t>
            </a:r>
            <a:r>
              <a:rPr lang="en-US" altLang="zh-CN" dirty="0"/>
              <a:t>IPv6</a:t>
            </a:r>
            <a:r>
              <a:rPr lang="zh-CN" altLang="en-US" dirty="0"/>
              <a:t>单播地址</a:t>
            </a:r>
          </a:p>
        </p:txBody>
      </p:sp>
      <p:sp>
        <p:nvSpPr>
          <p:cNvPr id="3" name="文本占位符 2">
            <a:extLst>
              <a:ext uri="{FF2B5EF4-FFF2-40B4-BE49-F238E27FC236}">
                <a16:creationId xmlns="" xmlns:a16="http://schemas.microsoft.com/office/drawing/2014/main" id="{E2571B26-85CD-4F78-9A10-0BD2CA4E3D5D}"/>
              </a:ext>
            </a:extLst>
          </p:cNvPr>
          <p:cNvSpPr>
            <a:spLocks noGrp="1"/>
          </p:cNvSpPr>
          <p:nvPr>
            <p:ph type="body" sz="quarter" idx="10"/>
          </p:nvPr>
        </p:nvSpPr>
        <p:spPr>
          <a:xfrm>
            <a:off x="444603" y="1247556"/>
            <a:ext cx="11307600" cy="4680000"/>
          </a:xfrm>
        </p:spPr>
        <p:txBody>
          <a:bodyPr/>
          <a:lstStyle/>
          <a:p>
            <a:r>
              <a:rPr lang="en-US" altLang="zh-CN" dirty="0"/>
              <a:t>4</a:t>
            </a:r>
            <a:r>
              <a:rPr lang="zh-CN" altLang="en-US" dirty="0"/>
              <a:t>、唯一本地地址</a:t>
            </a:r>
            <a:endParaRPr lang="en-US" altLang="zh-CN" dirty="0"/>
          </a:p>
          <a:p>
            <a:pPr lvl="1"/>
            <a:r>
              <a:rPr lang="zh-CN" altLang="zh-CN" dirty="0"/>
              <a:t>唯一本地地址是</a:t>
            </a:r>
            <a:r>
              <a:rPr lang="en-US" altLang="zh-CN" dirty="0"/>
              <a:t>IPv6</a:t>
            </a:r>
            <a:r>
              <a:rPr lang="zh-CN" altLang="zh-CN" dirty="0"/>
              <a:t>网络中可以自己随意使用的私有网络地址，使用特定的前缀</a:t>
            </a:r>
            <a:r>
              <a:rPr lang="en-US" altLang="zh-CN" dirty="0"/>
              <a:t>FD00/8</a:t>
            </a:r>
            <a:r>
              <a:rPr lang="zh-CN" altLang="en-US" dirty="0"/>
              <a:t>。</a:t>
            </a:r>
            <a:endParaRPr lang="en-US" altLang="zh-CN" dirty="0"/>
          </a:p>
          <a:p>
            <a:pPr lvl="2"/>
            <a:r>
              <a:rPr lang="zh-CN" altLang="zh-CN" dirty="0"/>
              <a:t>固定前缀：</a:t>
            </a:r>
            <a:r>
              <a:rPr lang="en-US" altLang="zh-CN" dirty="0"/>
              <a:t>8bit</a:t>
            </a:r>
            <a:r>
              <a:rPr lang="zh-CN" altLang="zh-CN" dirty="0"/>
              <a:t>，</a:t>
            </a:r>
            <a:r>
              <a:rPr lang="en-US" altLang="zh-CN" dirty="0"/>
              <a:t>FD00/8</a:t>
            </a:r>
            <a:r>
              <a:rPr lang="zh-CN" altLang="zh-CN" dirty="0"/>
              <a:t>。</a:t>
            </a:r>
          </a:p>
          <a:p>
            <a:pPr lvl="2"/>
            <a:r>
              <a:rPr lang="en-US" altLang="zh-CN" dirty="0"/>
              <a:t>Global ID</a:t>
            </a:r>
            <a:r>
              <a:rPr lang="zh-CN" altLang="zh-CN" dirty="0"/>
              <a:t>：</a:t>
            </a:r>
            <a:r>
              <a:rPr lang="en-US" altLang="zh-CN" dirty="0"/>
              <a:t>40bit</a:t>
            </a:r>
            <a:r>
              <a:rPr lang="zh-CN" altLang="zh-CN" dirty="0"/>
              <a:t>，全球唯一前缀；通过伪随机方式产生。</a:t>
            </a:r>
          </a:p>
          <a:p>
            <a:pPr lvl="2"/>
            <a:r>
              <a:rPr lang="en-US" altLang="zh-CN" dirty="0"/>
              <a:t>Subnet ID</a:t>
            </a:r>
            <a:r>
              <a:rPr lang="zh-CN" altLang="zh-CN" dirty="0"/>
              <a:t>：</a:t>
            </a:r>
            <a:r>
              <a:rPr lang="en-US" altLang="zh-CN" dirty="0"/>
              <a:t>16bit</a:t>
            </a:r>
            <a:r>
              <a:rPr lang="zh-CN" altLang="zh-CN" dirty="0"/>
              <a:t>，工程师根据网络规划自定义的子网</a:t>
            </a:r>
            <a:r>
              <a:rPr lang="en-US" altLang="zh-CN" dirty="0"/>
              <a:t>ID</a:t>
            </a:r>
            <a:r>
              <a:rPr lang="zh-CN" altLang="zh-CN" dirty="0"/>
              <a:t>。</a:t>
            </a:r>
          </a:p>
          <a:p>
            <a:pPr lvl="2"/>
            <a:r>
              <a:rPr lang="en-US" altLang="zh-CN" dirty="0"/>
              <a:t>Interface ID</a:t>
            </a:r>
            <a:r>
              <a:rPr lang="zh-CN" altLang="zh-CN" dirty="0"/>
              <a:t>：</a:t>
            </a:r>
            <a:r>
              <a:rPr lang="en-US" altLang="zh-CN" dirty="0"/>
              <a:t>64bit</a:t>
            </a:r>
            <a:r>
              <a:rPr lang="zh-CN" altLang="zh-CN" dirty="0"/>
              <a:t>，相当于</a:t>
            </a:r>
            <a:r>
              <a:rPr lang="en-US" altLang="zh-CN" dirty="0"/>
              <a:t>IPv4</a:t>
            </a:r>
            <a:r>
              <a:rPr lang="zh-CN" altLang="zh-CN" dirty="0"/>
              <a:t>中的主机位。</a:t>
            </a:r>
          </a:p>
          <a:p>
            <a:pPr lvl="2"/>
            <a:endParaRPr lang="zh-CN" altLang="en-US" dirty="0"/>
          </a:p>
        </p:txBody>
      </p:sp>
      <p:pic>
        <p:nvPicPr>
          <p:cNvPr id="4" name="图片 3">
            <a:extLst>
              <a:ext uri="{FF2B5EF4-FFF2-40B4-BE49-F238E27FC236}">
                <a16:creationId xmlns="" xmlns:a16="http://schemas.microsoft.com/office/drawing/2014/main" id="{347BF761-11F1-4878-9E8B-74D4D66FCA36}"/>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762312" y="4315460"/>
            <a:ext cx="8667376" cy="472440"/>
          </a:xfrm>
          <a:prstGeom prst="rect">
            <a:avLst/>
          </a:prstGeom>
          <a:noFill/>
          <a:ln>
            <a:noFill/>
          </a:ln>
        </p:spPr>
      </p:pic>
    </p:spTree>
    <p:extLst>
      <p:ext uri="{BB962C8B-B14F-4D97-AF65-F5344CB8AC3E}">
        <p14:creationId xmlns:p14="http://schemas.microsoft.com/office/powerpoint/2010/main" val="426515079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F2991A4A-8E86-4070-9377-22419C63DAE6}"/>
              </a:ext>
            </a:extLst>
          </p:cNvPr>
          <p:cNvSpPr>
            <a:spLocks noGrp="1"/>
          </p:cNvSpPr>
          <p:nvPr>
            <p:ph type="title"/>
          </p:nvPr>
        </p:nvSpPr>
        <p:spPr/>
        <p:txBody>
          <a:bodyPr/>
          <a:lstStyle/>
          <a:p>
            <a:r>
              <a:rPr lang="zh-CN" altLang="zh-CN" sz="3499" b="1" kern="1200" baseline="0" dirty="0">
                <a:solidFill>
                  <a:schemeClr val="tx1"/>
                </a:solidFill>
                <a:effectLst/>
                <a:latin typeface="Huawei Sans" panose="020C0503030203020204" pitchFamily="34" charset="0"/>
                <a:ea typeface="方正兰亭黑简体" panose="02000000000000000000" pitchFamily="2" charset="-122"/>
                <a:cs typeface="+mj-cs"/>
              </a:rPr>
              <a:t>五、</a:t>
            </a:r>
            <a:r>
              <a:rPr lang="en-US" altLang="zh-CN" dirty="0"/>
              <a:t>IPv6</a:t>
            </a:r>
            <a:r>
              <a:rPr lang="zh-CN" altLang="en-US" dirty="0"/>
              <a:t>单播地址</a:t>
            </a:r>
          </a:p>
        </p:txBody>
      </p:sp>
      <p:sp>
        <p:nvSpPr>
          <p:cNvPr id="3" name="文本占位符 2">
            <a:extLst>
              <a:ext uri="{FF2B5EF4-FFF2-40B4-BE49-F238E27FC236}">
                <a16:creationId xmlns="" xmlns:a16="http://schemas.microsoft.com/office/drawing/2014/main" id="{E73CB936-3EB3-401F-B4D9-79BC4629B160}"/>
              </a:ext>
            </a:extLst>
          </p:cNvPr>
          <p:cNvSpPr>
            <a:spLocks noGrp="1"/>
          </p:cNvSpPr>
          <p:nvPr>
            <p:ph type="body" sz="quarter" idx="10"/>
          </p:nvPr>
        </p:nvSpPr>
        <p:spPr>
          <a:xfrm>
            <a:off x="444603" y="1247556"/>
            <a:ext cx="11307600" cy="4680000"/>
          </a:xfrm>
        </p:spPr>
        <p:txBody>
          <a:bodyPr/>
          <a:lstStyle/>
          <a:p>
            <a:r>
              <a:rPr lang="en-US" altLang="zh-CN" dirty="0"/>
              <a:t>5</a:t>
            </a:r>
            <a:r>
              <a:rPr lang="zh-CN" altLang="en-US" dirty="0"/>
              <a:t>、全球单播地址</a:t>
            </a:r>
            <a:endParaRPr lang="en-US" altLang="zh-CN" dirty="0"/>
          </a:p>
          <a:p>
            <a:pPr lvl="1"/>
            <a:r>
              <a:rPr lang="zh-CN" altLang="en-US" dirty="0"/>
              <a:t>全球单播地址相当于</a:t>
            </a:r>
            <a:r>
              <a:rPr lang="en-US" altLang="zh-CN" dirty="0"/>
              <a:t>IPv4</a:t>
            </a:r>
            <a:r>
              <a:rPr lang="zh-CN" altLang="en-US" dirty="0"/>
              <a:t>中的公网地址，日前已经分配出去的前</a:t>
            </a:r>
            <a:r>
              <a:rPr lang="en-US" altLang="zh-CN" dirty="0"/>
              <a:t>3</a:t>
            </a:r>
            <a:r>
              <a:rPr lang="zh-CN" altLang="en-US" dirty="0"/>
              <a:t>位固定是</a:t>
            </a:r>
            <a:r>
              <a:rPr lang="en-US" altLang="zh-CN" dirty="0"/>
              <a:t>001</a:t>
            </a:r>
            <a:r>
              <a:rPr lang="zh-CN" altLang="en-US" dirty="0"/>
              <a:t>，所以已分配的地址范围是</a:t>
            </a:r>
            <a:r>
              <a:rPr lang="en-US" altLang="zh-CN" dirty="0"/>
              <a:t>2000::/3</a:t>
            </a:r>
            <a:r>
              <a:rPr lang="zh-CN" altLang="en-US" dirty="0"/>
              <a:t>。</a:t>
            </a:r>
            <a:endParaRPr lang="en-US" altLang="zh-CN" dirty="0"/>
          </a:p>
          <a:p>
            <a:pPr lvl="2"/>
            <a:r>
              <a:rPr lang="en-US" altLang="zh-CN" dirty="0"/>
              <a:t>001</a:t>
            </a:r>
            <a:r>
              <a:rPr lang="zh-CN" altLang="zh-CN" dirty="0"/>
              <a:t>：</a:t>
            </a:r>
            <a:r>
              <a:rPr lang="en-US" altLang="zh-CN" dirty="0"/>
              <a:t>3bit</a:t>
            </a:r>
            <a:r>
              <a:rPr lang="zh-CN" altLang="zh-CN" dirty="0"/>
              <a:t>，目前已分配的固定前缀为</a:t>
            </a:r>
            <a:r>
              <a:rPr lang="en-US" altLang="zh-CN" dirty="0"/>
              <a:t>001</a:t>
            </a:r>
            <a:r>
              <a:rPr lang="zh-CN" altLang="zh-CN" dirty="0"/>
              <a:t>。</a:t>
            </a:r>
          </a:p>
          <a:p>
            <a:pPr lvl="2"/>
            <a:r>
              <a:rPr lang="en-US" altLang="zh-CN" dirty="0"/>
              <a:t>TLA</a:t>
            </a:r>
            <a:r>
              <a:rPr lang="zh-CN" altLang="zh-CN" dirty="0"/>
              <a:t>（</a:t>
            </a:r>
            <a:r>
              <a:rPr lang="en-US" altLang="zh-CN" dirty="0"/>
              <a:t>Top Level Aggregation</a:t>
            </a:r>
            <a:r>
              <a:rPr lang="zh-CN" altLang="zh-CN" dirty="0"/>
              <a:t>）顶级聚合：</a:t>
            </a:r>
            <a:r>
              <a:rPr lang="en-US" altLang="zh-CN" dirty="0"/>
              <a:t>13bit</a:t>
            </a:r>
            <a:r>
              <a:rPr lang="zh-CN" altLang="zh-CN" dirty="0"/>
              <a:t>。</a:t>
            </a:r>
          </a:p>
          <a:p>
            <a:pPr lvl="2"/>
            <a:r>
              <a:rPr lang="en-US" altLang="zh-CN" dirty="0"/>
              <a:t>RES:8bit</a:t>
            </a:r>
            <a:r>
              <a:rPr lang="zh-CN" altLang="zh-CN" dirty="0"/>
              <a:t>，保留使用，为未来扩充</a:t>
            </a:r>
            <a:r>
              <a:rPr lang="en-US" altLang="zh-CN" dirty="0"/>
              <a:t>TLA</a:t>
            </a:r>
            <a:r>
              <a:rPr lang="zh-CN" altLang="zh-CN" dirty="0"/>
              <a:t>或者</a:t>
            </a:r>
            <a:r>
              <a:rPr lang="en-US" altLang="zh-CN" dirty="0"/>
              <a:t>NLA</a:t>
            </a:r>
            <a:r>
              <a:rPr lang="zh-CN" altLang="zh-CN" dirty="0"/>
              <a:t>预留。</a:t>
            </a:r>
          </a:p>
          <a:p>
            <a:pPr lvl="2"/>
            <a:r>
              <a:rPr lang="en-US" altLang="zh-CN" dirty="0"/>
              <a:t>NLA</a:t>
            </a:r>
            <a:r>
              <a:rPr lang="zh-CN" altLang="zh-CN" dirty="0"/>
              <a:t>（</a:t>
            </a:r>
            <a:r>
              <a:rPr lang="en-US" altLang="zh-CN" dirty="0"/>
              <a:t>Next Level Aggregation</a:t>
            </a:r>
            <a:r>
              <a:rPr lang="zh-CN" altLang="zh-CN" dirty="0"/>
              <a:t>）次级聚合：</a:t>
            </a:r>
            <a:r>
              <a:rPr lang="en-US" altLang="zh-CN" dirty="0"/>
              <a:t>24bit</a:t>
            </a:r>
            <a:r>
              <a:rPr lang="zh-CN" altLang="zh-CN" dirty="0"/>
              <a:t>。</a:t>
            </a:r>
          </a:p>
          <a:p>
            <a:pPr lvl="2"/>
            <a:r>
              <a:rPr lang="en-US" altLang="zh-CN" dirty="0"/>
              <a:t>SLA</a:t>
            </a:r>
            <a:r>
              <a:rPr lang="zh-CN" altLang="zh-CN" dirty="0"/>
              <a:t>（</a:t>
            </a:r>
            <a:r>
              <a:rPr lang="en-US" altLang="zh-CN" dirty="0"/>
              <a:t>Site Level Aggregation</a:t>
            </a:r>
            <a:r>
              <a:rPr lang="zh-CN" altLang="zh-CN" dirty="0"/>
              <a:t>）站点级聚合：</a:t>
            </a:r>
            <a:r>
              <a:rPr lang="en-US" altLang="zh-CN" dirty="0"/>
              <a:t>16bit</a:t>
            </a:r>
            <a:r>
              <a:rPr lang="zh-CN" altLang="zh-CN" dirty="0"/>
              <a:t>。</a:t>
            </a:r>
          </a:p>
          <a:p>
            <a:pPr lvl="1"/>
            <a:endParaRPr lang="zh-CN" altLang="en-US" dirty="0"/>
          </a:p>
        </p:txBody>
      </p:sp>
      <p:pic>
        <p:nvPicPr>
          <p:cNvPr id="4" name="图片 3">
            <a:extLst>
              <a:ext uri="{FF2B5EF4-FFF2-40B4-BE49-F238E27FC236}">
                <a16:creationId xmlns="" xmlns:a16="http://schemas.microsoft.com/office/drawing/2014/main" id="{C1FCB7A8-407F-4247-9A63-8854EB5B80A6}"/>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885280" y="5176104"/>
            <a:ext cx="10421439" cy="624840"/>
          </a:xfrm>
          <a:prstGeom prst="rect">
            <a:avLst/>
          </a:prstGeom>
          <a:noFill/>
          <a:ln>
            <a:noFill/>
          </a:ln>
        </p:spPr>
      </p:pic>
    </p:spTree>
    <p:extLst>
      <p:ext uri="{BB962C8B-B14F-4D97-AF65-F5344CB8AC3E}">
        <p14:creationId xmlns:p14="http://schemas.microsoft.com/office/powerpoint/2010/main" val="3882953732"/>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B904D16A-15D0-4445-BDEC-9F7E3CA871FE}"/>
              </a:ext>
            </a:extLst>
          </p:cNvPr>
          <p:cNvSpPr>
            <a:spLocks noGrp="1"/>
          </p:cNvSpPr>
          <p:nvPr>
            <p:ph type="title"/>
          </p:nvPr>
        </p:nvSpPr>
        <p:spPr/>
        <p:txBody>
          <a:bodyPr/>
          <a:lstStyle/>
          <a:p>
            <a:r>
              <a:rPr lang="zh-CN" altLang="zh-CN" sz="3499" b="1" kern="1200" baseline="0" dirty="0">
                <a:solidFill>
                  <a:schemeClr val="tx1"/>
                </a:solidFill>
                <a:effectLst/>
                <a:latin typeface="Huawei Sans" panose="020C0503030203020204" pitchFamily="34" charset="0"/>
                <a:ea typeface="方正兰亭黑简体" panose="02000000000000000000" pitchFamily="2" charset="-122"/>
                <a:cs typeface="+mj-cs"/>
              </a:rPr>
              <a:t>五、</a:t>
            </a:r>
            <a:r>
              <a:rPr lang="en-US" altLang="zh-CN" dirty="0"/>
              <a:t>IPv6</a:t>
            </a:r>
            <a:r>
              <a:rPr lang="zh-CN" altLang="en-US" dirty="0"/>
              <a:t>单播地址</a:t>
            </a:r>
          </a:p>
        </p:txBody>
      </p:sp>
      <p:sp>
        <p:nvSpPr>
          <p:cNvPr id="3" name="文本占位符 2">
            <a:extLst>
              <a:ext uri="{FF2B5EF4-FFF2-40B4-BE49-F238E27FC236}">
                <a16:creationId xmlns="" xmlns:a16="http://schemas.microsoft.com/office/drawing/2014/main" id="{1A395549-083A-43C2-9613-78116CDAEA8C}"/>
              </a:ext>
            </a:extLst>
          </p:cNvPr>
          <p:cNvSpPr>
            <a:spLocks noGrp="1"/>
          </p:cNvSpPr>
          <p:nvPr>
            <p:ph type="body" sz="quarter" idx="10"/>
          </p:nvPr>
        </p:nvSpPr>
        <p:spPr>
          <a:xfrm>
            <a:off x="444603" y="1247556"/>
            <a:ext cx="11307600" cy="4680000"/>
          </a:xfrm>
        </p:spPr>
        <p:txBody>
          <a:bodyPr/>
          <a:lstStyle/>
          <a:p>
            <a:r>
              <a:rPr lang="en-US" altLang="zh-CN" dirty="0"/>
              <a:t>6</a:t>
            </a:r>
            <a:r>
              <a:rPr lang="zh-CN" altLang="en-US" dirty="0"/>
              <a:t>、嵌入</a:t>
            </a:r>
            <a:r>
              <a:rPr lang="en-US" altLang="zh-CN" dirty="0"/>
              <a:t>IPv4</a:t>
            </a:r>
            <a:r>
              <a:rPr lang="zh-CN" altLang="en-US" dirty="0"/>
              <a:t>地址的</a:t>
            </a:r>
            <a:r>
              <a:rPr lang="en-US" altLang="zh-CN" dirty="0"/>
              <a:t>IPv6</a:t>
            </a:r>
            <a:r>
              <a:rPr lang="zh-CN" altLang="en-US" dirty="0"/>
              <a:t>地址</a:t>
            </a:r>
            <a:r>
              <a:rPr lang="en-US" altLang="zh-CN" dirty="0"/>
              <a:t>-</a:t>
            </a:r>
            <a:r>
              <a:rPr lang="zh-CN" altLang="en-US" dirty="0"/>
              <a:t>兼容</a:t>
            </a:r>
            <a:r>
              <a:rPr lang="en-US" altLang="zh-CN" dirty="0"/>
              <a:t>IPv4</a:t>
            </a:r>
            <a:r>
              <a:rPr lang="zh-CN" altLang="en-US" dirty="0"/>
              <a:t>的</a:t>
            </a:r>
            <a:r>
              <a:rPr lang="en-US" altLang="zh-CN" dirty="0"/>
              <a:t>IPv6</a:t>
            </a:r>
            <a:r>
              <a:rPr lang="zh-CN" altLang="en-US" dirty="0"/>
              <a:t>地址</a:t>
            </a:r>
            <a:endParaRPr lang="en-US" altLang="zh-CN" dirty="0"/>
          </a:p>
          <a:p>
            <a:pPr lvl="1"/>
            <a:r>
              <a:rPr lang="zh-CN" altLang="zh-CN" dirty="0"/>
              <a:t>这种</a:t>
            </a:r>
            <a:r>
              <a:rPr lang="en-US" altLang="zh-CN" dirty="0"/>
              <a:t>IPv6</a:t>
            </a:r>
            <a:r>
              <a:rPr lang="zh-CN" altLang="zh-CN" dirty="0"/>
              <a:t>地址的低</a:t>
            </a:r>
            <a:r>
              <a:rPr lang="en-US" altLang="zh-CN" dirty="0"/>
              <a:t>32</a:t>
            </a:r>
            <a:r>
              <a:rPr lang="zh-CN" altLang="zh-CN" dirty="0"/>
              <a:t>位携带一个</a:t>
            </a:r>
            <a:r>
              <a:rPr lang="en-US" altLang="zh-CN" dirty="0"/>
              <a:t>IPv4</a:t>
            </a:r>
            <a:r>
              <a:rPr lang="zh-CN" altLang="zh-CN" dirty="0"/>
              <a:t>的单播地址，一般主要使用于</a:t>
            </a:r>
            <a:r>
              <a:rPr lang="en-US" altLang="zh-CN" dirty="0"/>
              <a:t>IPv4</a:t>
            </a:r>
            <a:r>
              <a:rPr lang="zh-CN" altLang="zh-CN" dirty="0"/>
              <a:t>兼容</a:t>
            </a:r>
            <a:r>
              <a:rPr lang="en-US" altLang="zh-CN" dirty="0"/>
              <a:t>IPv6</a:t>
            </a:r>
            <a:r>
              <a:rPr lang="zh-CN" altLang="zh-CN" dirty="0"/>
              <a:t>自动隧道，但由于每个主机都需要一个单播</a:t>
            </a:r>
            <a:r>
              <a:rPr lang="en-US" altLang="zh-CN" dirty="0"/>
              <a:t>IPv4</a:t>
            </a:r>
            <a:r>
              <a:rPr lang="zh-CN" altLang="zh-CN" dirty="0"/>
              <a:t>地址，扩展性差，基本已经被</a:t>
            </a:r>
            <a:r>
              <a:rPr lang="en-US" altLang="zh-CN" dirty="0"/>
              <a:t>6to4</a:t>
            </a:r>
            <a:r>
              <a:rPr lang="zh-CN" altLang="zh-CN" dirty="0"/>
              <a:t>隧道取代。</a:t>
            </a:r>
            <a:endParaRPr lang="zh-CN" altLang="en-US" dirty="0"/>
          </a:p>
        </p:txBody>
      </p:sp>
      <p:pic>
        <p:nvPicPr>
          <p:cNvPr id="6" name="图片 5">
            <a:extLst>
              <a:ext uri="{FF2B5EF4-FFF2-40B4-BE49-F238E27FC236}">
                <a16:creationId xmlns="" xmlns:a16="http://schemas.microsoft.com/office/drawing/2014/main" id="{04393D6C-A51C-4854-B9BF-04D5A8981CEF}"/>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2474118" y="3587750"/>
            <a:ext cx="7243763" cy="1257300"/>
          </a:xfrm>
          <a:prstGeom prst="rect">
            <a:avLst/>
          </a:prstGeom>
          <a:noFill/>
          <a:ln>
            <a:noFill/>
          </a:ln>
        </p:spPr>
      </p:pic>
    </p:spTree>
    <p:extLst>
      <p:ext uri="{BB962C8B-B14F-4D97-AF65-F5344CB8AC3E}">
        <p14:creationId xmlns:p14="http://schemas.microsoft.com/office/powerpoint/2010/main" val="781927506"/>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962C5E9A-3304-4A59-AD83-FE8E30C657A5}"/>
              </a:ext>
            </a:extLst>
          </p:cNvPr>
          <p:cNvSpPr>
            <a:spLocks noGrp="1"/>
          </p:cNvSpPr>
          <p:nvPr>
            <p:ph type="title"/>
          </p:nvPr>
        </p:nvSpPr>
        <p:spPr/>
        <p:txBody>
          <a:bodyPr/>
          <a:lstStyle/>
          <a:p>
            <a:r>
              <a:rPr lang="zh-CN" altLang="zh-CN" sz="3499" b="1" kern="1200" baseline="0" dirty="0">
                <a:solidFill>
                  <a:schemeClr val="tx1"/>
                </a:solidFill>
                <a:effectLst/>
                <a:latin typeface="Huawei Sans" panose="020C0503030203020204" pitchFamily="34" charset="0"/>
                <a:ea typeface="方正兰亭黑简体" panose="02000000000000000000" pitchFamily="2" charset="-122"/>
                <a:cs typeface="+mj-cs"/>
              </a:rPr>
              <a:t>五、</a:t>
            </a:r>
            <a:r>
              <a:rPr lang="en-US" altLang="zh-CN" dirty="0"/>
              <a:t>IPv6</a:t>
            </a:r>
            <a:r>
              <a:rPr lang="zh-CN" altLang="en-US" dirty="0"/>
              <a:t>单播地址</a:t>
            </a:r>
          </a:p>
        </p:txBody>
      </p:sp>
      <p:sp>
        <p:nvSpPr>
          <p:cNvPr id="3" name="文本占位符 2">
            <a:extLst>
              <a:ext uri="{FF2B5EF4-FFF2-40B4-BE49-F238E27FC236}">
                <a16:creationId xmlns="" xmlns:a16="http://schemas.microsoft.com/office/drawing/2014/main" id="{BF0290C7-C9DD-4708-BE21-84401272E4E9}"/>
              </a:ext>
            </a:extLst>
          </p:cNvPr>
          <p:cNvSpPr>
            <a:spLocks noGrp="1"/>
          </p:cNvSpPr>
          <p:nvPr>
            <p:ph type="body" sz="quarter" idx="10"/>
          </p:nvPr>
        </p:nvSpPr>
        <p:spPr>
          <a:xfrm>
            <a:off x="444603" y="1247556"/>
            <a:ext cx="11307600" cy="4680000"/>
          </a:xfrm>
        </p:spPr>
        <p:txBody>
          <a:bodyPr/>
          <a:lstStyle/>
          <a:p>
            <a:r>
              <a:rPr lang="en-US" altLang="zh-CN" dirty="0"/>
              <a:t>7</a:t>
            </a:r>
            <a:r>
              <a:rPr lang="zh-CN" altLang="en-US" dirty="0"/>
              <a:t>、嵌入</a:t>
            </a:r>
            <a:r>
              <a:rPr lang="en-US" altLang="zh-CN" dirty="0"/>
              <a:t>IPv4</a:t>
            </a:r>
            <a:r>
              <a:rPr lang="zh-CN" altLang="en-US" dirty="0"/>
              <a:t>地址的</a:t>
            </a:r>
            <a:r>
              <a:rPr lang="en-US" altLang="zh-CN" dirty="0"/>
              <a:t>IPv6</a:t>
            </a:r>
            <a:r>
              <a:rPr lang="zh-CN" altLang="en-US" dirty="0"/>
              <a:t>地址</a:t>
            </a:r>
            <a:r>
              <a:rPr lang="en-US" altLang="zh-CN" dirty="0"/>
              <a:t>-</a:t>
            </a:r>
            <a:r>
              <a:rPr lang="zh-CN" altLang="zh-CN" dirty="0"/>
              <a:t>映射</a:t>
            </a:r>
            <a:r>
              <a:rPr lang="en-US" altLang="zh-CN" dirty="0"/>
              <a:t>IPv4</a:t>
            </a:r>
            <a:r>
              <a:rPr lang="zh-CN" altLang="zh-CN" dirty="0"/>
              <a:t>的</a:t>
            </a:r>
            <a:r>
              <a:rPr lang="en-US" altLang="zh-CN" dirty="0"/>
              <a:t>IPv6</a:t>
            </a:r>
            <a:r>
              <a:rPr lang="zh-CN" altLang="zh-CN" dirty="0"/>
              <a:t>地址</a:t>
            </a:r>
            <a:endParaRPr lang="en-US" altLang="zh-CN" dirty="0"/>
          </a:p>
          <a:p>
            <a:pPr lvl="1"/>
            <a:r>
              <a:rPr lang="zh-CN" altLang="zh-CN" dirty="0"/>
              <a:t>这种地址的最前</a:t>
            </a:r>
            <a:r>
              <a:rPr lang="en-US" altLang="zh-CN" dirty="0"/>
              <a:t>80bit</a:t>
            </a:r>
            <a:r>
              <a:rPr lang="zh-CN" altLang="zh-CN" dirty="0"/>
              <a:t>全为</a:t>
            </a:r>
            <a:r>
              <a:rPr lang="en-US" altLang="zh-CN" dirty="0"/>
              <a:t>0</a:t>
            </a:r>
            <a:r>
              <a:rPr lang="zh-CN" altLang="zh-CN" dirty="0"/>
              <a:t>，后面</a:t>
            </a:r>
            <a:r>
              <a:rPr lang="en-US" altLang="zh-CN" dirty="0"/>
              <a:t>16bit</a:t>
            </a:r>
            <a:r>
              <a:rPr lang="zh-CN" altLang="zh-CN" dirty="0"/>
              <a:t>全为</a:t>
            </a:r>
            <a:r>
              <a:rPr lang="en-US" altLang="zh-CN" dirty="0"/>
              <a:t>1</a:t>
            </a:r>
            <a:r>
              <a:rPr lang="zh-CN" altLang="zh-CN" dirty="0"/>
              <a:t>，最后</a:t>
            </a:r>
            <a:r>
              <a:rPr lang="en-US" altLang="zh-CN" dirty="0"/>
              <a:t>32bit</a:t>
            </a:r>
            <a:r>
              <a:rPr lang="zh-CN" altLang="zh-CN" dirty="0"/>
              <a:t>是</a:t>
            </a:r>
            <a:r>
              <a:rPr lang="en-US" altLang="zh-CN" dirty="0"/>
              <a:t>IPv4</a:t>
            </a:r>
            <a:r>
              <a:rPr lang="zh-CN" altLang="zh-CN" dirty="0"/>
              <a:t>地址。这种地址是把</a:t>
            </a:r>
            <a:r>
              <a:rPr lang="en-US" altLang="zh-CN" dirty="0"/>
              <a:t>IPv4</a:t>
            </a:r>
            <a:r>
              <a:rPr lang="zh-CN" altLang="zh-CN" dirty="0"/>
              <a:t>地址用</a:t>
            </a:r>
            <a:r>
              <a:rPr lang="en-US" altLang="zh-CN" dirty="0"/>
              <a:t>IPv6</a:t>
            </a:r>
            <a:r>
              <a:rPr lang="zh-CN" altLang="zh-CN" dirty="0"/>
              <a:t>表示。</a:t>
            </a:r>
            <a:endParaRPr lang="zh-CN" altLang="en-US" dirty="0"/>
          </a:p>
        </p:txBody>
      </p:sp>
      <p:pic>
        <p:nvPicPr>
          <p:cNvPr id="6" name="图片 5">
            <a:extLst>
              <a:ext uri="{FF2B5EF4-FFF2-40B4-BE49-F238E27FC236}">
                <a16:creationId xmlns="" xmlns:a16="http://schemas.microsoft.com/office/drawing/2014/main" id="{55369B13-EDC5-449F-94E2-4E0AFE03B2B8}"/>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2474118" y="3429000"/>
            <a:ext cx="7243763" cy="1257300"/>
          </a:xfrm>
          <a:prstGeom prst="rect">
            <a:avLst/>
          </a:prstGeom>
          <a:noFill/>
          <a:ln>
            <a:noFill/>
          </a:ln>
        </p:spPr>
      </p:pic>
    </p:spTree>
    <p:extLst>
      <p:ext uri="{BB962C8B-B14F-4D97-AF65-F5344CB8AC3E}">
        <p14:creationId xmlns:p14="http://schemas.microsoft.com/office/powerpoint/2010/main" val="3512134291"/>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a:extLst>
              <a:ext uri="{FF2B5EF4-FFF2-40B4-BE49-F238E27FC236}">
                <a16:creationId xmlns="" xmlns:a16="http://schemas.microsoft.com/office/drawing/2014/main" id="{56B520D9-0E21-4319-8D53-2332C35C6D9F}"/>
              </a:ext>
            </a:extLst>
          </p:cNvPr>
          <p:cNvSpPr>
            <a:spLocks noGrp="1"/>
          </p:cNvSpPr>
          <p:nvPr>
            <p:ph type="title"/>
          </p:nvPr>
        </p:nvSpPr>
        <p:spPr/>
        <p:txBody>
          <a:bodyPr/>
          <a:lstStyle/>
          <a:p>
            <a:r>
              <a:rPr lang="zh-CN" altLang="zh-CN" sz="3499" b="1" kern="1200" baseline="0" dirty="0">
                <a:solidFill>
                  <a:schemeClr val="tx1"/>
                </a:solidFill>
                <a:effectLst/>
                <a:latin typeface="Huawei Sans" panose="020C0503030203020204" pitchFamily="34" charset="0"/>
                <a:ea typeface="方正兰亭黑简体" panose="02000000000000000000" pitchFamily="2" charset="-122"/>
                <a:cs typeface="+mj-cs"/>
              </a:rPr>
              <a:t>五、</a:t>
            </a:r>
            <a:r>
              <a:rPr lang="en-US" altLang="zh-CN" dirty="0"/>
              <a:t>IPv6</a:t>
            </a:r>
            <a:r>
              <a:rPr lang="zh-CN" altLang="en-US" dirty="0"/>
              <a:t>单播地址</a:t>
            </a:r>
          </a:p>
        </p:txBody>
      </p:sp>
      <p:sp>
        <p:nvSpPr>
          <p:cNvPr id="3" name="文本占位符 2">
            <a:extLst>
              <a:ext uri="{FF2B5EF4-FFF2-40B4-BE49-F238E27FC236}">
                <a16:creationId xmlns="" xmlns:a16="http://schemas.microsoft.com/office/drawing/2014/main" id="{87C7D5DF-2E5F-4553-BF60-E0985500D9B9}"/>
              </a:ext>
            </a:extLst>
          </p:cNvPr>
          <p:cNvSpPr>
            <a:spLocks noGrp="1"/>
          </p:cNvSpPr>
          <p:nvPr>
            <p:ph type="body" sz="quarter" idx="10"/>
          </p:nvPr>
        </p:nvSpPr>
        <p:spPr>
          <a:xfrm>
            <a:off x="444603" y="1247556"/>
            <a:ext cx="11307600" cy="4680000"/>
          </a:xfrm>
        </p:spPr>
        <p:txBody>
          <a:bodyPr/>
          <a:lstStyle/>
          <a:p>
            <a:r>
              <a:rPr lang="en-US" altLang="zh-CN" dirty="0"/>
              <a:t>8</a:t>
            </a:r>
            <a:r>
              <a:rPr lang="zh-CN" altLang="en-US" dirty="0"/>
              <a:t>、嵌入</a:t>
            </a:r>
            <a:r>
              <a:rPr lang="en-US" altLang="zh-CN" dirty="0"/>
              <a:t>IPv4</a:t>
            </a:r>
            <a:r>
              <a:rPr lang="zh-CN" altLang="en-US" dirty="0"/>
              <a:t>地址的</a:t>
            </a:r>
            <a:r>
              <a:rPr lang="en-US" altLang="zh-CN" dirty="0"/>
              <a:t>IPv6</a:t>
            </a:r>
            <a:r>
              <a:rPr lang="zh-CN" altLang="en-US" dirty="0"/>
              <a:t>地址</a:t>
            </a:r>
            <a:r>
              <a:rPr lang="en-US" altLang="zh-CN" dirty="0"/>
              <a:t>- 6to4</a:t>
            </a:r>
            <a:r>
              <a:rPr lang="zh-CN" altLang="en-US" dirty="0"/>
              <a:t>地址</a:t>
            </a:r>
            <a:endParaRPr lang="en-US" altLang="zh-CN" dirty="0"/>
          </a:p>
          <a:p>
            <a:pPr lvl="1"/>
            <a:r>
              <a:rPr lang="en-US" altLang="zh-CN" dirty="0"/>
              <a:t>6to4</a:t>
            </a:r>
            <a:r>
              <a:rPr lang="zh-CN" altLang="en-US" dirty="0"/>
              <a:t>地址用在</a:t>
            </a:r>
            <a:r>
              <a:rPr lang="en-US" altLang="zh-CN" dirty="0"/>
              <a:t>6to4</a:t>
            </a:r>
            <a:r>
              <a:rPr lang="zh-CN" altLang="en-US" dirty="0"/>
              <a:t>隧道中，它使用</a:t>
            </a:r>
            <a:r>
              <a:rPr lang="en-US" altLang="zh-CN" dirty="0"/>
              <a:t>IANA</a:t>
            </a:r>
            <a:r>
              <a:rPr lang="zh-CN" altLang="en-US" dirty="0"/>
              <a:t>指定的</a:t>
            </a:r>
            <a:r>
              <a:rPr lang="en-US" altLang="zh-CN" dirty="0"/>
              <a:t>2002::/16</a:t>
            </a:r>
            <a:r>
              <a:rPr lang="zh-CN" altLang="en-US" dirty="0"/>
              <a:t>为前缀，其后是</a:t>
            </a:r>
            <a:r>
              <a:rPr lang="en-US" altLang="zh-CN" dirty="0"/>
              <a:t>32</a:t>
            </a:r>
            <a:r>
              <a:rPr lang="zh-CN" altLang="en-US" dirty="0"/>
              <a:t>位的</a:t>
            </a:r>
            <a:r>
              <a:rPr lang="en-US" altLang="zh-CN" dirty="0"/>
              <a:t>IPv4</a:t>
            </a:r>
            <a:r>
              <a:rPr lang="zh-CN" altLang="en-US" dirty="0"/>
              <a:t>地址，</a:t>
            </a:r>
            <a:r>
              <a:rPr lang="en-US" altLang="zh-CN" dirty="0"/>
              <a:t>6to4</a:t>
            </a:r>
            <a:r>
              <a:rPr lang="zh-CN" altLang="en-US" dirty="0"/>
              <a:t>地址中后</a:t>
            </a:r>
            <a:r>
              <a:rPr lang="en-US" altLang="zh-CN" dirty="0"/>
              <a:t>80</a:t>
            </a:r>
            <a:r>
              <a:rPr lang="zh-CN" altLang="en-US" dirty="0"/>
              <a:t>位由用户自己定义，可对其中前</a:t>
            </a:r>
            <a:r>
              <a:rPr lang="en-US" altLang="zh-CN" dirty="0"/>
              <a:t>16</a:t>
            </a:r>
            <a:r>
              <a:rPr lang="zh-CN" altLang="en-US" dirty="0"/>
              <a:t>位划分，定义多个</a:t>
            </a:r>
            <a:r>
              <a:rPr lang="en-US" altLang="zh-CN" dirty="0"/>
              <a:t>IPv6</a:t>
            </a:r>
            <a:r>
              <a:rPr lang="zh-CN" altLang="en-US" dirty="0"/>
              <a:t>子网。不同的</a:t>
            </a:r>
            <a:r>
              <a:rPr lang="en-US" altLang="zh-CN" dirty="0"/>
              <a:t>6to4</a:t>
            </a:r>
            <a:r>
              <a:rPr lang="zh-CN" altLang="en-US" dirty="0"/>
              <a:t>网络使用不同的</a:t>
            </a:r>
            <a:r>
              <a:rPr lang="en-US" altLang="zh-CN" dirty="0"/>
              <a:t>48</a:t>
            </a:r>
            <a:r>
              <a:rPr lang="zh-CN" altLang="en-US" dirty="0"/>
              <a:t>位前缀，彼此之间使用其中内嵌的</a:t>
            </a:r>
            <a:r>
              <a:rPr lang="en-US" altLang="zh-CN" dirty="0"/>
              <a:t>32</a:t>
            </a:r>
            <a:r>
              <a:rPr lang="zh-CN" altLang="en-US" dirty="0"/>
              <a:t>位</a:t>
            </a:r>
            <a:r>
              <a:rPr lang="en-US" altLang="zh-CN" dirty="0"/>
              <a:t>IPv4</a:t>
            </a:r>
            <a:r>
              <a:rPr lang="zh-CN" altLang="en-US" dirty="0"/>
              <a:t>地址的自动隧道来连接。</a:t>
            </a:r>
          </a:p>
          <a:p>
            <a:pPr lvl="1"/>
            <a:endParaRPr lang="zh-CN" altLang="en-US" dirty="0"/>
          </a:p>
        </p:txBody>
      </p:sp>
      <p:graphicFrame>
        <p:nvGraphicFramePr>
          <p:cNvPr id="4" name="表格 3">
            <a:extLst>
              <a:ext uri="{FF2B5EF4-FFF2-40B4-BE49-F238E27FC236}">
                <a16:creationId xmlns="" xmlns:a16="http://schemas.microsoft.com/office/drawing/2014/main" id="{A10DDAF4-72AB-4DBB-801B-C4A49F97A1FE}"/>
              </a:ext>
            </a:extLst>
          </p:cNvPr>
          <p:cNvGraphicFramePr>
            <a:graphicFrameLocks noGrp="1"/>
          </p:cNvGraphicFramePr>
          <p:nvPr>
            <p:extLst>
              <p:ext uri="{D42A27DB-BD31-4B8C-83A1-F6EECF244321}">
                <p14:modId xmlns:p14="http://schemas.microsoft.com/office/powerpoint/2010/main" val="3520755301"/>
              </p:ext>
            </p:extLst>
          </p:nvPr>
        </p:nvGraphicFramePr>
        <p:xfrm>
          <a:off x="1174751" y="3725112"/>
          <a:ext cx="9842498" cy="2206900"/>
        </p:xfrm>
        <a:graphic>
          <a:graphicData uri="http://schemas.openxmlformats.org/drawingml/2006/table">
            <a:tbl>
              <a:tblPr firstRow="1" firstCol="1" bandRow="1">
                <a:tableStyleId>{2D5ABB26-0587-4C30-8999-92F81FD0307C}</a:tableStyleId>
              </a:tblPr>
              <a:tblGrid>
                <a:gridCol w="3280437">
                  <a:extLst>
                    <a:ext uri="{9D8B030D-6E8A-4147-A177-3AD203B41FA5}">
                      <a16:colId xmlns="" xmlns:a16="http://schemas.microsoft.com/office/drawing/2014/main" val="3065649283"/>
                    </a:ext>
                  </a:extLst>
                </a:gridCol>
                <a:gridCol w="3280437">
                  <a:extLst>
                    <a:ext uri="{9D8B030D-6E8A-4147-A177-3AD203B41FA5}">
                      <a16:colId xmlns="" xmlns:a16="http://schemas.microsoft.com/office/drawing/2014/main" val="596199564"/>
                    </a:ext>
                  </a:extLst>
                </a:gridCol>
                <a:gridCol w="3281624">
                  <a:extLst>
                    <a:ext uri="{9D8B030D-6E8A-4147-A177-3AD203B41FA5}">
                      <a16:colId xmlns="" xmlns:a16="http://schemas.microsoft.com/office/drawing/2014/main" val="1311973944"/>
                    </a:ext>
                  </a:extLst>
                </a:gridCol>
              </a:tblGrid>
              <a:tr h="441380">
                <a:tc>
                  <a:txBody>
                    <a:bodyPr/>
                    <a:lstStyle/>
                    <a:p>
                      <a:pPr indent="266700" algn="ctr">
                        <a:spcAft>
                          <a:spcPts val="0"/>
                        </a:spcAft>
                      </a:pPr>
                      <a:r>
                        <a:rPr lang="zh-CN" sz="2200" b="1" kern="100" dirty="0">
                          <a:effectLst/>
                        </a:rPr>
                        <a:t>地址类型</a:t>
                      </a:r>
                      <a:endParaRPr lang="zh-CN" sz="2200" b="1"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6"/>
                      </a:solidFill>
                      <a:prstDash val="solid"/>
                      <a:round/>
                      <a:headEnd type="none" w="med" len="med"/>
                      <a:tailEnd type="none" w="med" len="med"/>
                    </a:lnB>
                  </a:tcPr>
                </a:tc>
                <a:tc>
                  <a:txBody>
                    <a:bodyPr/>
                    <a:lstStyle/>
                    <a:p>
                      <a:pPr indent="266700" algn="ctr">
                        <a:spcAft>
                          <a:spcPts val="0"/>
                        </a:spcAft>
                      </a:pPr>
                      <a:r>
                        <a:rPr lang="zh-CN" sz="2200" b="1" kern="100" dirty="0">
                          <a:effectLst/>
                        </a:rPr>
                        <a:t>高位二进制</a:t>
                      </a:r>
                      <a:endParaRPr lang="zh-CN" sz="2200" b="1"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6"/>
                      </a:solidFill>
                      <a:prstDash val="solid"/>
                      <a:round/>
                      <a:headEnd type="none" w="med" len="med"/>
                      <a:tailEnd type="none" w="med" len="med"/>
                    </a:lnB>
                  </a:tcPr>
                </a:tc>
                <a:tc>
                  <a:txBody>
                    <a:bodyPr/>
                    <a:lstStyle/>
                    <a:p>
                      <a:pPr indent="266700" algn="ctr">
                        <a:spcAft>
                          <a:spcPts val="0"/>
                        </a:spcAft>
                      </a:pPr>
                      <a:r>
                        <a:rPr lang="zh-CN" sz="2200" b="1" kern="100" dirty="0">
                          <a:effectLst/>
                        </a:rPr>
                        <a:t>十六进制</a:t>
                      </a:r>
                      <a:endParaRPr lang="zh-CN" sz="2200" b="1"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6"/>
                      </a:solidFill>
                      <a:prstDash val="solid"/>
                      <a:round/>
                      <a:headEnd type="none" w="med" len="med"/>
                      <a:tailEnd type="none" w="med" len="med"/>
                    </a:lnB>
                  </a:tcPr>
                </a:tc>
                <a:extLst>
                  <a:ext uri="{0D108BD9-81ED-4DB2-BD59-A6C34878D82A}">
                    <a16:rowId xmlns="" xmlns:a16="http://schemas.microsoft.com/office/drawing/2014/main" val="1724931405"/>
                  </a:ext>
                </a:extLst>
              </a:tr>
              <a:tr h="441380">
                <a:tc>
                  <a:txBody>
                    <a:bodyPr/>
                    <a:lstStyle/>
                    <a:p>
                      <a:pPr indent="266700" algn="ctr">
                        <a:spcAft>
                          <a:spcPts val="0"/>
                        </a:spcAft>
                      </a:pPr>
                      <a:r>
                        <a:rPr lang="zh-CN" sz="2200" kern="100">
                          <a:effectLst/>
                        </a:rPr>
                        <a:t>链路本地地址</a:t>
                      </a:r>
                      <a:endParaRPr lang="zh-CN" sz="2200" kern="10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tcPr>
                </a:tc>
                <a:tc>
                  <a:txBody>
                    <a:bodyPr/>
                    <a:lstStyle/>
                    <a:p>
                      <a:pPr indent="266700" algn="ctr">
                        <a:spcAft>
                          <a:spcPts val="0"/>
                        </a:spcAft>
                      </a:pPr>
                      <a:r>
                        <a:rPr lang="en-US" sz="2200" kern="100" dirty="0">
                          <a:effectLst/>
                        </a:rPr>
                        <a:t>1111111010</a:t>
                      </a:r>
                      <a:endParaRPr lang="zh-CN" sz="22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tcPr>
                </a:tc>
                <a:tc>
                  <a:txBody>
                    <a:bodyPr/>
                    <a:lstStyle/>
                    <a:p>
                      <a:pPr indent="266700" algn="ctr">
                        <a:spcAft>
                          <a:spcPts val="0"/>
                        </a:spcAft>
                      </a:pPr>
                      <a:r>
                        <a:rPr lang="en-US" sz="2200" kern="100" dirty="0">
                          <a:effectLst/>
                        </a:rPr>
                        <a:t>FE80::/10</a:t>
                      </a:r>
                      <a:endParaRPr lang="zh-CN" sz="22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accent6"/>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tcPr>
                </a:tc>
                <a:extLst>
                  <a:ext uri="{0D108BD9-81ED-4DB2-BD59-A6C34878D82A}">
                    <a16:rowId xmlns="" xmlns:a16="http://schemas.microsoft.com/office/drawing/2014/main" val="4180731372"/>
                  </a:ext>
                </a:extLst>
              </a:tr>
              <a:tr h="441380">
                <a:tc>
                  <a:txBody>
                    <a:bodyPr/>
                    <a:lstStyle/>
                    <a:p>
                      <a:pPr indent="266700" algn="ctr">
                        <a:spcAft>
                          <a:spcPts val="0"/>
                        </a:spcAft>
                      </a:pPr>
                      <a:r>
                        <a:rPr lang="zh-CN" sz="2200" kern="100">
                          <a:effectLst/>
                        </a:rPr>
                        <a:t>唯一本地地址</a:t>
                      </a:r>
                      <a:endParaRPr lang="zh-CN" sz="2200" kern="10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tcPr>
                </a:tc>
                <a:tc>
                  <a:txBody>
                    <a:bodyPr/>
                    <a:lstStyle/>
                    <a:p>
                      <a:pPr indent="266700" algn="ctr">
                        <a:spcAft>
                          <a:spcPts val="0"/>
                        </a:spcAft>
                      </a:pPr>
                      <a:r>
                        <a:rPr lang="en-US" sz="2200" kern="100">
                          <a:effectLst/>
                        </a:rPr>
                        <a:t>11111101</a:t>
                      </a:r>
                      <a:endParaRPr lang="zh-CN" sz="2200" kern="10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tcPr>
                </a:tc>
                <a:tc>
                  <a:txBody>
                    <a:bodyPr/>
                    <a:lstStyle/>
                    <a:p>
                      <a:pPr indent="266700" algn="ctr">
                        <a:spcAft>
                          <a:spcPts val="0"/>
                        </a:spcAft>
                      </a:pPr>
                      <a:r>
                        <a:rPr lang="en-US" sz="2200" kern="100" dirty="0">
                          <a:effectLst/>
                        </a:rPr>
                        <a:t>FD00:8</a:t>
                      </a:r>
                      <a:endParaRPr lang="zh-CN" sz="22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accent6"/>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tcPr>
                </a:tc>
                <a:extLst>
                  <a:ext uri="{0D108BD9-81ED-4DB2-BD59-A6C34878D82A}">
                    <a16:rowId xmlns="" xmlns:a16="http://schemas.microsoft.com/office/drawing/2014/main" val="3544369662"/>
                  </a:ext>
                </a:extLst>
              </a:tr>
              <a:tr h="441380">
                <a:tc>
                  <a:txBody>
                    <a:bodyPr/>
                    <a:lstStyle/>
                    <a:p>
                      <a:pPr indent="266700" algn="ctr">
                        <a:spcAft>
                          <a:spcPts val="0"/>
                        </a:spcAft>
                      </a:pPr>
                      <a:r>
                        <a:rPr lang="zh-CN" sz="2200" kern="100">
                          <a:effectLst/>
                        </a:rPr>
                        <a:t>全球单播地址（已分配）</a:t>
                      </a:r>
                      <a:endParaRPr lang="zh-CN" sz="2200" kern="10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tcPr>
                </a:tc>
                <a:tc>
                  <a:txBody>
                    <a:bodyPr/>
                    <a:lstStyle/>
                    <a:p>
                      <a:pPr indent="266700" algn="ctr">
                        <a:spcAft>
                          <a:spcPts val="0"/>
                        </a:spcAft>
                      </a:pPr>
                      <a:r>
                        <a:rPr lang="en-US" sz="2200" kern="100">
                          <a:effectLst/>
                        </a:rPr>
                        <a:t>001</a:t>
                      </a:r>
                      <a:endParaRPr lang="zh-CN" sz="2200" kern="10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tcPr>
                </a:tc>
                <a:tc>
                  <a:txBody>
                    <a:bodyPr/>
                    <a:lstStyle/>
                    <a:p>
                      <a:pPr indent="266700" algn="ctr">
                        <a:spcAft>
                          <a:spcPts val="0"/>
                        </a:spcAft>
                      </a:pPr>
                      <a:r>
                        <a:rPr lang="en-US" sz="2200" kern="100" dirty="0">
                          <a:effectLst/>
                        </a:rPr>
                        <a:t>2</a:t>
                      </a:r>
                      <a:r>
                        <a:rPr lang="zh-CN" sz="2200" kern="100" dirty="0">
                          <a:effectLst/>
                        </a:rPr>
                        <a:t>……</a:t>
                      </a:r>
                      <a:r>
                        <a:rPr lang="en-US" sz="2200" kern="100" dirty="0">
                          <a:effectLst/>
                        </a:rPr>
                        <a:t>/4</a:t>
                      </a:r>
                      <a:r>
                        <a:rPr lang="zh-CN" sz="2200" kern="100" dirty="0">
                          <a:effectLst/>
                        </a:rPr>
                        <a:t>或者</a:t>
                      </a:r>
                      <a:r>
                        <a:rPr lang="en-US" sz="2200" kern="100" dirty="0">
                          <a:effectLst/>
                        </a:rPr>
                        <a:t>3</a:t>
                      </a:r>
                      <a:r>
                        <a:rPr lang="zh-CN" sz="2200" kern="100" dirty="0">
                          <a:effectLst/>
                        </a:rPr>
                        <a:t>……</a:t>
                      </a:r>
                      <a:r>
                        <a:rPr lang="en-US" sz="2200" kern="100" dirty="0">
                          <a:effectLst/>
                        </a:rPr>
                        <a:t>/4</a:t>
                      </a:r>
                      <a:endParaRPr lang="zh-CN" sz="22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accent6"/>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tcPr>
                </a:tc>
                <a:extLst>
                  <a:ext uri="{0D108BD9-81ED-4DB2-BD59-A6C34878D82A}">
                    <a16:rowId xmlns="" xmlns:a16="http://schemas.microsoft.com/office/drawing/2014/main" val="2876551036"/>
                  </a:ext>
                </a:extLst>
              </a:tr>
              <a:tr h="441380">
                <a:tc>
                  <a:txBody>
                    <a:bodyPr/>
                    <a:lstStyle/>
                    <a:p>
                      <a:pPr indent="266700" algn="ctr">
                        <a:spcAft>
                          <a:spcPts val="0"/>
                        </a:spcAft>
                      </a:pPr>
                      <a:r>
                        <a:rPr lang="zh-CN" sz="2200" kern="100">
                          <a:effectLst/>
                        </a:rPr>
                        <a:t>全丢单播地址（未分配）</a:t>
                      </a:r>
                      <a:endParaRPr lang="zh-CN" sz="2200" kern="10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tcPr>
                </a:tc>
                <a:tc>
                  <a:txBody>
                    <a:bodyPr/>
                    <a:lstStyle/>
                    <a:p>
                      <a:pPr indent="266700" algn="ctr">
                        <a:spcAft>
                          <a:spcPts val="0"/>
                        </a:spcAft>
                      </a:pPr>
                      <a:r>
                        <a:rPr lang="zh-CN" sz="2200" kern="100">
                          <a:effectLst/>
                        </a:rPr>
                        <a:t>其余所有地址</a:t>
                      </a:r>
                      <a:endParaRPr lang="zh-CN" sz="2200" kern="10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tcPr>
                </a:tc>
                <a:tc>
                  <a:txBody>
                    <a:bodyPr/>
                    <a:lstStyle/>
                    <a:p>
                      <a:pPr indent="266700" algn="ctr">
                        <a:spcAft>
                          <a:spcPts val="0"/>
                        </a:spcAft>
                      </a:pPr>
                      <a:r>
                        <a:rPr lang="en-US" sz="2200" kern="100" dirty="0">
                          <a:effectLst/>
                        </a:rPr>
                        <a:t> </a:t>
                      </a:r>
                      <a:endParaRPr lang="zh-CN" sz="22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accent6"/>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tcPr>
                </a:tc>
                <a:extLst>
                  <a:ext uri="{0D108BD9-81ED-4DB2-BD59-A6C34878D82A}">
                    <a16:rowId xmlns="" xmlns:a16="http://schemas.microsoft.com/office/drawing/2014/main" val="691023102"/>
                  </a:ext>
                </a:extLst>
              </a:tr>
            </a:tbl>
          </a:graphicData>
        </a:graphic>
      </p:graphicFrame>
    </p:spTree>
    <p:extLst>
      <p:ext uri="{BB962C8B-B14F-4D97-AF65-F5344CB8AC3E}">
        <p14:creationId xmlns:p14="http://schemas.microsoft.com/office/powerpoint/2010/main" val="3435238760"/>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8E68D8C3-1821-4269-AB3D-83C25E3FE10C}"/>
              </a:ext>
            </a:extLst>
          </p:cNvPr>
          <p:cNvSpPr>
            <a:spLocks noGrp="1"/>
          </p:cNvSpPr>
          <p:nvPr>
            <p:ph type="title"/>
          </p:nvPr>
        </p:nvSpPr>
        <p:spPr/>
        <p:txBody>
          <a:bodyPr/>
          <a:lstStyle/>
          <a:p>
            <a:r>
              <a:rPr lang="zh-CN" altLang="en-US" sz="3499" b="1" kern="1200" baseline="0" dirty="0">
                <a:solidFill>
                  <a:schemeClr val="tx1"/>
                </a:solidFill>
                <a:effectLst/>
                <a:latin typeface="Huawei Sans" panose="020C0503030203020204" pitchFamily="34" charset="0"/>
                <a:ea typeface="方正兰亭黑简体" panose="02000000000000000000" pitchFamily="2" charset="-122"/>
                <a:cs typeface="+mj-cs"/>
              </a:rPr>
              <a:t>六</a:t>
            </a:r>
            <a:r>
              <a:rPr lang="zh-CN" altLang="zh-CN" sz="3499" b="1" kern="1200" baseline="0" dirty="0">
                <a:solidFill>
                  <a:schemeClr val="tx1"/>
                </a:solidFill>
                <a:effectLst/>
                <a:latin typeface="Huawei Sans" panose="020C0503030203020204" pitchFamily="34" charset="0"/>
                <a:ea typeface="方正兰亭黑简体" panose="02000000000000000000" pitchFamily="2" charset="-122"/>
                <a:cs typeface="+mj-cs"/>
              </a:rPr>
              <a:t>、</a:t>
            </a:r>
            <a:r>
              <a:rPr lang="en-US" altLang="zh-CN" dirty="0"/>
              <a:t>IPv6</a:t>
            </a:r>
            <a:r>
              <a:rPr lang="zh-CN" altLang="en-US" dirty="0"/>
              <a:t>组播地址</a:t>
            </a:r>
          </a:p>
        </p:txBody>
      </p:sp>
      <p:sp>
        <p:nvSpPr>
          <p:cNvPr id="3" name="文本占位符 2">
            <a:extLst>
              <a:ext uri="{FF2B5EF4-FFF2-40B4-BE49-F238E27FC236}">
                <a16:creationId xmlns="" xmlns:a16="http://schemas.microsoft.com/office/drawing/2014/main" id="{EB22C31E-4CFF-46D0-9666-F4949528B197}"/>
              </a:ext>
            </a:extLst>
          </p:cNvPr>
          <p:cNvSpPr>
            <a:spLocks noGrp="1"/>
          </p:cNvSpPr>
          <p:nvPr>
            <p:ph type="body" sz="quarter" idx="10"/>
          </p:nvPr>
        </p:nvSpPr>
        <p:spPr>
          <a:xfrm>
            <a:off x="444603" y="1247556"/>
            <a:ext cx="11307600" cy="4680000"/>
          </a:xfrm>
        </p:spPr>
        <p:txBody>
          <a:bodyPr/>
          <a:lstStyle/>
          <a:p>
            <a:r>
              <a:rPr lang="en-US" altLang="zh-CN" dirty="0"/>
              <a:t>1</a:t>
            </a:r>
            <a:r>
              <a:rPr lang="zh-CN" altLang="en-US" dirty="0"/>
              <a:t>、</a:t>
            </a:r>
            <a:r>
              <a:rPr lang="en-US" altLang="zh-CN" dirty="0"/>
              <a:t>IPv6</a:t>
            </a:r>
            <a:r>
              <a:rPr lang="zh-CN" altLang="en-US" dirty="0"/>
              <a:t>组播地址</a:t>
            </a:r>
            <a:endParaRPr lang="en-US" altLang="zh-CN" dirty="0"/>
          </a:p>
          <a:p>
            <a:pPr lvl="1"/>
            <a:r>
              <a:rPr lang="zh-CN" altLang="en-US" dirty="0"/>
              <a:t>在</a:t>
            </a:r>
            <a:r>
              <a:rPr lang="en-US" altLang="zh-CN" dirty="0"/>
              <a:t>IPv6</a:t>
            </a:r>
            <a:r>
              <a:rPr lang="zh-CN" altLang="en-US" dirty="0"/>
              <a:t>中不存在广播报文，要通过组播来实现，广播本身就是组播的一种应用。组播地址标识一组接口，目的地址是组播地址的数据包会被属于该组的所有接口所接收。</a:t>
            </a:r>
            <a:endParaRPr lang="en-US" altLang="zh-CN" dirty="0"/>
          </a:p>
          <a:p>
            <a:pPr lvl="2"/>
            <a:r>
              <a:rPr lang="en-US" altLang="zh-CN" dirty="0"/>
              <a:t>FF</a:t>
            </a:r>
            <a:r>
              <a:rPr lang="zh-CN" altLang="zh-CN" dirty="0"/>
              <a:t>：</a:t>
            </a:r>
            <a:r>
              <a:rPr lang="en-US" altLang="zh-CN" dirty="0"/>
              <a:t>8bit</a:t>
            </a:r>
            <a:r>
              <a:rPr lang="zh-CN" altLang="en-US" dirty="0"/>
              <a:t>，</a:t>
            </a:r>
            <a:r>
              <a:rPr lang="en-US" altLang="zh-CN" dirty="0"/>
              <a:t>IPv6</a:t>
            </a:r>
            <a:r>
              <a:rPr lang="zh-CN" altLang="zh-CN" dirty="0"/>
              <a:t>组播地址前</a:t>
            </a:r>
            <a:r>
              <a:rPr lang="en-US" altLang="zh-CN" dirty="0"/>
              <a:t>8</a:t>
            </a:r>
            <a:r>
              <a:rPr lang="zh-CN" altLang="zh-CN" dirty="0"/>
              <a:t>位都是</a:t>
            </a:r>
            <a:r>
              <a:rPr lang="en-US" altLang="zh-CN" dirty="0"/>
              <a:t>FF/8</a:t>
            </a:r>
            <a:r>
              <a:rPr lang="zh-CN" altLang="zh-CN" dirty="0"/>
              <a:t>，以</a:t>
            </a:r>
            <a:r>
              <a:rPr lang="en-US" altLang="zh-CN" dirty="0"/>
              <a:t>FF::/8</a:t>
            </a:r>
            <a:r>
              <a:rPr lang="zh-CN" altLang="zh-CN" dirty="0"/>
              <a:t>开头。</a:t>
            </a:r>
          </a:p>
          <a:p>
            <a:pPr lvl="2"/>
            <a:r>
              <a:rPr lang="en-US" altLang="zh-CN" dirty="0"/>
              <a:t>Left time</a:t>
            </a:r>
            <a:r>
              <a:rPr lang="zh-CN" altLang="zh-CN" dirty="0"/>
              <a:t>：</a:t>
            </a:r>
            <a:r>
              <a:rPr lang="en-US" altLang="zh-CN" dirty="0"/>
              <a:t>4bit</a:t>
            </a:r>
            <a:r>
              <a:rPr lang="zh-CN" altLang="zh-CN" dirty="0"/>
              <a:t>，第</a:t>
            </a:r>
            <a:r>
              <a:rPr lang="en-US" altLang="zh-CN" dirty="0"/>
              <a:t>1</a:t>
            </a:r>
            <a:r>
              <a:rPr lang="zh-CN" altLang="zh-CN" dirty="0"/>
              <a:t>位都是</a:t>
            </a:r>
            <a:r>
              <a:rPr lang="en-US" altLang="zh-CN" dirty="0"/>
              <a:t>0</a:t>
            </a:r>
            <a:r>
              <a:rPr lang="zh-CN" altLang="zh-CN" dirty="0"/>
              <a:t>，格式</a:t>
            </a:r>
            <a:r>
              <a:rPr lang="en-US" altLang="zh-CN" dirty="0"/>
              <a:t>|0|r|p|t|</a:t>
            </a:r>
            <a:r>
              <a:rPr lang="zh-CN" altLang="zh-CN" dirty="0"/>
              <a:t>。</a:t>
            </a:r>
          </a:p>
          <a:p>
            <a:pPr lvl="2"/>
            <a:r>
              <a:rPr lang="en-US" altLang="zh-CN" dirty="0"/>
              <a:t>Scope</a:t>
            </a:r>
            <a:r>
              <a:rPr lang="zh-CN" altLang="zh-CN" dirty="0"/>
              <a:t>：</a:t>
            </a:r>
            <a:r>
              <a:rPr lang="en-US" altLang="zh-CN" dirty="0"/>
              <a:t>4bit</a:t>
            </a:r>
            <a:r>
              <a:rPr lang="zh-CN" altLang="zh-CN" dirty="0"/>
              <a:t>，标识传播范围。</a:t>
            </a:r>
          </a:p>
          <a:p>
            <a:pPr lvl="2"/>
            <a:r>
              <a:rPr lang="en-US" altLang="zh-CN" dirty="0"/>
              <a:t>Group ID</a:t>
            </a:r>
            <a:r>
              <a:rPr lang="zh-CN" altLang="zh-CN" dirty="0"/>
              <a:t>：</a:t>
            </a:r>
            <a:r>
              <a:rPr lang="en-US" altLang="zh-CN" dirty="0"/>
              <a:t>112bit</a:t>
            </a:r>
            <a:r>
              <a:rPr lang="zh-CN" altLang="zh-CN" dirty="0"/>
              <a:t>，组播组标识号。</a:t>
            </a:r>
          </a:p>
          <a:p>
            <a:pPr lvl="1"/>
            <a:endParaRPr lang="zh-CN" altLang="en-US" dirty="0"/>
          </a:p>
        </p:txBody>
      </p:sp>
      <p:pic>
        <p:nvPicPr>
          <p:cNvPr id="4" name="图片 3">
            <a:extLst>
              <a:ext uri="{FF2B5EF4-FFF2-40B4-BE49-F238E27FC236}">
                <a16:creationId xmlns="" xmlns:a16="http://schemas.microsoft.com/office/drawing/2014/main" id="{D106F0FB-7DBD-4FD1-A840-0DDAF445D105}"/>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2810530" y="5142230"/>
            <a:ext cx="6570940" cy="612140"/>
          </a:xfrm>
          <a:prstGeom prst="rect">
            <a:avLst/>
          </a:prstGeom>
          <a:noFill/>
          <a:ln>
            <a:noFill/>
          </a:ln>
        </p:spPr>
      </p:pic>
    </p:spTree>
    <p:extLst>
      <p:ext uri="{BB962C8B-B14F-4D97-AF65-F5344CB8AC3E}">
        <p14:creationId xmlns:p14="http://schemas.microsoft.com/office/powerpoint/2010/main" val="966950695"/>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13234A32-1FAA-4E97-B48C-41F0F53A7261}"/>
              </a:ext>
            </a:extLst>
          </p:cNvPr>
          <p:cNvSpPr>
            <a:spLocks noGrp="1"/>
          </p:cNvSpPr>
          <p:nvPr>
            <p:ph type="title"/>
          </p:nvPr>
        </p:nvSpPr>
        <p:spPr/>
        <p:txBody>
          <a:bodyPr/>
          <a:lstStyle/>
          <a:p>
            <a:r>
              <a:rPr lang="zh-CN" altLang="zh-CN" sz="3499" b="1" kern="1200" baseline="0" dirty="0">
                <a:solidFill>
                  <a:schemeClr val="tx1"/>
                </a:solidFill>
                <a:effectLst/>
                <a:latin typeface="Huawei Sans" panose="020C0503030203020204" pitchFamily="34" charset="0"/>
                <a:ea typeface="方正兰亭黑简体" panose="02000000000000000000" pitchFamily="2" charset="-122"/>
                <a:cs typeface="+mj-cs"/>
              </a:rPr>
              <a:t>六、</a:t>
            </a:r>
            <a:r>
              <a:rPr lang="en-US" altLang="zh-CN" dirty="0"/>
              <a:t>IPv6</a:t>
            </a:r>
            <a:r>
              <a:rPr lang="zh-CN" altLang="en-US" dirty="0"/>
              <a:t>组播地址</a:t>
            </a:r>
          </a:p>
        </p:txBody>
      </p:sp>
      <p:sp>
        <p:nvSpPr>
          <p:cNvPr id="3" name="文本占位符 2">
            <a:extLst>
              <a:ext uri="{FF2B5EF4-FFF2-40B4-BE49-F238E27FC236}">
                <a16:creationId xmlns="" xmlns:a16="http://schemas.microsoft.com/office/drawing/2014/main" id="{68E0B821-8A41-4BA6-A82F-EC77A9D5BE0E}"/>
              </a:ext>
            </a:extLst>
          </p:cNvPr>
          <p:cNvSpPr>
            <a:spLocks noGrp="1"/>
          </p:cNvSpPr>
          <p:nvPr>
            <p:ph type="body" sz="quarter" idx="10"/>
          </p:nvPr>
        </p:nvSpPr>
        <p:spPr>
          <a:xfrm>
            <a:off x="444603" y="1247556"/>
            <a:ext cx="11307600" cy="4680000"/>
          </a:xfrm>
        </p:spPr>
        <p:txBody>
          <a:bodyPr/>
          <a:lstStyle/>
          <a:p>
            <a:pPr lvl="1"/>
            <a:r>
              <a:rPr lang="en-US" altLang="zh-CN" dirty="0"/>
              <a:t>2</a:t>
            </a:r>
            <a:r>
              <a:rPr lang="zh-CN" altLang="en-US" dirty="0"/>
              <a:t>、</a:t>
            </a:r>
            <a:r>
              <a:rPr lang="en-US" altLang="zh-CN" dirty="0"/>
              <a:t>IPv6</a:t>
            </a:r>
            <a:r>
              <a:rPr lang="zh-CN" altLang="en-US" dirty="0"/>
              <a:t>固定的组播地址</a:t>
            </a:r>
          </a:p>
          <a:p>
            <a:endParaRPr lang="zh-CN" altLang="en-US" dirty="0"/>
          </a:p>
        </p:txBody>
      </p:sp>
      <p:graphicFrame>
        <p:nvGraphicFramePr>
          <p:cNvPr id="4" name="表格 3">
            <a:extLst>
              <a:ext uri="{FF2B5EF4-FFF2-40B4-BE49-F238E27FC236}">
                <a16:creationId xmlns="" xmlns:a16="http://schemas.microsoft.com/office/drawing/2014/main" id="{8595350C-3AAE-4361-8078-FEDC178FAF5F}"/>
              </a:ext>
            </a:extLst>
          </p:cNvPr>
          <p:cNvGraphicFramePr>
            <a:graphicFrameLocks noGrp="1"/>
          </p:cNvGraphicFramePr>
          <p:nvPr>
            <p:extLst>
              <p:ext uri="{D42A27DB-BD31-4B8C-83A1-F6EECF244321}">
                <p14:modId xmlns:p14="http://schemas.microsoft.com/office/powerpoint/2010/main" val="2576502954"/>
              </p:ext>
            </p:extLst>
          </p:nvPr>
        </p:nvGraphicFramePr>
        <p:xfrm>
          <a:off x="2105660" y="2039430"/>
          <a:ext cx="7980681" cy="2779140"/>
        </p:xfrm>
        <a:graphic>
          <a:graphicData uri="http://schemas.openxmlformats.org/drawingml/2006/table">
            <a:tbl>
              <a:tblPr firstRow="1" firstCol="1" bandRow="1">
                <a:tableStyleId>{2D5ABB26-0587-4C30-8999-92F81FD0307C}</a:tableStyleId>
              </a:tblPr>
              <a:tblGrid>
                <a:gridCol w="3099435">
                  <a:extLst>
                    <a:ext uri="{9D8B030D-6E8A-4147-A177-3AD203B41FA5}">
                      <a16:colId xmlns="" xmlns:a16="http://schemas.microsoft.com/office/drawing/2014/main" val="908470765"/>
                    </a:ext>
                  </a:extLst>
                </a:gridCol>
                <a:gridCol w="1929448">
                  <a:extLst>
                    <a:ext uri="{9D8B030D-6E8A-4147-A177-3AD203B41FA5}">
                      <a16:colId xmlns="" xmlns:a16="http://schemas.microsoft.com/office/drawing/2014/main" val="1679987551"/>
                    </a:ext>
                  </a:extLst>
                </a:gridCol>
                <a:gridCol w="2951798">
                  <a:extLst>
                    <a:ext uri="{9D8B030D-6E8A-4147-A177-3AD203B41FA5}">
                      <a16:colId xmlns="" xmlns:a16="http://schemas.microsoft.com/office/drawing/2014/main" val="1192242462"/>
                    </a:ext>
                  </a:extLst>
                </a:gridCol>
              </a:tblGrid>
              <a:tr h="397020">
                <a:tc>
                  <a:txBody>
                    <a:bodyPr/>
                    <a:lstStyle/>
                    <a:p>
                      <a:pPr indent="127000" algn="ctr">
                        <a:spcAft>
                          <a:spcPts val="0"/>
                        </a:spcAft>
                      </a:pPr>
                      <a:r>
                        <a:rPr lang="zh-CN" sz="2000" b="1" kern="100" dirty="0">
                          <a:effectLst/>
                        </a:rPr>
                        <a:t>固定组播地址</a:t>
                      </a:r>
                      <a:endParaRPr lang="zh-CN" sz="2000" b="1"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lnB w="12700" cap="flat" cmpd="sng" algn="ctr">
                      <a:solidFill>
                        <a:schemeClr val="accent6"/>
                      </a:solidFill>
                      <a:prstDash val="solid"/>
                      <a:round/>
                      <a:headEnd type="none" w="med" len="med"/>
                      <a:tailEnd type="none" w="med" len="med"/>
                    </a:lnB>
                  </a:tcPr>
                </a:tc>
                <a:tc>
                  <a:txBody>
                    <a:bodyPr/>
                    <a:lstStyle/>
                    <a:p>
                      <a:pPr indent="127000" algn="ctr">
                        <a:spcAft>
                          <a:spcPts val="0"/>
                        </a:spcAft>
                      </a:pPr>
                      <a:r>
                        <a:rPr lang="en-US" sz="2000" b="1" kern="100" dirty="0">
                          <a:effectLst/>
                        </a:rPr>
                        <a:t>IPv6</a:t>
                      </a:r>
                      <a:r>
                        <a:rPr lang="zh-CN" sz="2000" b="1" kern="100" dirty="0">
                          <a:effectLst/>
                        </a:rPr>
                        <a:t>组播地址</a:t>
                      </a:r>
                      <a:endParaRPr lang="zh-CN" sz="2000" b="1"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lnB w="12700" cap="flat" cmpd="sng" algn="ctr">
                      <a:solidFill>
                        <a:schemeClr val="accent6"/>
                      </a:solidFill>
                      <a:prstDash val="solid"/>
                      <a:round/>
                      <a:headEnd type="none" w="med" len="med"/>
                      <a:tailEnd type="none" w="med" len="med"/>
                    </a:lnB>
                  </a:tcPr>
                </a:tc>
                <a:tc>
                  <a:txBody>
                    <a:bodyPr/>
                    <a:lstStyle/>
                    <a:p>
                      <a:pPr indent="127000" algn="ctr">
                        <a:spcAft>
                          <a:spcPts val="0"/>
                        </a:spcAft>
                      </a:pPr>
                      <a:r>
                        <a:rPr lang="zh-CN" sz="2000" b="1" kern="100" dirty="0">
                          <a:effectLst/>
                        </a:rPr>
                        <a:t>相当于</a:t>
                      </a:r>
                      <a:r>
                        <a:rPr lang="en-US" sz="2000" b="1" kern="100" dirty="0">
                          <a:effectLst/>
                        </a:rPr>
                        <a:t>IPv4</a:t>
                      </a:r>
                      <a:r>
                        <a:rPr lang="zh-CN" sz="2000" b="1" kern="100" dirty="0">
                          <a:effectLst/>
                        </a:rPr>
                        <a:t>的哪些地址</a:t>
                      </a:r>
                      <a:endParaRPr lang="zh-CN" sz="2000" b="1"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lnB w="12700" cap="flat" cmpd="sng" algn="ctr">
                      <a:solidFill>
                        <a:schemeClr val="accent6"/>
                      </a:solidFill>
                      <a:prstDash val="solid"/>
                      <a:round/>
                      <a:headEnd type="none" w="med" len="med"/>
                      <a:tailEnd type="none" w="med" len="med"/>
                    </a:lnB>
                  </a:tcPr>
                </a:tc>
                <a:extLst>
                  <a:ext uri="{0D108BD9-81ED-4DB2-BD59-A6C34878D82A}">
                    <a16:rowId xmlns="" xmlns:a16="http://schemas.microsoft.com/office/drawing/2014/main" val="671567436"/>
                  </a:ext>
                </a:extLst>
              </a:tr>
              <a:tr h="397020">
                <a:tc>
                  <a:txBody>
                    <a:bodyPr/>
                    <a:lstStyle/>
                    <a:p>
                      <a:pPr indent="127000" algn="ctr">
                        <a:spcAft>
                          <a:spcPts val="0"/>
                        </a:spcAft>
                      </a:pPr>
                      <a:r>
                        <a:rPr lang="zh-CN" sz="2000" kern="100">
                          <a:effectLst/>
                        </a:rPr>
                        <a:t>所有节点的组播地址</a:t>
                      </a:r>
                      <a:endParaRPr lang="zh-CN" sz="2000" kern="10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tcPr>
                </a:tc>
                <a:tc>
                  <a:txBody>
                    <a:bodyPr/>
                    <a:lstStyle/>
                    <a:p>
                      <a:pPr indent="127000" algn="ctr">
                        <a:spcAft>
                          <a:spcPts val="0"/>
                        </a:spcAft>
                      </a:pPr>
                      <a:r>
                        <a:rPr lang="en-US" sz="2000" kern="100">
                          <a:effectLst/>
                        </a:rPr>
                        <a:t>FF02::1</a:t>
                      </a:r>
                      <a:endParaRPr lang="zh-CN" sz="2000" kern="10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tcPr>
                </a:tc>
                <a:tc>
                  <a:txBody>
                    <a:bodyPr/>
                    <a:lstStyle/>
                    <a:p>
                      <a:pPr indent="127000" algn="ctr">
                        <a:spcAft>
                          <a:spcPts val="0"/>
                        </a:spcAft>
                      </a:pPr>
                      <a:r>
                        <a:rPr lang="zh-CN" sz="2000" kern="100" dirty="0">
                          <a:effectLst/>
                        </a:rPr>
                        <a:t>广播地址</a:t>
                      </a:r>
                      <a:endParaRPr lang="zh-CN" sz="20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accent6"/>
                      </a:solidFill>
                      <a:prstDash val="solid"/>
                      <a:round/>
                      <a:headEnd type="none" w="med" len="med"/>
                      <a:tailEnd type="none" w="med" len="med"/>
                    </a:lnL>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tcPr>
                </a:tc>
                <a:extLst>
                  <a:ext uri="{0D108BD9-81ED-4DB2-BD59-A6C34878D82A}">
                    <a16:rowId xmlns="" xmlns:a16="http://schemas.microsoft.com/office/drawing/2014/main" val="3260391923"/>
                  </a:ext>
                </a:extLst>
              </a:tr>
              <a:tr h="397020">
                <a:tc>
                  <a:txBody>
                    <a:bodyPr/>
                    <a:lstStyle/>
                    <a:p>
                      <a:pPr indent="127000" algn="ctr">
                        <a:spcAft>
                          <a:spcPts val="0"/>
                        </a:spcAft>
                      </a:pPr>
                      <a:r>
                        <a:rPr lang="zh-CN" sz="2000" kern="100">
                          <a:effectLst/>
                        </a:rPr>
                        <a:t>所有路由器的组播地址</a:t>
                      </a:r>
                      <a:endParaRPr lang="zh-CN" sz="2000" kern="10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tcPr>
                </a:tc>
                <a:tc>
                  <a:txBody>
                    <a:bodyPr/>
                    <a:lstStyle/>
                    <a:p>
                      <a:pPr indent="127000" algn="ctr">
                        <a:spcAft>
                          <a:spcPts val="0"/>
                        </a:spcAft>
                      </a:pPr>
                      <a:r>
                        <a:rPr lang="en-US" sz="2000" kern="100">
                          <a:effectLst/>
                        </a:rPr>
                        <a:t>FF02::2</a:t>
                      </a:r>
                      <a:endParaRPr lang="zh-CN" sz="2000" kern="10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tcPr>
                </a:tc>
                <a:tc>
                  <a:txBody>
                    <a:bodyPr/>
                    <a:lstStyle/>
                    <a:p>
                      <a:pPr indent="127000" algn="ctr">
                        <a:spcAft>
                          <a:spcPts val="0"/>
                        </a:spcAft>
                      </a:pPr>
                      <a:r>
                        <a:rPr lang="en-US" sz="2000" kern="100" dirty="0">
                          <a:effectLst/>
                        </a:rPr>
                        <a:t>224.0.0.2</a:t>
                      </a:r>
                      <a:endParaRPr lang="zh-CN" sz="20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accent6"/>
                      </a:solidFill>
                      <a:prstDash val="solid"/>
                      <a:round/>
                      <a:headEnd type="none" w="med" len="med"/>
                      <a:tailEnd type="none" w="med" len="med"/>
                    </a:lnL>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tcPr>
                </a:tc>
                <a:extLst>
                  <a:ext uri="{0D108BD9-81ED-4DB2-BD59-A6C34878D82A}">
                    <a16:rowId xmlns="" xmlns:a16="http://schemas.microsoft.com/office/drawing/2014/main" val="3753352525"/>
                  </a:ext>
                </a:extLst>
              </a:tr>
              <a:tr h="397020">
                <a:tc>
                  <a:txBody>
                    <a:bodyPr/>
                    <a:lstStyle/>
                    <a:p>
                      <a:pPr indent="127000" algn="ctr">
                        <a:spcAft>
                          <a:spcPts val="0"/>
                        </a:spcAft>
                      </a:pPr>
                      <a:r>
                        <a:rPr lang="zh-CN" sz="2000" kern="100">
                          <a:effectLst/>
                        </a:rPr>
                        <a:t>所有</a:t>
                      </a:r>
                      <a:r>
                        <a:rPr lang="en-US" sz="2000" kern="100">
                          <a:effectLst/>
                        </a:rPr>
                        <a:t>OSPFv3</a:t>
                      </a:r>
                      <a:r>
                        <a:rPr lang="zh-CN" sz="2000" kern="100">
                          <a:effectLst/>
                        </a:rPr>
                        <a:t>路由器地址</a:t>
                      </a:r>
                      <a:endParaRPr lang="zh-CN" sz="2000" kern="10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tcPr>
                </a:tc>
                <a:tc>
                  <a:txBody>
                    <a:bodyPr/>
                    <a:lstStyle/>
                    <a:p>
                      <a:pPr indent="127000" algn="ctr">
                        <a:spcAft>
                          <a:spcPts val="0"/>
                        </a:spcAft>
                      </a:pPr>
                      <a:r>
                        <a:rPr lang="en-US" sz="2000" kern="100">
                          <a:effectLst/>
                        </a:rPr>
                        <a:t>FF02::5</a:t>
                      </a:r>
                      <a:endParaRPr lang="zh-CN" sz="2000" kern="10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tcPr>
                </a:tc>
                <a:tc>
                  <a:txBody>
                    <a:bodyPr/>
                    <a:lstStyle/>
                    <a:p>
                      <a:pPr indent="127000" algn="ctr">
                        <a:spcAft>
                          <a:spcPts val="0"/>
                        </a:spcAft>
                      </a:pPr>
                      <a:r>
                        <a:rPr lang="en-US" sz="2000" kern="100" dirty="0">
                          <a:effectLst/>
                        </a:rPr>
                        <a:t>224.0.0.5</a:t>
                      </a:r>
                      <a:endParaRPr lang="zh-CN" sz="20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accent6"/>
                      </a:solidFill>
                      <a:prstDash val="solid"/>
                      <a:round/>
                      <a:headEnd type="none" w="med" len="med"/>
                      <a:tailEnd type="none" w="med" len="med"/>
                    </a:lnL>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tcPr>
                </a:tc>
                <a:extLst>
                  <a:ext uri="{0D108BD9-81ED-4DB2-BD59-A6C34878D82A}">
                    <a16:rowId xmlns="" xmlns:a16="http://schemas.microsoft.com/office/drawing/2014/main" val="4278887206"/>
                  </a:ext>
                </a:extLst>
              </a:tr>
              <a:tr h="397020">
                <a:tc>
                  <a:txBody>
                    <a:bodyPr/>
                    <a:lstStyle/>
                    <a:p>
                      <a:pPr indent="127000" algn="ctr">
                        <a:spcAft>
                          <a:spcPts val="0"/>
                        </a:spcAft>
                      </a:pPr>
                      <a:r>
                        <a:rPr lang="zh-CN" sz="2000" kern="100">
                          <a:effectLst/>
                        </a:rPr>
                        <a:t>所有</a:t>
                      </a:r>
                      <a:r>
                        <a:rPr lang="en-US" sz="2000" kern="100">
                          <a:effectLst/>
                        </a:rPr>
                        <a:t>OSPFv3DR</a:t>
                      </a:r>
                      <a:r>
                        <a:rPr lang="zh-CN" sz="2000" kern="100">
                          <a:effectLst/>
                        </a:rPr>
                        <a:t>和</a:t>
                      </a:r>
                      <a:r>
                        <a:rPr lang="en-US" sz="2000" kern="100">
                          <a:effectLst/>
                        </a:rPr>
                        <a:t>BDR</a:t>
                      </a:r>
                      <a:endParaRPr lang="zh-CN" sz="2000" kern="10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tcPr>
                </a:tc>
                <a:tc>
                  <a:txBody>
                    <a:bodyPr/>
                    <a:lstStyle/>
                    <a:p>
                      <a:pPr indent="127000" algn="ctr">
                        <a:spcAft>
                          <a:spcPts val="0"/>
                        </a:spcAft>
                      </a:pPr>
                      <a:r>
                        <a:rPr lang="en-US" sz="2000" kern="100" dirty="0">
                          <a:effectLst/>
                        </a:rPr>
                        <a:t>FF02::6</a:t>
                      </a:r>
                      <a:endParaRPr lang="zh-CN" sz="20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tcPr>
                </a:tc>
                <a:tc>
                  <a:txBody>
                    <a:bodyPr/>
                    <a:lstStyle/>
                    <a:p>
                      <a:pPr indent="127000" algn="ctr">
                        <a:spcAft>
                          <a:spcPts val="0"/>
                        </a:spcAft>
                      </a:pPr>
                      <a:r>
                        <a:rPr lang="en-US" sz="2000" kern="100" dirty="0">
                          <a:effectLst/>
                        </a:rPr>
                        <a:t>224.0.0.6</a:t>
                      </a:r>
                      <a:endParaRPr lang="zh-CN" sz="20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accent6"/>
                      </a:solidFill>
                      <a:prstDash val="solid"/>
                      <a:round/>
                      <a:headEnd type="none" w="med" len="med"/>
                      <a:tailEnd type="none" w="med" len="med"/>
                    </a:lnL>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tcPr>
                </a:tc>
                <a:extLst>
                  <a:ext uri="{0D108BD9-81ED-4DB2-BD59-A6C34878D82A}">
                    <a16:rowId xmlns="" xmlns:a16="http://schemas.microsoft.com/office/drawing/2014/main" val="1411223627"/>
                  </a:ext>
                </a:extLst>
              </a:tr>
              <a:tr h="397020">
                <a:tc>
                  <a:txBody>
                    <a:bodyPr/>
                    <a:lstStyle/>
                    <a:p>
                      <a:pPr indent="127000" algn="ctr">
                        <a:spcAft>
                          <a:spcPts val="0"/>
                        </a:spcAft>
                      </a:pPr>
                      <a:r>
                        <a:rPr lang="zh-CN" sz="2000" kern="100">
                          <a:effectLst/>
                        </a:rPr>
                        <a:t>所有</a:t>
                      </a:r>
                      <a:r>
                        <a:rPr lang="en-US" sz="2000" kern="100">
                          <a:effectLst/>
                        </a:rPr>
                        <a:t>RP</a:t>
                      </a:r>
                      <a:r>
                        <a:rPr lang="zh-CN" sz="2000" kern="100">
                          <a:effectLst/>
                        </a:rPr>
                        <a:t>路由器</a:t>
                      </a:r>
                      <a:endParaRPr lang="zh-CN" sz="2000" kern="10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tcPr>
                </a:tc>
                <a:tc>
                  <a:txBody>
                    <a:bodyPr/>
                    <a:lstStyle/>
                    <a:p>
                      <a:pPr indent="127000" algn="ctr">
                        <a:spcAft>
                          <a:spcPts val="0"/>
                        </a:spcAft>
                      </a:pPr>
                      <a:r>
                        <a:rPr lang="en-US" sz="2000" kern="100">
                          <a:effectLst/>
                        </a:rPr>
                        <a:t>FF02::9</a:t>
                      </a:r>
                      <a:endParaRPr lang="zh-CN" sz="2000" kern="10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tcPr>
                </a:tc>
                <a:tc>
                  <a:txBody>
                    <a:bodyPr/>
                    <a:lstStyle/>
                    <a:p>
                      <a:pPr indent="127000" algn="ctr">
                        <a:spcAft>
                          <a:spcPts val="0"/>
                        </a:spcAft>
                      </a:pPr>
                      <a:r>
                        <a:rPr lang="en-US" sz="2000" kern="100" dirty="0">
                          <a:effectLst/>
                        </a:rPr>
                        <a:t>224.0.0.9</a:t>
                      </a:r>
                      <a:endParaRPr lang="zh-CN" sz="20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accent6"/>
                      </a:solidFill>
                      <a:prstDash val="solid"/>
                      <a:round/>
                      <a:headEnd type="none" w="med" len="med"/>
                      <a:tailEnd type="none" w="med" len="med"/>
                    </a:lnL>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tcPr>
                </a:tc>
                <a:extLst>
                  <a:ext uri="{0D108BD9-81ED-4DB2-BD59-A6C34878D82A}">
                    <a16:rowId xmlns="" xmlns:a16="http://schemas.microsoft.com/office/drawing/2014/main" val="2284076775"/>
                  </a:ext>
                </a:extLst>
              </a:tr>
              <a:tr h="397020">
                <a:tc>
                  <a:txBody>
                    <a:bodyPr/>
                    <a:lstStyle/>
                    <a:p>
                      <a:pPr indent="127000" algn="ctr">
                        <a:spcAft>
                          <a:spcPts val="0"/>
                        </a:spcAft>
                      </a:pPr>
                      <a:r>
                        <a:rPr lang="zh-CN" sz="2000" kern="100">
                          <a:effectLst/>
                        </a:rPr>
                        <a:t>所有</a:t>
                      </a:r>
                      <a:r>
                        <a:rPr lang="en-US" sz="2000" kern="100">
                          <a:effectLst/>
                        </a:rPr>
                        <a:t>PIM</a:t>
                      </a:r>
                      <a:r>
                        <a:rPr lang="zh-CN" sz="2000" kern="100">
                          <a:effectLst/>
                        </a:rPr>
                        <a:t>路由器</a:t>
                      </a:r>
                      <a:endParaRPr lang="zh-CN" sz="2000" kern="10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tcPr>
                </a:tc>
                <a:tc>
                  <a:txBody>
                    <a:bodyPr/>
                    <a:lstStyle/>
                    <a:p>
                      <a:pPr indent="127000" algn="ctr">
                        <a:spcAft>
                          <a:spcPts val="0"/>
                        </a:spcAft>
                      </a:pPr>
                      <a:r>
                        <a:rPr lang="en-US" sz="2000" kern="100">
                          <a:effectLst/>
                        </a:rPr>
                        <a:t>FF02::D</a:t>
                      </a:r>
                      <a:endParaRPr lang="zh-CN" sz="2000" kern="10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tcPr>
                </a:tc>
                <a:tc>
                  <a:txBody>
                    <a:bodyPr/>
                    <a:lstStyle/>
                    <a:p>
                      <a:pPr indent="127000" algn="ctr">
                        <a:spcAft>
                          <a:spcPts val="0"/>
                        </a:spcAft>
                      </a:pPr>
                      <a:r>
                        <a:rPr lang="en-US" sz="2000" kern="100" dirty="0">
                          <a:effectLst/>
                        </a:rPr>
                        <a:t>224.0.0.13</a:t>
                      </a:r>
                      <a:endParaRPr lang="zh-CN" sz="20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accent6"/>
                      </a:solidFill>
                      <a:prstDash val="solid"/>
                      <a:round/>
                      <a:headEnd type="none" w="med" len="med"/>
                      <a:tailEnd type="none" w="med" len="med"/>
                    </a:lnL>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tcPr>
                </a:tc>
                <a:extLst>
                  <a:ext uri="{0D108BD9-81ED-4DB2-BD59-A6C34878D82A}">
                    <a16:rowId xmlns="" xmlns:a16="http://schemas.microsoft.com/office/drawing/2014/main" val="4127529964"/>
                  </a:ext>
                </a:extLst>
              </a:tr>
            </a:tbl>
          </a:graphicData>
        </a:graphic>
      </p:graphicFrame>
    </p:spTree>
    <p:extLst>
      <p:ext uri="{BB962C8B-B14F-4D97-AF65-F5344CB8AC3E}">
        <p14:creationId xmlns:p14="http://schemas.microsoft.com/office/powerpoint/2010/main" val="3555757732"/>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18D8EEE2-BB38-460B-A15A-7D552D60C370}"/>
              </a:ext>
            </a:extLst>
          </p:cNvPr>
          <p:cNvSpPr>
            <a:spLocks noGrp="1"/>
          </p:cNvSpPr>
          <p:nvPr>
            <p:ph type="title"/>
          </p:nvPr>
        </p:nvSpPr>
        <p:spPr/>
        <p:txBody>
          <a:bodyPr/>
          <a:lstStyle/>
          <a:p>
            <a:r>
              <a:rPr lang="zh-CN" altLang="zh-CN" sz="3499" b="1" kern="1200" baseline="0" dirty="0">
                <a:solidFill>
                  <a:schemeClr val="tx1"/>
                </a:solidFill>
                <a:effectLst/>
                <a:latin typeface="Huawei Sans" panose="020C0503030203020204" pitchFamily="34" charset="0"/>
                <a:ea typeface="方正兰亭黑简体" panose="02000000000000000000" pitchFamily="2" charset="-122"/>
                <a:cs typeface="+mj-cs"/>
              </a:rPr>
              <a:t>六、</a:t>
            </a:r>
            <a:r>
              <a:rPr lang="en-US" altLang="zh-CN" dirty="0"/>
              <a:t>IPv6</a:t>
            </a:r>
            <a:r>
              <a:rPr lang="zh-CN" altLang="en-US" dirty="0"/>
              <a:t>组播地址</a:t>
            </a:r>
          </a:p>
        </p:txBody>
      </p:sp>
      <p:sp>
        <p:nvSpPr>
          <p:cNvPr id="3" name="文本占位符 2">
            <a:extLst>
              <a:ext uri="{FF2B5EF4-FFF2-40B4-BE49-F238E27FC236}">
                <a16:creationId xmlns="" xmlns:a16="http://schemas.microsoft.com/office/drawing/2014/main" id="{77127A8B-5B76-4363-8175-A3B8EE486290}"/>
              </a:ext>
            </a:extLst>
          </p:cNvPr>
          <p:cNvSpPr>
            <a:spLocks noGrp="1"/>
          </p:cNvSpPr>
          <p:nvPr>
            <p:ph type="body" sz="quarter" idx="10"/>
          </p:nvPr>
        </p:nvSpPr>
        <p:spPr>
          <a:xfrm>
            <a:off x="444603" y="1247556"/>
            <a:ext cx="11307600" cy="4680000"/>
          </a:xfrm>
        </p:spPr>
        <p:txBody>
          <a:bodyPr/>
          <a:lstStyle/>
          <a:p>
            <a:r>
              <a:rPr lang="en-US" altLang="zh-CN" dirty="0"/>
              <a:t>3</a:t>
            </a:r>
            <a:r>
              <a:rPr lang="zh-CN" altLang="en-US" dirty="0"/>
              <a:t>、特殊地址</a:t>
            </a:r>
            <a:endParaRPr lang="en-US" altLang="zh-CN" dirty="0"/>
          </a:p>
          <a:p>
            <a:pPr lvl="1"/>
            <a:r>
              <a:rPr lang="en-US" altLang="zh-CN" dirty="0"/>
              <a:t>0:0:0:0:0:0:0:0</a:t>
            </a:r>
            <a:r>
              <a:rPr lang="zh-CN" altLang="en-US" dirty="0"/>
              <a:t>（简化为</a:t>
            </a:r>
            <a:r>
              <a:rPr lang="en-US" altLang="zh-CN" dirty="0"/>
              <a:t>::</a:t>
            </a:r>
            <a:r>
              <a:rPr lang="zh-CN" altLang="en-US" dirty="0"/>
              <a:t>）未指定地址</a:t>
            </a:r>
            <a:r>
              <a:rPr lang="en-US" altLang="zh-CN" dirty="0"/>
              <a:t>:</a:t>
            </a:r>
          </a:p>
          <a:p>
            <a:pPr lvl="2"/>
            <a:r>
              <a:rPr lang="zh-CN" altLang="en-US" dirty="0"/>
              <a:t>它不能分配给任何节点，表示当前状态下没有地址，如当设备刚接入网络后，本身没有地址，则发送数据包的源地址使用该地址，比如发送</a:t>
            </a:r>
            <a:r>
              <a:rPr lang="en-US" altLang="zh-CN" dirty="0"/>
              <a:t>RA</a:t>
            </a:r>
            <a:r>
              <a:rPr lang="zh-CN" altLang="en-US" dirty="0"/>
              <a:t>消息，</a:t>
            </a:r>
            <a:r>
              <a:rPr lang="en-US" altLang="zh-CN" dirty="0"/>
              <a:t>DAD</a:t>
            </a:r>
            <a:r>
              <a:rPr lang="zh-CN" altLang="en-US" dirty="0"/>
              <a:t>（重复地址检测）。该地址不能用作目的地址。</a:t>
            </a:r>
          </a:p>
          <a:p>
            <a:pPr lvl="1"/>
            <a:r>
              <a:rPr lang="en-US" altLang="zh-CN" dirty="0"/>
              <a:t>0:0:0:0:0:0:0:1</a:t>
            </a:r>
            <a:r>
              <a:rPr lang="zh-CN" altLang="en-US" dirty="0"/>
              <a:t>（简化为</a:t>
            </a:r>
            <a:r>
              <a:rPr lang="en-US" altLang="zh-CN" dirty="0"/>
              <a:t>::1</a:t>
            </a:r>
            <a:r>
              <a:rPr lang="zh-CN" altLang="en-US" dirty="0"/>
              <a:t>）环回地址</a:t>
            </a:r>
            <a:r>
              <a:rPr lang="en-US" altLang="zh-CN" dirty="0"/>
              <a:t>:</a:t>
            </a:r>
          </a:p>
          <a:p>
            <a:pPr lvl="2"/>
            <a:r>
              <a:rPr lang="zh-CN" altLang="en-US" dirty="0"/>
              <a:t>节点用它作为发送后返回给自己的</a:t>
            </a:r>
            <a:r>
              <a:rPr lang="en-US" altLang="zh-CN" dirty="0"/>
              <a:t>IPv6</a:t>
            </a:r>
            <a:r>
              <a:rPr lang="zh-CN" altLang="en-US" dirty="0"/>
              <a:t>报文，不能分配给任何物理接口。</a:t>
            </a:r>
          </a:p>
          <a:p>
            <a:pPr lvl="1"/>
            <a:endParaRPr lang="zh-CN" altLang="en-US" dirty="0"/>
          </a:p>
        </p:txBody>
      </p:sp>
    </p:spTree>
    <p:extLst>
      <p:ext uri="{BB962C8B-B14F-4D97-AF65-F5344CB8AC3E}">
        <p14:creationId xmlns:p14="http://schemas.microsoft.com/office/powerpoint/2010/main" val="1100477064"/>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584B29E1-C95B-4046-BA7C-C96C95CD73A4}"/>
              </a:ext>
            </a:extLst>
          </p:cNvPr>
          <p:cNvSpPr>
            <a:spLocks noGrp="1"/>
          </p:cNvSpPr>
          <p:nvPr>
            <p:ph type="title"/>
          </p:nvPr>
        </p:nvSpPr>
        <p:spPr/>
        <p:txBody>
          <a:bodyPr/>
          <a:lstStyle/>
          <a:p>
            <a:r>
              <a:rPr lang="zh-CN" altLang="en-US" dirty="0"/>
              <a:t>七、</a:t>
            </a:r>
            <a:r>
              <a:rPr lang="en-US" altLang="zh-CN" dirty="0"/>
              <a:t>IPv6</a:t>
            </a:r>
            <a:r>
              <a:rPr lang="zh-CN" altLang="en-US" dirty="0"/>
              <a:t>任播地址</a:t>
            </a:r>
          </a:p>
        </p:txBody>
      </p:sp>
      <p:sp>
        <p:nvSpPr>
          <p:cNvPr id="3" name="文本占位符 2">
            <a:extLst>
              <a:ext uri="{FF2B5EF4-FFF2-40B4-BE49-F238E27FC236}">
                <a16:creationId xmlns="" xmlns:a16="http://schemas.microsoft.com/office/drawing/2014/main" id="{956DD0E9-80C0-42E3-980D-F5D1531E3688}"/>
              </a:ext>
            </a:extLst>
          </p:cNvPr>
          <p:cNvSpPr>
            <a:spLocks noGrp="1"/>
          </p:cNvSpPr>
          <p:nvPr>
            <p:ph type="body" sz="quarter" idx="10"/>
          </p:nvPr>
        </p:nvSpPr>
        <p:spPr>
          <a:xfrm>
            <a:off x="444603" y="1247556"/>
            <a:ext cx="11307600" cy="4680000"/>
          </a:xfrm>
        </p:spPr>
        <p:txBody>
          <a:bodyPr/>
          <a:lstStyle/>
          <a:p>
            <a:r>
              <a:rPr lang="en-US" altLang="zh-CN" dirty="0"/>
              <a:t>1</a:t>
            </a:r>
            <a:r>
              <a:rPr lang="zh-CN" altLang="en-US" dirty="0"/>
              <a:t>、</a:t>
            </a:r>
            <a:r>
              <a:rPr lang="en-US" altLang="zh-CN" dirty="0"/>
              <a:t>IPv6</a:t>
            </a:r>
            <a:r>
              <a:rPr lang="zh-CN" altLang="en-US" dirty="0"/>
              <a:t>任播地址</a:t>
            </a:r>
            <a:endParaRPr lang="en-US" altLang="zh-CN" dirty="0"/>
          </a:p>
          <a:p>
            <a:pPr lvl="1"/>
            <a:r>
              <a:rPr lang="zh-CN" altLang="en-US" dirty="0"/>
              <a:t>任播的概念最初是在</a:t>
            </a:r>
            <a:r>
              <a:rPr lang="en-US" altLang="zh-CN" dirty="0"/>
              <a:t>RFC1546</a:t>
            </a:r>
            <a:r>
              <a:rPr lang="zh-CN" altLang="en-US" dirty="0"/>
              <a:t>（</a:t>
            </a:r>
            <a:r>
              <a:rPr lang="en-US" altLang="zh-CN" dirty="0"/>
              <a:t>Host </a:t>
            </a:r>
            <a:r>
              <a:rPr lang="en-US" altLang="zh-CN" dirty="0" err="1"/>
              <a:t>Anycasting</a:t>
            </a:r>
            <a:r>
              <a:rPr lang="en-US" altLang="zh-CN" dirty="0"/>
              <a:t> Service</a:t>
            </a:r>
            <a:r>
              <a:rPr lang="zh-CN" altLang="en-US" dirty="0"/>
              <a:t>）中提出并定义的，主要为</a:t>
            </a:r>
            <a:r>
              <a:rPr lang="en-US" altLang="zh-CN" dirty="0"/>
              <a:t>DNS</a:t>
            </a:r>
            <a:r>
              <a:rPr lang="zh-CN" altLang="en-US" dirty="0"/>
              <a:t>和</a:t>
            </a:r>
            <a:r>
              <a:rPr lang="en-US" altLang="zh-CN" dirty="0"/>
              <a:t>HTTP</a:t>
            </a:r>
            <a:r>
              <a:rPr lang="zh-CN" altLang="en-US" dirty="0"/>
              <a:t>提供服务。</a:t>
            </a:r>
            <a:endParaRPr lang="en-US" altLang="zh-CN" dirty="0"/>
          </a:p>
          <a:p>
            <a:pPr lvl="1"/>
            <a:r>
              <a:rPr lang="en-US" altLang="zh-CN" dirty="0"/>
              <a:t>IPv6</a:t>
            </a:r>
            <a:r>
              <a:rPr lang="zh-CN" altLang="en-US" dirty="0"/>
              <a:t>中没有为任播规定单独的地址空间，任播地址和单播地址使用相同的地址空间。</a:t>
            </a:r>
            <a:endParaRPr lang="en-US" altLang="zh-CN" dirty="0"/>
          </a:p>
          <a:p>
            <a:pPr lvl="1"/>
            <a:r>
              <a:rPr lang="en-US" altLang="zh-CN" dirty="0"/>
              <a:t>IPv6</a:t>
            </a:r>
            <a:r>
              <a:rPr lang="zh-CN" altLang="en-US" dirty="0"/>
              <a:t>任播地址可以同时被分配给多个设备，也就是说多台设备可以有相同的任播地址，以任播地址为目标的数据包会通过路由器的路由表被路由到离源设备最近的拥有该目标地址的设备。</a:t>
            </a:r>
          </a:p>
        </p:txBody>
      </p:sp>
    </p:spTree>
    <p:extLst>
      <p:ext uri="{BB962C8B-B14F-4D97-AF65-F5344CB8AC3E}">
        <p14:creationId xmlns:p14="http://schemas.microsoft.com/office/powerpoint/2010/main" val="389956764"/>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a:extLst>
              <a:ext uri="{FF2B5EF4-FFF2-40B4-BE49-F238E27FC236}">
                <a16:creationId xmlns="" xmlns:a16="http://schemas.microsoft.com/office/drawing/2014/main" id="{F53833A1-3B8B-4308-A6B1-08FECD09CA6C}"/>
              </a:ext>
            </a:extLst>
          </p:cNvPr>
          <p:cNvSpPr>
            <a:spLocks noGrp="1"/>
          </p:cNvSpPr>
          <p:nvPr>
            <p:ph type="title"/>
          </p:nvPr>
        </p:nvSpPr>
        <p:spPr/>
        <p:txBody>
          <a:bodyPr/>
          <a:lstStyle/>
          <a:p>
            <a:r>
              <a:rPr lang="zh-CN" altLang="en-US" dirty="0"/>
              <a:t>七、</a:t>
            </a:r>
            <a:r>
              <a:rPr lang="en-US" altLang="zh-CN" dirty="0"/>
              <a:t>IPv6</a:t>
            </a:r>
            <a:r>
              <a:rPr lang="zh-CN" altLang="en-US" dirty="0"/>
              <a:t>任播地址</a:t>
            </a:r>
          </a:p>
        </p:txBody>
      </p:sp>
      <p:sp>
        <p:nvSpPr>
          <p:cNvPr id="10" name="文本占位符 9">
            <a:extLst>
              <a:ext uri="{FF2B5EF4-FFF2-40B4-BE49-F238E27FC236}">
                <a16:creationId xmlns="" xmlns:a16="http://schemas.microsoft.com/office/drawing/2014/main" id="{A7B69352-959C-49DB-8693-2DDA835E2698}"/>
              </a:ext>
            </a:extLst>
          </p:cNvPr>
          <p:cNvSpPr>
            <a:spLocks noGrp="1"/>
          </p:cNvSpPr>
          <p:nvPr>
            <p:ph type="body" sz="quarter" idx="10"/>
          </p:nvPr>
        </p:nvSpPr>
        <p:spPr>
          <a:xfrm>
            <a:off x="444603" y="1247556"/>
            <a:ext cx="11307600" cy="4680000"/>
          </a:xfrm>
        </p:spPr>
        <p:txBody>
          <a:bodyPr/>
          <a:lstStyle/>
          <a:p>
            <a:r>
              <a:rPr lang="en-US" altLang="zh-CN" dirty="0"/>
              <a:t>2</a:t>
            </a:r>
            <a:r>
              <a:rPr lang="zh-CN" altLang="en-US" dirty="0"/>
              <a:t>、任播地址示意图</a:t>
            </a:r>
          </a:p>
          <a:p>
            <a:endParaRPr lang="zh-CN" altLang="en-US" dirty="0"/>
          </a:p>
        </p:txBody>
      </p:sp>
      <p:pic>
        <p:nvPicPr>
          <p:cNvPr id="5" name="图片 4">
            <a:extLst>
              <a:ext uri="{FF2B5EF4-FFF2-40B4-BE49-F238E27FC236}">
                <a16:creationId xmlns="" xmlns:a16="http://schemas.microsoft.com/office/drawing/2014/main" id="{387E2C11-DA90-406A-8871-475FE4AF97F6}"/>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2452687" y="1650047"/>
            <a:ext cx="7059613" cy="5101032"/>
          </a:xfrm>
          <a:prstGeom prst="rect">
            <a:avLst/>
          </a:prstGeom>
          <a:noFill/>
          <a:ln>
            <a:noFill/>
          </a:ln>
        </p:spPr>
      </p:pic>
    </p:spTree>
    <p:extLst>
      <p:ext uri="{BB962C8B-B14F-4D97-AF65-F5344CB8AC3E}">
        <p14:creationId xmlns:p14="http://schemas.microsoft.com/office/powerpoint/2010/main" val="3110122473"/>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A92857C0-D91E-47CA-86F4-482E2EE4D9F5}"/>
              </a:ext>
            </a:extLst>
          </p:cNvPr>
          <p:cNvSpPr>
            <a:spLocks noGrp="1"/>
          </p:cNvSpPr>
          <p:nvPr>
            <p:ph type="title"/>
          </p:nvPr>
        </p:nvSpPr>
        <p:spPr/>
        <p:txBody>
          <a:bodyPr/>
          <a:lstStyle/>
          <a:p>
            <a:r>
              <a:rPr lang="zh-CN" altLang="en-US" dirty="0"/>
              <a:t>阶段总结</a:t>
            </a:r>
          </a:p>
        </p:txBody>
      </p:sp>
      <p:sp>
        <p:nvSpPr>
          <p:cNvPr id="3" name="文本占位符 2">
            <a:extLst>
              <a:ext uri="{FF2B5EF4-FFF2-40B4-BE49-F238E27FC236}">
                <a16:creationId xmlns="" xmlns:a16="http://schemas.microsoft.com/office/drawing/2014/main" id="{5AB7D4B3-65ED-41E6-B09E-E522B15E9F91}"/>
              </a:ext>
            </a:extLst>
          </p:cNvPr>
          <p:cNvSpPr>
            <a:spLocks noGrp="1"/>
          </p:cNvSpPr>
          <p:nvPr>
            <p:ph type="body" sz="quarter" idx="10"/>
          </p:nvPr>
        </p:nvSpPr>
        <p:spPr>
          <a:xfrm>
            <a:off x="444603" y="1247556"/>
            <a:ext cx="11307600" cy="4680000"/>
          </a:xfrm>
        </p:spPr>
        <p:txBody>
          <a:bodyPr/>
          <a:lstStyle/>
          <a:p>
            <a:r>
              <a:rPr lang="en-US" altLang="zh-CN" dirty="0"/>
              <a:t>IPv6</a:t>
            </a:r>
            <a:r>
              <a:rPr lang="zh-CN" altLang="en-US" dirty="0"/>
              <a:t>的地址结构由哪两个部分组成？</a:t>
            </a:r>
            <a:endParaRPr lang="en-US" altLang="zh-CN" dirty="0"/>
          </a:p>
          <a:p>
            <a:r>
              <a:rPr lang="en-US" altLang="zh-CN" dirty="0"/>
              <a:t>IPv6</a:t>
            </a:r>
            <a:r>
              <a:rPr lang="zh-CN" altLang="en-US" dirty="0"/>
              <a:t>单播地址可细分为哪几类？</a:t>
            </a:r>
            <a:endParaRPr lang="en-US" altLang="zh-CN" dirty="0"/>
          </a:p>
          <a:p>
            <a:r>
              <a:rPr lang="en-US" altLang="zh-CN" dirty="0"/>
              <a:t>IPv6</a:t>
            </a:r>
            <a:r>
              <a:rPr lang="zh-CN" altLang="en-US" dirty="0"/>
              <a:t>固定的组播地址有哪些？</a:t>
            </a:r>
            <a:endParaRPr lang="en-US" altLang="zh-CN" dirty="0"/>
          </a:p>
          <a:p>
            <a:r>
              <a:rPr lang="en-US" altLang="zh-CN" dirty="0"/>
              <a:t>IPv6</a:t>
            </a:r>
            <a:r>
              <a:rPr lang="zh-CN" altLang="en-US" dirty="0"/>
              <a:t>任播地址的概念？</a:t>
            </a:r>
          </a:p>
        </p:txBody>
      </p:sp>
    </p:spTree>
    <p:extLst>
      <p:ext uri="{BB962C8B-B14F-4D97-AF65-F5344CB8AC3E}">
        <p14:creationId xmlns:p14="http://schemas.microsoft.com/office/powerpoint/2010/main" val="1881476918"/>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a:xfrm>
            <a:off x="454816" y="1233486"/>
            <a:ext cx="11307600" cy="4984433"/>
          </a:xfrm>
        </p:spPr>
        <p:txBody>
          <a:bodyPr/>
          <a:lstStyle/>
          <a:p>
            <a:pPr marL="0" indent="0">
              <a:buNone/>
            </a:pPr>
            <a:r>
              <a:rPr lang="en-US" altLang="zh-CN" dirty="0"/>
              <a:t>7.1 IPv6</a:t>
            </a:r>
            <a:r>
              <a:rPr lang="zh-CN" altLang="en-US" dirty="0"/>
              <a:t>协议概述</a:t>
            </a:r>
          </a:p>
          <a:p>
            <a:pPr marL="0" indent="0">
              <a:buNone/>
            </a:pPr>
            <a:r>
              <a:rPr lang="en-US" altLang="zh-CN" dirty="0"/>
              <a:t>7.2 IPv6</a:t>
            </a:r>
            <a:r>
              <a:rPr lang="zh-CN" altLang="en-US" dirty="0"/>
              <a:t>地址分类</a:t>
            </a:r>
            <a:endParaRPr lang="en-US" altLang="zh-CN" dirty="0"/>
          </a:p>
          <a:p>
            <a:pPr marL="0" indent="0">
              <a:buNone/>
            </a:pPr>
            <a:r>
              <a:rPr lang="en-US" altLang="zh-CN" dirty="0" smtClean="0">
                <a:solidFill>
                  <a:srgbClr val="C7000B"/>
                </a:solidFill>
              </a:rPr>
              <a:t>7.3 </a:t>
            </a:r>
            <a:r>
              <a:rPr lang="en-US" altLang="zh-CN" dirty="0">
                <a:solidFill>
                  <a:srgbClr val="C7000B"/>
                </a:solidFill>
              </a:rPr>
              <a:t>IPv6</a:t>
            </a:r>
            <a:r>
              <a:rPr lang="zh-CN" altLang="en-US" dirty="0" smtClean="0">
                <a:solidFill>
                  <a:srgbClr val="C7000B"/>
                </a:solidFill>
              </a:rPr>
              <a:t>路由</a:t>
            </a:r>
            <a:endParaRPr lang="en-US" altLang="zh-CN" dirty="0" smtClean="0">
              <a:solidFill>
                <a:srgbClr val="C7000B"/>
              </a:solidFill>
            </a:endParaRPr>
          </a:p>
          <a:p>
            <a:pPr marL="302501" lvl="1">
              <a:buNone/>
            </a:pPr>
            <a:r>
              <a:rPr lang="en-US" altLang="zh-CN" dirty="0" smtClean="0">
                <a:solidFill>
                  <a:srgbClr val="C7000B"/>
                </a:solidFill>
              </a:rPr>
              <a:t>	7.3.1 </a:t>
            </a:r>
            <a:r>
              <a:rPr lang="en-US" altLang="zh-CN" dirty="0">
                <a:solidFill>
                  <a:srgbClr val="C7000B"/>
                </a:solidFill>
              </a:rPr>
              <a:t>IPv6</a:t>
            </a:r>
            <a:r>
              <a:rPr lang="zh-CN" altLang="en-US" dirty="0">
                <a:solidFill>
                  <a:srgbClr val="C7000B"/>
                </a:solidFill>
              </a:rPr>
              <a:t>静态</a:t>
            </a:r>
            <a:r>
              <a:rPr lang="zh-CN" altLang="en-US" dirty="0" smtClean="0">
                <a:solidFill>
                  <a:srgbClr val="C7000B"/>
                </a:solidFill>
              </a:rPr>
              <a:t>路由配置</a:t>
            </a:r>
            <a:endParaRPr lang="zh-CN" altLang="en-US" dirty="0">
              <a:solidFill>
                <a:srgbClr val="C7000B"/>
              </a:solidFill>
            </a:endParaRPr>
          </a:p>
          <a:p>
            <a:pPr marL="302501" lvl="1">
              <a:buNone/>
            </a:pPr>
            <a:r>
              <a:rPr lang="en-US" altLang="zh-CN" dirty="0" smtClean="0">
                <a:solidFill>
                  <a:srgbClr val="C7000B"/>
                </a:solidFill>
              </a:rPr>
              <a:t>	7.3.2 </a:t>
            </a:r>
            <a:r>
              <a:rPr lang="en-US" altLang="zh-CN" dirty="0">
                <a:solidFill>
                  <a:srgbClr val="C7000B"/>
                </a:solidFill>
              </a:rPr>
              <a:t>IPv6</a:t>
            </a:r>
            <a:r>
              <a:rPr lang="zh-CN" altLang="en-US" dirty="0">
                <a:solidFill>
                  <a:srgbClr val="C7000B"/>
                </a:solidFill>
              </a:rPr>
              <a:t>默认</a:t>
            </a:r>
            <a:r>
              <a:rPr lang="zh-CN" altLang="en-US" dirty="0" smtClean="0">
                <a:solidFill>
                  <a:srgbClr val="C7000B"/>
                </a:solidFill>
              </a:rPr>
              <a:t>路由配置</a:t>
            </a:r>
            <a:endParaRPr lang="en-US" altLang="zh-CN" dirty="0" smtClean="0">
              <a:solidFill>
                <a:srgbClr val="C7000B"/>
              </a:solidFill>
            </a:endParaRPr>
          </a:p>
          <a:p>
            <a:pPr marL="302501" lvl="1">
              <a:buNone/>
            </a:pPr>
            <a:r>
              <a:rPr lang="en-US" altLang="zh-CN" dirty="0" smtClean="0">
                <a:solidFill>
                  <a:srgbClr val="C7000B"/>
                </a:solidFill>
              </a:rPr>
              <a:t>	7.3.3 </a:t>
            </a:r>
            <a:r>
              <a:rPr lang="en-US" altLang="zh-CN" dirty="0">
                <a:solidFill>
                  <a:srgbClr val="C7000B"/>
                </a:solidFill>
              </a:rPr>
              <a:t>IPv6</a:t>
            </a:r>
            <a:r>
              <a:rPr lang="zh-CN" altLang="en-US" dirty="0">
                <a:solidFill>
                  <a:srgbClr val="C7000B"/>
                </a:solidFill>
              </a:rPr>
              <a:t>汇总</a:t>
            </a:r>
            <a:r>
              <a:rPr lang="zh-CN" altLang="en-US" dirty="0" smtClean="0">
                <a:solidFill>
                  <a:srgbClr val="C7000B"/>
                </a:solidFill>
              </a:rPr>
              <a:t>路由配置</a:t>
            </a:r>
            <a:endParaRPr lang="en-US" altLang="zh-CN" dirty="0">
              <a:solidFill>
                <a:srgbClr val="C7000B"/>
              </a:solidFill>
            </a:endParaRPr>
          </a:p>
        </p:txBody>
      </p:sp>
    </p:spTree>
    <p:extLst>
      <p:ext uri="{BB962C8B-B14F-4D97-AF65-F5344CB8AC3E}">
        <p14:creationId xmlns:p14="http://schemas.microsoft.com/office/powerpoint/2010/main" val="2105437061"/>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 xmlns:a16="http://schemas.microsoft.com/office/drawing/2014/main" id="{8896FBDC-CCE2-4BF1-9696-0ECD474C8395}"/>
              </a:ext>
            </a:extLst>
          </p:cNvPr>
          <p:cNvSpPr>
            <a:spLocks noGrp="1"/>
          </p:cNvSpPr>
          <p:nvPr>
            <p:ph type="title"/>
          </p:nvPr>
        </p:nvSpPr>
        <p:spPr/>
        <p:txBody>
          <a:bodyPr/>
          <a:lstStyle/>
          <a:p>
            <a:r>
              <a:rPr lang="zh-CN" altLang="en-US" dirty="0"/>
              <a:t>八、</a:t>
            </a:r>
            <a:r>
              <a:rPr lang="en-US" altLang="zh-CN" dirty="0"/>
              <a:t>IPv6</a:t>
            </a:r>
            <a:r>
              <a:rPr lang="zh-CN" altLang="en-US" dirty="0"/>
              <a:t>静态路由的配置</a:t>
            </a:r>
          </a:p>
        </p:txBody>
      </p:sp>
      <p:sp>
        <p:nvSpPr>
          <p:cNvPr id="5" name="文本占位符 4">
            <a:extLst>
              <a:ext uri="{FF2B5EF4-FFF2-40B4-BE49-F238E27FC236}">
                <a16:creationId xmlns="" xmlns:a16="http://schemas.microsoft.com/office/drawing/2014/main" id="{5D61FF61-DB21-4070-807A-A862A9984BC8}"/>
              </a:ext>
            </a:extLst>
          </p:cNvPr>
          <p:cNvSpPr>
            <a:spLocks noGrp="1"/>
          </p:cNvSpPr>
          <p:nvPr>
            <p:ph type="body" sz="quarter" idx="10"/>
          </p:nvPr>
        </p:nvSpPr>
        <p:spPr>
          <a:xfrm>
            <a:off x="444603" y="1247556"/>
            <a:ext cx="11307600" cy="4680000"/>
          </a:xfrm>
        </p:spPr>
        <p:txBody>
          <a:bodyPr/>
          <a:lstStyle/>
          <a:p>
            <a:r>
              <a:rPr lang="zh-CN" altLang="en-US" dirty="0"/>
              <a:t>案例</a:t>
            </a:r>
            <a:r>
              <a:rPr lang="en-US" altLang="zh-CN" dirty="0"/>
              <a:t>7-2</a:t>
            </a:r>
            <a:r>
              <a:rPr lang="zh-CN" altLang="en-US" dirty="0"/>
              <a:t>：</a:t>
            </a:r>
            <a:r>
              <a:rPr lang="en-US" altLang="zh-CN" dirty="0"/>
              <a:t>IPv6</a:t>
            </a:r>
            <a:r>
              <a:rPr lang="zh-CN" altLang="en-US" dirty="0"/>
              <a:t>静态路由的配置</a:t>
            </a:r>
            <a:endParaRPr lang="en-US" altLang="zh-CN" dirty="0"/>
          </a:p>
          <a:p>
            <a:pPr lvl="1"/>
            <a:r>
              <a:rPr lang="zh-CN" altLang="zh-CN" dirty="0"/>
              <a:t>在</a:t>
            </a:r>
            <a:r>
              <a:rPr lang="en-US" altLang="zh-CN" dirty="0"/>
              <a:t>IPv6</a:t>
            </a:r>
            <a:r>
              <a:rPr lang="zh-CN" altLang="zh-CN" dirty="0"/>
              <a:t>网络中，跨网段的</a:t>
            </a:r>
            <a:r>
              <a:rPr lang="en-US" altLang="zh-CN" dirty="0"/>
              <a:t>IPv6</a:t>
            </a:r>
            <a:r>
              <a:rPr lang="zh-CN" altLang="zh-CN" dirty="0"/>
              <a:t>主机通信同样需要有路由表进行转发。</a:t>
            </a:r>
            <a:endParaRPr lang="en-US" altLang="zh-CN" dirty="0"/>
          </a:p>
          <a:p>
            <a:pPr lvl="2"/>
            <a:r>
              <a:rPr lang="zh-CN" altLang="zh-CN" dirty="0"/>
              <a:t>（</a:t>
            </a:r>
            <a:r>
              <a:rPr lang="en-US" altLang="zh-CN" dirty="0"/>
              <a:t>1</a:t>
            </a:r>
            <a:r>
              <a:rPr lang="zh-CN" altLang="zh-CN" dirty="0"/>
              <a:t>）路由器启用</a:t>
            </a:r>
            <a:r>
              <a:rPr lang="en-US" altLang="zh-CN" dirty="0"/>
              <a:t>IPv6</a:t>
            </a:r>
            <a:r>
              <a:rPr lang="zh-CN" altLang="zh-CN" dirty="0"/>
              <a:t>功能。</a:t>
            </a:r>
          </a:p>
          <a:p>
            <a:pPr lvl="2"/>
            <a:r>
              <a:rPr lang="zh-CN" altLang="zh-CN" dirty="0"/>
              <a:t>（</a:t>
            </a:r>
            <a:r>
              <a:rPr lang="en-US" altLang="zh-CN" dirty="0"/>
              <a:t>2</a:t>
            </a:r>
            <a:r>
              <a:rPr lang="zh-CN" altLang="zh-CN" dirty="0"/>
              <a:t>）配置</a:t>
            </a:r>
            <a:r>
              <a:rPr lang="en-US" altLang="zh-CN" dirty="0"/>
              <a:t>IPv6</a:t>
            </a:r>
            <a:r>
              <a:rPr lang="zh-CN" altLang="zh-CN" dirty="0"/>
              <a:t>地址。</a:t>
            </a:r>
          </a:p>
          <a:p>
            <a:pPr lvl="2"/>
            <a:r>
              <a:rPr lang="zh-CN" altLang="zh-CN" dirty="0"/>
              <a:t>（</a:t>
            </a:r>
            <a:r>
              <a:rPr lang="en-US" altLang="zh-CN" dirty="0"/>
              <a:t>3</a:t>
            </a:r>
            <a:r>
              <a:rPr lang="zh-CN" altLang="zh-CN" dirty="0"/>
              <a:t>）配置</a:t>
            </a:r>
            <a:r>
              <a:rPr lang="en-US" altLang="zh-CN" dirty="0"/>
              <a:t>IPv6</a:t>
            </a:r>
            <a:r>
              <a:rPr lang="zh-CN" altLang="zh-CN" dirty="0"/>
              <a:t>静态路由。</a:t>
            </a:r>
          </a:p>
          <a:p>
            <a:pPr lvl="1"/>
            <a:endParaRPr lang="zh-CN" altLang="en-US" dirty="0"/>
          </a:p>
        </p:txBody>
      </p:sp>
      <p:pic>
        <p:nvPicPr>
          <p:cNvPr id="9" name="图片 8">
            <a:extLst>
              <a:ext uri="{FF2B5EF4-FFF2-40B4-BE49-F238E27FC236}">
                <a16:creationId xmlns="" xmlns:a16="http://schemas.microsoft.com/office/drawing/2014/main" id="{73F1CE63-B32A-467C-9055-8505AAC18C92}"/>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3165369" y="3587750"/>
            <a:ext cx="5861261" cy="2763838"/>
          </a:xfrm>
          <a:prstGeom prst="rect">
            <a:avLst/>
          </a:prstGeom>
          <a:noFill/>
          <a:ln>
            <a:noFill/>
          </a:ln>
        </p:spPr>
      </p:pic>
    </p:spTree>
    <p:extLst>
      <p:ext uri="{BB962C8B-B14F-4D97-AF65-F5344CB8AC3E}">
        <p14:creationId xmlns:p14="http://schemas.microsoft.com/office/powerpoint/2010/main" val="3985997489"/>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AA8A99D9-0B5E-4F4F-B5C5-79C055D86B64}"/>
              </a:ext>
            </a:extLst>
          </p:cNvPr>
          <p:cNvSpPr>
            <a:spLocks noGrp="1"/>
          </p:cNvSpPr>
          <p:nvPr>
            <p:ph type="title"/>
          </p:nvPr>
        </p:nvSpPr>
        <p:spPr/>
        <p:txBody>
          <a:bodyPr/>
          <a:lstStyle/>
          <a:p>
            <a:r>
              <a:rPr lang="zh-CN" altLang="zh-CN" sz="3499" b="1" kern="1200" baseline="0" dirty="0">
                <a:solidFill>
                  <a:schemeClr val="tx1"/>
                </a:solidFill>
                <a:effectLst/>
                <a:latin typeface="Huawei Sans" panose="020C0503030203020204" pitchFamily="34" charset="0"/>
                <a:ea typeface="方正兰亭黑简体" panose="02000000000000000000" pitchFamily="2" charset="-122"/>
                <a:cs typeface="+mj-cs"/>
              </a:rPr>
              <a:t>八、</a:t>
            </a:r>
            <a:r>
              <a:rPr lang="en-US" altLang="zh-CN" dirty="0"/>
              <a:t>IPv6</a:t>
            </a:r>
            <a:r>
              <a:rPr lang="zh-CN" altLang="en-US" dirty="0"/>
              <a:t>静态路由的配置</a:t>
            </a:r>
          </a:p>
        </p:txBody>
      </p:sp>
      <p:sp>
        <p:nvSpPr>
          <p:cNvPr id="3" name="文本占位符 2">
            <a:extLst>
              <a:ext uri="{FF2B5EF4-FFF2-40B4-BE49-F238E27FC236}">
                <a16:creationId xmlns="" xmlns:a16="http://schemas.microsoft.com/office/drawing/2014/main" id="{FDD86EBA-20F5-4E52-948D-137E69B81F4E}"/>
              </a:ext>
            </a:extLst>
          </p:cNvPr>
          <p:cNvSpPr>
            <a:spLocks noGrp="1"/>
          </p:cNvSpPr>
          <p:nvPr>
            <p:ph type="body" sz="quarter" idx="10"/>
          </p:nvPr>
        </p:nvSpPr>
        <p:spPr>
          <a:xfrm>
            <a:off x="444603" y="1247556"/>
            <a:ext cx="11307600" cy="4680000"/>
          </a:xfrm>
        </p:spPr>
        <p:txBody>
          <a:bodyPr/>
          <a:lstStyle/>
          <a:p>
            <a:r>
              <a:rPr lang="zh-CN" altLang="en-US" dirty="0"/>
              <a:t>案例</a:t>
            </a:r>
            <a:r>
              <a:rPr lang="en-US" altLang="zh-CN" dirty="0"/>
              <a:t>7-2</a:t>
            </a:r>
            <a:r>
              <a:rPr lang="zh-CN" altLang="en-US" dirty="0"/>
              <a:t>配置步骤</a:t>
            </a:r>
            <a:r>
              <a:rPr lang="en-US" altLang="zh-CN" dirty="0"/>
              <a:t>1</a:t>
            </a:r>
          </a:p>
          <a:p>
            <a:pPr lvl="1"/>
            <a:r>
              <a:rPr lang="zh-CN" altLang="zh-CN" dirty="0"/>
              <a:t>在路由器</a:t>
            </a:r>
            <a:r>
              <a:rPr lang="en-US" altLang="zh-CN" dirty="0"/>
              <a:t>R1</a:t>
            </a:r>
            <a:r>
              <a:rPr lang="zh-CN" altLang="zh-CN" dirty="0"/>
              <a:t>的接口上启用</a:t>
            </a:r>
            <a:r>
              <a:rPr lang="en-US" altLang="zh-CN" dirty="0"/>
              <a:t>IPv6</a:t>
            </a:r>
            <a:r>
              <a:rPr lang="zh-CN" altLang="zh-CN" dirty="0"/>
              <a:t>功能，并配置</a:t>
            </a:r>
            <a:r>
              <a:rPr lang="en-US" altLang="zh-CN" dirty="0"/>
              <a:t>IPv6</a:t>
            </a:r>
            <a:r>
              <a:rPr lang="zh-CN" altLang="zh-CN" dirty="0"/>
              <a:t>地址。</a:t>
            </a:r>
          </a:p>
          <a:p>
            <a:pPr lvl="1"/>
            <a:endParaRPr lang="zh-CN" altLang="en-US" dirty="0"/>
          </a:p>
        </p:txBody>
      </p:sp>
      <p:graphicFrame>
        <p:nvGraphicFramePr>
          <p:cNvPr id="7" name="表格 6">
            <a:extLst>
              <a:ext uri="{FF2B5EF4-FFF2-40B4-BE49-F238E27FC236}">
                <a16:creationId xmlns="" xmlns:a16="http://schemas.microsoft.com/office/drawing/2014/main" id="{59D9458F-20F7-4502-89A8-8418211B1895}"/>
              </a:ext>
            </a:extLst>
          </p:cNvPr>
          <p:cNvGraphicFramePr>
            <a:graphicFrameLocks noGrp="1"/>
          </p:cNvGraphicFramePr>
          <p:nvPr>
            <p:extLst>
              <p:ext uri="{D42A27DB-BD31-4B8C-83A1-F6EECF244321}">
                <p14:modId xmlns:p14="http://schemas.microsoft.com/office/powerpoint/2010/main" val="2338396728"/>
              </p:ext>
            </p:extLst>
          </p:nvPr>
        </p:nvGraphicFramePr>
        <p:xfrm>
          <a:off x="2818288" y="2559079"/>
          <a:ext cx="6555423" cy="3016377"/>
        </p:xfrm>
        <a:graphic>
          <a:graphicData uri="http://schemas.openxmlformats.org/drawingml/2006/table">
            <a:tbl>
              <a:tblPr firstRow="1" firstCol="1" bandRow="1"/>
              <a:tblGrid>
                <a:gridCol w="6555423">
                  <a:extLst>
                    <a:ext uri="{9D8B030D-6E8A-4147-A177-3AD203B41FA5}">
                      <a16:colId xmlns="" xmlns:a16="http://schemas.microsoft.com/office/drawing/2014/main" val="3211717204"/>
                    </a:ext>
                  </a:extLst>
                </a:gridCol>
              </a:tblGrid>
              <a:tr h="2326640">
                <a:tc>
                  <a:txBody>
                    <a:bodyPr/>
                    <a:lstStyle/>
                    <a:p>
                      <a:pPr indent="0" algn="just">
                        <a:spcAft>
                          <a:spcPts val="0"/>
                        </a:spcAft>
                      </a:pPr>
                      <a:r>
                        <a:rPr lang="en-US" sz="2199" kern="1200" baseline="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&lt;Huawei&gt;system-view </a:t>
                      </a:r>
                      <a:endParaRPr lang="zh-CN" altLang="en-US" sz="2199" kern="1200" baseline="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endParaRPr>
                    </a:p>
                    <a:p>
                      <a:pPr indent="0" algn="just">
                        <a:spcAft>
                          <a:spcPts val="0"/>
                        </a:spcAft>
                      </a:pPr>
                      <a:r>
                        <a:rPr lang="en-US" sz="2199" kern="1200" baseline="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[Huawei]</a:t>
                      </a:r>
                      <a:r>
                        <a:rPr lang="en-US" sz="2199" kern="1200" baseline="0" dirty="0" err="1">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sysname</a:t>
                      </a:r>
                      <a:r>
                        <a:rPr lang="en-US" sz="2199" kern="1200" baseline="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 R1</a:t>
                      </a:r>
                      <a:endParaRPr lang="zh-CN" altLang="en-US" sz="2199" kern="1200" baseline="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endParaRPr>
                    </a:p>
                    <a:p>
                      <a:pPr indent="0" algn="just">
                        <a:spcAft>
                          <a:spcPts val="0"/>
                        </a:spcAft>
                      </a:pPr>
                      <a:r>
                        <a:rPr lang="en-US" sz="2199" kern="1200" baseline="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[R1]ipv6</a:t>
                      </a:r>
                      <a:endParaRPr lang="zh-CN" altLang="en-US" sz="2199" kern="1200" baseline="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endParaRPr>
                    </a:p>
                    <a:p>
                      <a:pPr indent="0" algn="just">
                        <a:spcAft>
                          <a:spcPts val="0"/>
                        </a:spcAft>
                      </a:pPr>
                      <a:r>
                        <a:rPr lang="en-US" sz="2199" kern="1200" baseline="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[R1]interface </a:t>
                      </a:r>
                      <a:r>
                        <a:rPr lang="en-US" sz="2199" kern="1200" baseline="0" dirty="0" err="1">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GigabitEthernet</a:t>
                      </a:r>
                      <a:r>
                        <a:rPr lang="en-US" sz="2199" kern="1200" baseline="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 0/0/1</a:t>
                      </a:r>
                      <a:endParaRPr lang="zh-CN" altLang="en-US" sz="2199" kern="1200" baseline="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endParaRPr>
                    </a:p>
                    <a:p>
                      <a:pPr indent="0" algn="just">
                        <a:spcAft>
                          <a:spcPts val="0"/>
                        </a:spcAft>
                      </a:pPr>
                      <a:r>
                        <a:rPr lang="en-US" sz="2199" kern="1200" baseline="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[R1-GigabitEthernet0/0/1]ipv6 enable </a:t>
                      </a:r>
                      <a:endParaRPr lang="zh-CN" altLang="en-US" sz="2199" kern="1200" baseline="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endParaRPr>
                    </a:p>
                    <a:p>
                      <a:pPr indent="0" algn="just">
                        <a:spcAft>
                          <a:spcPts val="0"/>
                        </a:spcAft>
                      </a:pPr>
                      <a:r>
                        <a:rPr lang="en-US" sz="2199" kern="1200" baseline="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[R1-GigabitEthernet0/0/1]ipv6 address 2001::1/64</a:t>
                      </a:r>
                      <a:endParaRPr lang="zh-CN" altLang="en-US" sz="2199" kern="1200" baseline="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endParaRPr>
                    </a:p>
                    <a:p>
                      <a:pPr indent="0" algn="just">
                        <a:spcAft>
                          <a:spcPts val="0"/>
                        </a:spcAft>
                      </a:pPr>
                      <a:r>
                        <a:rPr lang="en-US" sz="2199" kern="1200" baseline="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[R1]interface </a:t>
                      </a:r>
                      <a:r>
                        <a:rPr lang="en-US" sz="2199" kern="1200" baseline="0" dirty="0" err="1">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GigabitEthernet</a:t>
                      </a:r>
                      <a:r>
                        <a:rPr lang="en-US" sz="2199" kern="1200" baseline="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 0/0/2</a:t>
                      </a:r>
                      <a:endParaRPr lang="zh-CN" altLang="en-US" sz="2199" kern="1200" baseline="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endParaRPr>
                    </a:p>
                    <a:p>
                      <a:pPr indent="0" algn="just">
                        <a:spcAft>
                          <a:spcPts val="0"/>
                        </a:spcAft>
                      </a:pPr>
                      <a:r>
                        <a:rPr lang="en-US" sz="2199" kern="1200" baseline="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[R1-GigabitEthernet0/0/2]ipv6 enable </a:t>
                      </a:r>
                      <a:endParaRPr lang="zh-CN" altLang="en-US" sz="2199" kern="1200" baseline="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endParaRPr>
                    </a:p>
                    <a:p>
                      <a:pPr indent="0" algn="just">
                        <a:spcAft>
                          <a:spcPts val="0"/>
                        </a:spcAft>
                      </a:pPr>
                      <a:r>
                        <a:rPr lang="en-US" sz="2199" kern="1200" baseline="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[R1-GigabitEthernet0/0/2]ipv6 address 2002::1/64</a:t>
                      </a:r>
                      <a:endParaRPr lang="zh-CN" altLang="en-US" sz="2199" kern="1200" baseline="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endParaRPr>
                    </a:p>
                  </a:txBody>
                  <a:tcPr marL="68580" marR="68580" marT="0" marB="0">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solidFill>
                      <a:srgbClr val="F2F2F2"/>
                    </a:solidFill>
                  </a:tcPr>
                </a:tc>
                <a:extLst>
                  <a:ext uri="{0D108BD9-81ED-4DB2-BD59-A6C34878D82A}">
                    <a16:rowId xmlns="" xmlns:a16="http://schemas.microsoft.com/office/drawing/2014/main" val="2762493900"/>
                  </a:ext>
                </a:extLst>
              </a:tr>
            </a:tbl>
          </a:graphicData>
        </a:graphic>
      </p:graphicFrame>
    </p:spTree>
    <p:extLst>
      <p:ext uri="{BB962C8B-B14F-4D97-AF65-F5344CB8AC3E}">
        <p14:creationId xmlns:p14="http://schemas.microsoft.com/office/powerpoint/2010/main" val="1419149027"/>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D0789736-C28C-433E-B246-FFAD4D1C66EA}"/>
              </a:ext>
            </a:extLst>
          </p:cNvPr>
          <p:cNvSpPr>
            <a:spLocks noGrp="1"/>
          </p:cNvSpPr>
          <p:nvPr>
            <p:ph type="title"/>
          </p:nvPr>
        </p:nvSpPr>
        <p:spPr/>
        <p:txBody>
          <a:bodyPr/>
          <a:lstStyle/>
          <a:p>
            <a:r>
              <a:rPr lang="zh-CN" altLang="zh-CN" sz="3499" b="1" kern="1200" baseline="0" dirty="0">
                <a:solidFill>
                  <a:schemeClr val="tx1"/>
                </a:solidFill>
                <a:effectLst/>
                <a:latin typeface="Huawei Sans" panose="020C0503030203020204" pitchFamily="34" charset="0"/>
                <a:ea typeface="方正兰亭黑简体" panose="02000000000000000000" pitchFamily="2" charset="-122"/>
                <a:cs typeface="+mj-cs"/>
              </a:rPr>
              <a:t>八、</a:t>
            </a:r>
            <a:r>
              <a:rPr lang="en-US" altLang="zh-CN" dirty="0"/>
              <a:t>IPv6</a:t>
            </a:r>
            <a:r>
              <a:rPr lang="zh-CN" altLang="en-US" dirty="0"/>
              <a:t>静态路由的配置</a:t>
            </a:r>
          </a:p>
        </p:txBody>
      </p:sp>
      <p:sp>
        <p:nvSpPr>
          <p:cNvPr id="3" name="文本占位符 2">
            <a:extLst>
              <a:ext uri="{FF2B5EF4-FFF2-40B4-BE49-F238E27FC236}">
                <a16:creationId xmlns="" xmlns:a16="http://schemas.microsoft.com/office/drawing/2014/main" id="{C7CD3E03-DCBF-410F-87BB-E8C7E814290B}"/>
              </a:ext>
            </a:extLst>
          </p:cNvPr>
          <p:cNvSpPr>
            <a:spLocks noGrp="1"/>
          </p:cNvSpPr>
          <p:nvPr>
            <p:ph type="body" sz="quarter" idx="10"/>
          </p:nvPr>
        </p:nvSpPr>
        <p:spPr>
          <a:xfrm>
            <a:off x="444603" y="1247556"/>
            <a:ext cx="11307600" cy="4680000"/>
          </a:xfrm>
        </p:spPr>
        <p:txBody>
          <a:bodyPr/>
          <a:lstStyle/>
          <a:p>
            <a:r>
              <a:rPr lang="zh-CN" altLang="en-US" dirty="0"/>
              <a:t>案例</a:t>
            </a:r>
            <a:r>
              <a:rPr lang="en-US" altLang="zh-CN" dirty="0"/>
              <a:t>7-2</a:t>
            </a:r>
            <a:r>
              <a:rPr lang="zh-CN" altLang="en-US" dirty="0"/>
              <a:t>配置步骤</a:t>
            </a:r>
            <a:r>
              <a:rPr lang="en-US" altLang="zh-CN" dirty="0"/>
              <a:t>2</a:t>
            </a:r>
          </a:p>
          <a:p>
            <a:pPr lvl="1"/>
            <a:r>
              <a:rPr lang="zh-CN" altLang="zh-CN" dirty="0"/>
              <a:t>路由器</a:t>
            </a:r>
            <a:r>
              <a:rPr lang="en-US" altLang="zh-CN" dirty="0"/>
              <a:t>R2</a:t>
            </a:r>
            <a:r>
              <a:rPr lang="zh-CN" altLang="zh-CN" dirty="0"/>
              <a:t>的接口上启用</a:t>
            </a:r>
            <a:r>
              <a:rPr lang="en-US" altLang="zh-CN" dirty="0"/>
              <a:t>IPv6</a:t>
            </a:r>
            <a:r>
              <a:rPr lang="zh-CN" altLang="zh-CN" dirty="0"/>
              <a:t>功能，并配置</a:t>
            </a:r>
            <a:r>
              <a:rPr lang="en-US" altLang="zh-CN" dirty="0"/>
              <a:t>IPv6</a:t>
            </a:r>
            <a:r>
              <a:rPr lang="zh-CN" altLang="zh-CN" dirty="0"/>
              <a:t>地址。</a:t>
            </a:r>
          </a:p>
          <a:p>
            <a:pPr lvl="1"/>
            <a:endParaRPr lang="zh-CN" altLang="en-US" dirty="0"/>
          </a:p>
        </p:txBody>
      </p:sp>
      <p:graphicFrame>
        <p:nvGraphicFramePr>
          <p:cNvPr id="6" name="表格 5">
            <a:extLst>
              <a:ext uri="{FF2B5EF4-FFF2-40B4-BE49-F238E27FC236}">
                <a16:creationId xmlns="" xmlns:a16="http://schemas.microsoft.com/office/drawing/2014/main" id="{08E07245-2698-48DA-91F3-796295D3083C}"/>
              </a:ext>
            </a:extLst>
          </p:cNvPr>
          <p:cNvGraphicFramePr>
            <a:graphicFrameLocks noGrp="1"/>
          </p:cNvGraphicFramePr>
          <p:nvPr>
            <p:extLst>
              <p:ext uri="{D42A27DB-BD31-4B8C-83A1-F6EECF244321}">
                <p14:modId xmlns:p14="http://schemas.microsoft.com/office/powerpoint/2010/main" val="1845487359"/>
              </p:ext>
            </p:extLst>
          </p:nvPr>
        </p:nvGraphicFramePr>
        <p:xfrm>
          <a:off x="2818288" y="2678430"/>
          <a:ext cx="6555423" cy="3126740"/>
        </p:xfrm>
        <a:graphic>
          <a:graphicData uri="http://schemas.openxmlformats.org/drawingml/2006/table">
            <a:tbl>
              <a:tblPr firstRow="1" firstCol="1" bandRow="1"/>
              <a:tblGrid>
                <a:gridCol w="6555423">
                  <a:extLst>
                    <a:ext uri="{9D8B030D-6E8A-4147-A177-3AD203B41FA5}">
                      <a16:colId xmlns="" xmlns:a16="http://schemas.microsoft.com/office/drawing/2014/main" val="3395583374"/>
                    </a:ext>
                  </a:extLst>
                </a:gridCol>
              </a:tblGrid>
              <a:tr h="3126740">
                <a:tc>
                  <a:txBody>
                    <a:bodyPr/>
                    <a:lstStyle/>
                    <a:p>
                      <a:pPr algn="just">
                        <a:spcAft>
                          <a:spcPts val="0"/>
                        </a:spcAft>
                      </a:pPr>
                      <a:r>
                        <a:rPr lang="en-US" sz="2200" kern="100" baseline="0" dirty="0">
                          <a:effectLst/>
                          <a:latin typeface="Huawei Sans" panose="020C0503030203020204" pitchFamily="34" charset="0"/>
                          <a:ea typeface="宋体" panose="02010600030101010101" pitchFamily="2" charset="-122"/>
                          <a:cs typeface="Times New Roman" panose="02020603050405020304" pitchFamily="18" charset="0"/>
                        </a:rPr>
                        <a:t>&lt;Huawei&gt;system-view </a:t>
                      </a:r>
                      <a:endParaRPr lang="zh-CN" sz="2200" kern="100" baseline="0" dirty="0">
                        <a:effectLst/>
                        <a:latin typeface="Huawei Sans" panose="020C0503030203020204" pitchFamily="34" charset="0"/>
                        <a:ea typeface="宋体" panose="02010600030101010101" pitchFamily="2" charset="-122"/>
                        <a:cs typeface="Times New Roman" panose="02020603050405020304" pitchFamily="18" charset="0"/>
                      </a:endParaRPr>
                    </a:p>
                    <a:p>
                      <a:pPr algn="just">
                        <a:spcAft>
                          <a:spcPts val="0"/>
                        </a:spcAft>
                      </a:pPr>
                      <a:r>
                        <a:rPr lang="en-US" sz="2200" kern="100" baseline="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[Huawei]</a:t>
                      </a:r>
                      <a:r>
                        <a:rPr lang="en-US" sz="2200" kern="100" baseline="0" dirty="0" err="1">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sysname</a:t>
                      </a:r>
                      <a:r>
                        <a:rPr lang="en-US" sz="2200" kern="100" baseline="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 R2</a:t>
                      </a:r>
                      <a:endParaRPr lang="zh-CN" sz="2200" kern="100" baseline="0" dirty="0">
                        <a:effectLst/>
                        <a:latin typeface="Huawei Sans" panose="020C0503030203020204" pitchFamily="34" charset="0"/>
                        <a:ea typeface="宋体" panose="02010600030101010101" pitchFamily="2" charset="-122"/>
                        <a:cs typeface="Times New Roman" panose="02020603050405020304" pitchFamily="18" charset="0"/>
                      </a:endParaRPr>
                    </a:p>
                    <a:p>
                      <a:pPr algn="just">
                        <a:spcAft>
                          <a:spcPts val="0"/>
                        </a:spcAft>
                      </a:pPr>
                      <a:r>
                        <a:rPr lang="en-US" sz="2200" kern="100" baseline="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[R2]ipv6</a:t>
                      </a:r>
                      <a:endParaRPr lang="zh-CN" sz="2200" kern="100" baseline="0" dirty="0">
                        <a:effectLst/>
                        <a:latin typeface="Huawei Sans" panose="020C0503030203020204" pitchFamily="34" charset="0"/>
                        <a:ea typeface="宋体" panose="02010600030101010101" pitchFamily="2" charset="-122"/>
                        <a:cs typeface="Times New Roman" panose="02020603050405020304" pitchFamily="18" charset="0"/>
                      </a:endParaRPr>
                    </a:p>
                    <a:p>
                      <a:pPr algn="just">
                        <a:spcAft>
                          <a:spcPts val="0"/>
                        </a:spcAft>
                      </a:pPr>
                      <a:r>
                        <a:rPr lang="en-US" sz="2200" kern="100" baseline="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[R2]interface </a:t>
                      </a:r>
                      <a:r>
                        <a:rPr lang="en-US" sz="2200" kern="100" baseline="0" dirty="0" err="1">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GigabitEthernet</a:t>
                      </a:r>
                      <a:r>
                        <a:rPr lang="en-US" sz="2200" kern="100" baseline="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 0/0/1</a:t>
                      </a:r>
                      <a:endParaRPr lang="zh-CN" sz="2200" kern="100" baseline="0" dirty="0">
                        <a:effectLst/>
                        <a:latin typeface="Huawei Sans" panose="020C0503030203020204" pitchFamily="34" charset="0"/>
                        <a:ea typeface="宋体" panose="02010600030101010101" pitchFamily="2" charset="-122"/>
                        <a:cs typeface="Times New Roman" panose="02020603050405020304" pitchFamily="18" charset="0"/>
                      </a:endParaRPr>
                    </a:p>
                    <a:p>
                      <a:pPr algn="just">
                        <a:spcAft>
                          <a:spcPts val="0"/>
                        </a:spcAft>
                      </a:pPr>
                      <a:r>
                        <a:rPr lang="en-US" sz="2200" kern="100" baseline="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[R2-GigabitEthernet0/0/1]ipv6 enable </a:t>
                      </a:r>
                      <a:endParaRPr lang="zh-CN" sz="2200" kern="100" baseline="0" dirty="0">
                        <a:effectLst/>
                        <a:latin typeface="Huawei Sans" panose="020C0503030203020204" pitchFamily="34" charset="0"/>
                        <a:ea typeface="宋体" panose="02010600030101010101" pitchFamily="2" charset="-122"/>
                        <a:cs typeface="Times New Roman" panose="02020603050405020304" pitchFamily="18" charset="0"/>
                      </a:endParaRPr>
                    </a:p>
                    <a:p>
                      <a:pPr algn="just">
                        <a:spcAft>
                          <a:spcPts val="0"/>
                        </a:spcAft>
                      </a:pPr>
                      <a:r>
                        <a:rPr lang="en-US" sz="2200" kern="100" baseline="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[R2-GigabitEthernet0/0/1]ipv6 address 2001::2/64</a:t>
                      </a:r>
                      <a:endParaRPr lang="zh-CN" sz="2200" kern="100" baseline="0" dirty="0">
                        <a:effectLst/>
                        <a:latin typeface="Huawei Sans" panose="020C0503030203020204" pitchFamily="34" charset="0"/>
                        <a:ea typeface="宋体" panose="02010600030101010101" pitchFamily="2" charset="-122"/>
                        <a:cs typeface="Times New Roman" panose="02020603050405020304" pitchFamily="18" charset="0"/>
                      </a:endParaRPr>
                    </a:p>
                    <a:p>
                      <a:pPr algn="just">
                        <a:spcAft>
                          <a:spcPts val="0"/>
                        </a:spcAft>
                      </a:pPr>
                      <a:r>
                        <a:rPr lang="en-US" sz="2200" kern="100" baseline="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[R2]interface </a:t>
                      </a:r>
                      <a:r>
                        <a:rPr lang="en-US" sz="2200" kern="100" baseline="0" dirty="0" err="1">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GigabitEthernet</a:t>
                      </a:r>
                      <a:r>
                        <a:rPr lang="en-US" sz="2200" kern="100" baseline="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 0/0/2</a:t>
                      </a:r>
                      <a:endParaRPr lang="zh-CN" sz="2200" kern="100" baseline="0" dirty="0">
                        <a:effectLst/>
                        <a:latin typeface="Huawei Sans" panose="020C0503030203020204" pitchFamily="34" charset="0"/>
                        <a:ea typeface="宋体" panose="02010600030101010101" pitchFamily="2" charset="-122"/>
                        <a:cs typeface="Times New Roman" panose="02020603050405020304" pitchFamily="18" charset="0"/>
                      </a:endParaRPr>
                    </a:p>
                    <a:p>
                      <a:pPr algn="just">
                        <a:spcAft>
                          <a:spcPts val="0"/>
                        </a:spcAft>
                      </a:pPr>
                      <a:r>
                        <a:rPr lang="en-US" sz="2200" kern="100" baseline="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[R2-GigabitEthernet0/0/2]ipv6 enable </a:t>
                      </a:r>
                      <a:endParaRPr lang="zh-CN" sz="2200" kern="100" baseline="0" dirty="0">
                        <a:effectLst/>
                        <a:latin typeface="Huawei Sans" panose="020C0503030203020204" pitchFamily="34" charset="0"/>
                        <a:ea typeface="宋体" panose="02010600030101010101" pitchFamily="2" charset="-122"/>
                        <a:cs typeface="Times New Roman" panose="02020603050405020304" pitchFamily="18" charset="0"/>
                      </a:endParaRPr>
                    </a:p>
                    <a:p>
                      <a:pPr algn="just">
                        <a:spcAft>
                          <a:spcPts val="0"/>
                        </a:spcAft>
                      </a:pPr>
                      <a:r>
                        <a:rPr lang="en-US" sz="2200" kern="10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[R2-GigabitEthernet0/0/2]ipv6 address 2003::1/64</a:t>
                      </a:r>
                      <a:endParaRPr lang="zh-CN" sz="2200" kern="100" dirty="0">
                        <a:effectLst/>
                        <a:latin typeface="Huawei Sans" panose="020C050303020302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solidFill>
                      <a:srgbClr val="F2F2F2"/>
                    </a:solidFill>
                  </a:tcPr>
                </a:tc>
                <a:extLst>
                  <a:ext uri="{0D108BD9-81ED-4DB2-BD59-A6C34878D82A}">
                    <a16:rowId xmlns="" xmlns:a16="http://schemas.microsoft.com/office/drawing/2014/main" val="4037990433"/>
                  </a:ext>
                </a:extLst>
              </a:tr>
            </a:tbl>
          </a:graphicData>
        </a:graphic>
      </p:graphicFrame>
    </p:spTree>
    <p:extLst>
      <p:ext uri="{BB962C8B-B14F-4D97-AF65-F5344CB8AC3E}">
        <p14:creationId xmlns:p14="http://schemas.microsoft.com/office/powerpoint/2010/main" val="2039592198"/>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AEACC885-C260-4B8C-BF27-D6586B991B21}"/>
              </a:ext>
            </a:extLst>
          </p:cNvPr>
          <p:cNvSpPr>
            <a:spLocks noGrp="1"/>
          </p:cNvSpPr>
          <p:nvPr>
            <p:ph type="title"/>
          </p:nvPr>
        </p:nvSpPr>
        <p:spPr/>
        <p:txBody>
          <a:bodyPr/>
          <a:lstStyle/>
          <a:p>
            <a:r>
              <a:rPr lang="zh-CN" altLang="zh-CN" sz="3499" b="1" kern="1200" baseline="0" dirty="0">
                <a:solidFill>
                  <a:schemeClr val="tx1"/>
                </a:solidFill>
                <a:effectLst/>
                <a:latin typeface="Huawei Sans" panose="020C0503030203020204" pitchFamily="34" charset="0"/>
                <a:ea typeface="方正兰亭黑简体" panose="02000000000000000000" pitchFamily="2" charset="-122"/>
                <a:cs typeface="+mj-cs"/>
              </a:rPr>
              <a:t>八、</a:t>
            </a:r>
            <a:r>
              <a:rPr lang="en-US" altLang="zh-CN" dirty="0"/>
              <a:t>IPv6</a:t>
            </a:r>
            <a:r>
              <a:rPr lang="zh-CN" altLang="en-US" dirty="0"/>
              <a:t>静态路由的配置</a:t>
            </a:r>
          </a:p>
        </p:txBody>
      </p:sp>
      <p:sp>
        <p:nvSpPr>
          <p:cNvPr id="3" name="文本占位符 2">
            <a:extLst>
              <a:ext uri="{FF2B5EF4-FFF2-40B4-BE49-F238E27FC236}">
                <a16:creationId xmlns="" xmlns:a16="http://schemas.microsoft.com/office/drawing/2014/main" id="{D8F1B270-E741-4C31-AD42-DCD60A6C036B}"/>
              </a:ext>
            </a:extLst>
          </p:cNvPr>
          <p:cNvSpPr>
            <a:spLocks noGrp="1"/>
          </p:cNvSpPr>
          <p:nvPr>
            <p:ph type="body" sz="quarter" idx="10"/>
          </p:nvPr>
        </p:nvSpPr>
        <p:spPr>
          <a:xfrm>
            <a:off x="444603" y="1247556"/>
            <a:ext cx="11307600" cy="4680000"/>
          </a:xfrm>
        </p:spPr>
        <p:txBody>
          <a:bodyPr/>
          <a:lstStyle/>
          <a:p>
            <a:r>
              <a:rPr lang="zh-CN" altLang="en-US" dirty="0"/>
              <a:t>案例</a:t>
            </a:r>
            <a:r>
              <a:rPr lang="en-US" altLang="zh-CN" dirty="0"/>
              <a:t>7-2</a:t>
            </a:r>
            <a:r>
              <a:rPr lang="zh-CN" altLang="en-US" dirty="0"/>
              <a:t>配置步骤</a:t>
            </a:r>
            <a:r>
              <a:rPr lang="en-US" altLang="zh-CN" dirty="0"/>
              <a:t>3</a:t>
            </a:r>
          </a:p>
          <a:p>
            <a:pPr lvl="1"/>
            <a:r>
              <a:rPr lang="zh-CN" altLang="zh-CN" dirty="0"/>
              <a:t>在路由器</a:t>
            </a:r>
            <a:r>
              <a:rPr lang="en-US" altLang="zh-CN" dirty="0"/>
              <a:t>R1</a:t>
            </a:r>
            <a:r>
              <a:rPr lang="zh-CN" altLang="zh-CN" dirty="0"/>
              <a:t>上配置去往</a:t>
            </a:r>
            <a:r>
              <a:rPr lang="en-US" altLang="zh-CN" dirty="0"/>
              <a:t>2003::/64</a:t>
            </a:r>
            <a:r>
              <a:rPr lang="zh-CN" altLang="zh-CN" dirty="0"/>
              <a:t>的静态路由，下一跳指向</a:t>
            </a:r>
            <a:r>
              <a:rPr lang="en-US" altLang="zh-CN" dirty="0"/>
              <a:t>2001::2</a:t>
            </a:r>
            <a:r>
              <a:rPr lang="zh-CN" altLang="zh-CN" dirty="0"/>
              <a:t>。</a:t>
            </a:r>
            <a:endParaRPr lang="en-US" altLang="zh-CN" dirty="0"/>
          </a:p>
          <a:p>
            <a:pPr lvl="1"/>
            <a:endParaRPr lang="en-US" altLang="zh-CN" dirty="0"/>
          </a:p>
          <a:p>
            <a:pPr lvl="1"/>
            <a:endParaRPr lang="en-US" altLang="zh-CN" dirty="0"/>
          </a:p>
          <a:p>
            <a:pPr lvl="1"/>
            <a:endParaRPr lang="en-US" altLang="zh-CN" dirty="0"/>
          </a:p>
          <a:p>
            <a:pPr lvl="1"/>
            <a:r>
              <a:rPr lang="zh-CN" altLang="zh-CN" dirty="0"/>
              <a:t>在路由器</a:t>
            </a:r>
            <a:r>
              <a:rPr lang="en-US" altLang="zh-CN" dirty="0"/>
              <a:t>R2</a:t>
            </a:r>
            <a:r>
              <a:rPr lang="zh-CN" altLang="zh-CN" dirty="0"/>
              <a:t>上配置去往</a:t>
            </a:r>
            <a:r>
              <a:rPr lang="en-US" altLang="zh-CN" dirty="0"/>
              <a:t>2002::/64</a:t>
            </a:r>
            <a:r>
              <a:rPr lang="zh-CN" altLang="zh-CN" dirty="0"/>
              <a:t>的静态路由，下一跳指向</a:t>
            </a:r>
            <a:r>
              <a:rPr lang="en-US" altLang="zh-CN" dirty="0"/>
              <a:t>2001::1</a:t>
            </a:r>
            <a:r>
              <a:rPr lang="zh-CN" altLang="zh-CN" dirty="0"/>
              <a:t>。</a:t>
            </a:r>
            <a:endParaRPr lang="zh-CN" altLang="en-US" dirty="0"/>
          </a:p>
        </p:txBody>
      </p:sp>
      <p:graphicFrame>
        <p:nvGraphicFramePr>
          <p:cNvPr id="6" name="表格 5">
            <a:extLst>
              <a:ext uri="{FF2B5EF4-FFF2-40B4-BE49-F238E27FC236}">
                <a16:creationId xmlns="" xmlns:a16="http://schemas.microsoft.com/office/drawing/2014/main" id="{A5F68FB5-1CFF-46BD-97FF-09C070CE2662}"/>
              </a:ext>
            </a:extLst>
          </p:cNvPr>
          <p:cNvGraphicFramePr>
            <a:graphicFrameLocks noGrp="1"/>
          </p:cNvGraphicFramePr>
          <p:nvPr>
            <p:extLst>
              <p:ext uri="{D42A27DB-BD31-4B8C-83A1-F6EECF244321}">
                <p14:modId xmlns:p14="http://schemas.microsoft.com/office/powerpoint/2010/main" val="511447847"/>
              </p:ext>
            </p:extLst>
          </p:nvPr>
        </p:nvGraphicFramePr>
        <p:xfrm>
          <a:off x="3554889" y="2606040"/>
          <a:ext cx="5082223" cy="335280"/>
        </p:xfrm>
        <a:graphic>
          <a:graphicData uri="http://schemas.openxmlformats.org/drawingml/2006/table">
            <a:tbl>
              <a:tblPr firstRow="1" firstCol="1" bandRow="1"/>
              <a:tblGrid>
                <a:gridCol w="5082223">
                  <a:extLst>
                    <a:ext uri="{9D8B030D-6E8A-4147-A177-3AD203B41FA5}">
                      <a16:colId xmlns="" xmlns:a16="http://schemas.microsoft.com/office/drawing/2014/main" val="1629863829"/>
                    </a:ext>
                  </a:extLst>
                </a:gridCol>
              </a:tblGrid>
              <a:tr h="0">
                <a:tc>
                  <a:txBody>
                    <a:bodyPr/>
                    <a:lstStyle/>
                    <a:p>
                      <a:pPr indent="0" algn="just">
                        <a:spcAft>
                          <a:spcPts val="0"/>
                        </a:spcAft>
                      </a:pPr>
                      <a:r>
                        <a:rPr lang="en-US" sz="2200" kern="100" dirty="0">
                          <a:effectLst/>
                          <a:latin typeface="Huawei Sans" panose="020C0503030203020204" pitchFamily="34" charset="0"/>
                          <a:ea typeface="宋体" panose="02010600030101010101" pitchFamily="2" charset="-122"/>
                          <a:cs typeface="Times New Roman" panose="02020603050405020304" pitchFamily="18" charset="0"/>
                        </a:rPr>
                        <a:t>[</a:t>
                      </a:r>
                      <a:r>
                        <a:rPr lang="en-US" sz="2200" kern="10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R1]ipv6 route-static 2003:: 64 2001::2</a:t>
                      </a:r>
                      <a:endParaRPr lang="zh-CN" sz="2200" kern="100" dirty="0">
                        <a:effectLst/>
                        <a:latin typeface="Huawei Sans" panose="020C050303020302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solidFill>
                      <a:srgbClr val="F2F2F2"/>
                    </a:solidFill>
                  </a:tcPr>
                </a:tc>
                <a:extLst>
                  <a:ext uri="{0D108BD9-81ED-4DB2-BD59-A6C34878D82A}">
                    <a16:rowId xmlns="" xmlns:a16="http://schemas.microsoft.com/office/drawing/2014/main" val="3140763583"/>
                  </a:ext>
                </a:extLst>
              </a:tr>
            </a:tbl>
          </a:graphicData>
        </a:graphic>
      </p:graphicFrame>
      <p:graphicFrame>
        <p:nvGraphicFramePr>
          <p:cNvPr id="9" name="表格 8">
            <a:extLst>
              <a:ext uri="{FF2B5EF4-FFF2-40B4-BE49-F238E27FC236}">
                <a16:creationId xmlns="" xmlns:a16="http://schemas.microsoft.com/office/drawing/2014/main" id="{83139474-82E0-4E13-BB4E-48F113A2E4C6}"/>
              </a:ext>
            </a:extLst>
          </p:cNvPr>
          <p:cNvGraphicFramePr>
            <a:graphicFrameLocks noGrp="1"/>
          </p:cNvGraphicFramePr>
          <p:nvPr>
            <p:extLst>
              <p:ext uri="{D42A27DB-BD31-4B8C-83A1-F6EECF244321}">
                <p14:modId xmlns:p14="http://schemas.microsoft.com/office/powerpoint/2010/main" val="1989042679"/>
              </p:ext>
            </p:extLst>
          </p:nvPr>
        </p:nvGraphicFramePr>
        <p:xfrm>
          <a:off x="3554889" y="4879340"/>
          <a:ext cx="5082223" cy="335280"/>
        </p:xfrm>
        <a:graphic>
          <a:graphicData uri="http://schemas.openxmlformats.org/drawingml/2006/table">
            <a:tbl>
              <a:tblPr firstRow="1" firstCol="1" bandRow="1"/>
              <a:tblGrid>
                <a:gridCol w="5082223">
                  <a:extLst>
                    <a:ext uri="{9D8B030D-6E8A-4147-A177-3AD203B41FA5}">
                      <a16:colId xmlns="" xmlns:a16="http://schemas.microsoft.com/office/drawing/2014/main" val="1241351961"/>
                    </a:ext>
                  </a:extLst>
                </a:gridCol>
              </a:tblGrid>
              <a:tr h="0">
                <a:tc>
                  <a:txBody>
                    <a:bodyPr/>
                    <a:lstStyle/>
                    <a:p>
                      <a:pPr indent="0" algn="just">
                        <a:spcAft>
                          <a:spcPts val="0"/>
                        </a:spcAft>
                      </a:pPr>
                      <a:r>
                        <a:rPr lang="en-US" sz="2200" kern="100" dirty="0">
                          <a:effectLst/>
                          <a:latin typeface="Huawei Sans" panose="020C0503030203020204" pitchFamily="34" charset="0"/>
                          <a:ea typeface="宋体" panose="02010600030101010101" pitchFamily="2" charset="-122"/>
                          <a:cs typeface="Times New Roman" panose="02020603050405020304" pitchFamily="18" charset="0"/>
                        </a:rPr>
                        <a:t>[</a:t>
                      </a:r>
                      <a:r>
                        <a:rPr lang="en-US" sz="2200" kern="10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R2]ipv6 route-static 2002:: 64 2001::1</a:t>
                      </a:r>
                      <a:endParaRPr lang="zh-CN" sz="2200" kern="100" dirty="0">
                        <a:effectLst/>
                        <a:latin typeface="Huawei Sans" panose="020C050303020302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solidFill>
                      <a:srgbClr val="F2F2F2"/>
                    </a:solidFill>
                  </a:tcPr>
                </a:tc>
                <a:extLst>
                  <a:ext uri="{0D108BD9-81ED-4DB2-BD59-A6C34878D82A}">
                    <a16:rowId xmlns="" xmlns:a16="http://schemas.microsoft.com/office/drawing/2014/main" val="623226579"/>
                  </a:ext>
                </a:extLst>
              </a:tr>
            </a:tbl>
          </a:graphicData>
        </a:graphic>
      </p:graphicFrame>
    </p:spTree>
    <p:extLst>
      <p:ext uri="{BB962C8B-B14F-4D97-AF65-F5344CB8AC3E}">
        <p14:creationId xmlns:p14="http://schemas.microsoft.com/office/powerpoint/2010/main" val="2073407985"/>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012C0D05-9552-4B87-AF31-A4678B3B8AA4}"/>
              </a:ext>
            </a:extLst>
          </p:cNvPr>
          <p:cNvSpPr>
            <a:spLocks noGrp="1"/>
          </p:cNvSpPr>
          <p:nvPr>
            <p:ph type="title"/>
          </p:nvPr>
        </p:nvSpPr>
        <p:spPr/>
        <p:txBody>
          <a:bodyPr/>
          <a:lstStyle/>
          <a:p>
            <a:r>
              <a:rPr lang="zh-CN" altLang="zh-CN" sz="3499" b="1" kern="1200" baseline="0" dirty="0">
                <a:solidFill>
                  <a:schemeClr val="tx1"/>
                </a:solidFill>
                <a:effectLst/>
                <a:latin typeface="Huawei Sans" panose="020C0503030203020204" pitchFamily="34" charset="0"/>
                <a:ea typeface="方正兰亭黑简体" panose="02000000000000000000" pitchFamily="2" charset="-122"/>
                <a:cs typeface="+mj-cs"/>
              </a:rPr>
              <a:t>八、</a:t>
            </a:r>
            <a:r>
              <a:rPr lang="en-US" altLang="zh-CN" dirty="0"/>
              <a:t>IPv6</a:t>
            </a:r>
            <a:r>
              <a:rPr lang="zh-CN" altLang="en-US" dirty="0"/>
              <a:t>静态路由的配置</a:t>
            </a:r>
          </a:p>
        </p:txBody>
      </p:sp>
      <p:sp>
        <p:nvSpPr>
          <p:cNvPr id="3" name="文本占位符 2">
            <a:extLst>
              <a:ext uri="{FF2B5EF4-FFF2-40B4-BE49-F238E27FC236}">
                <a16:creationId xmlns="" xmlns:a16="http://schemas.microsoft.com/office/drawing/2014/main" id="{65CC054C-8D52-4E57-B269-B35B3D409FEC}"/>
              </a:ext>
            </a:extLst>
          </p:cNvPr>
          <p:cNvSpPr>
            <a:spLocks noGrp="1"/>
          </p:cNvSpPr>
          <p:nvPr>
            <p:ph type="body" sz="quarter" idx="10"/>
          </p:nvPr>
        </p:nvSpPr>
        <p:spPr>
          <a:xfrm>
            <a:off x="444603" y="1247556"/>
            <a:ext cx="11307600" cy="4680000"/>
          </a:xfrm>
        </p:spPr>
        <p:txBody>
          <a:bodyPr/>
          <a:lstStyle/>
          <a:p>
            <a:r>
              <a:rPr lang="zh-CN" altLang="en-US" dirty="0"/>
              <a:t>案例</a:t>
            </a:r>
            <a:r>
              <a:rPr lang="en-US" altLang="zh-CN" dirty="0"/>
              <a:t>7-2</a:t>
            </a:r>
            <a:r>
              <a:rPr lang="zh-CN" altLang="en-US" dirty="0"/>
              <a:t>案例验证</a:t>
            </a:r>
            <a:r>
              <a:rPr lang="en-US" altLang="zh-CN" dirty="0"/>
              <a:t>1</a:t>
            </a:r>
          </a:p>
          <a:p>
            <a:pPr lvl="1"/>
            <a:r>
              <a:rPr lang="zh-CN" altLang="zh-CN" dirty="0"/>
              <a:t>配置</a:t>
            </a:r>
            <a:r>
              <a:rPr lang="en-US" altLang="zh-CN" dirty="0"/>
              <a:t>PC1</a:t>
            </a:r>
            <a:r>
              <a:rPr lang="zh-CN" altLang="zh-CN" dirty="0"/>
              <a:t>的</a:t>
            </a:r>
            <a:r>
              <a:rPr lang="en-US" altLang="zh-CN" dirty="0"/>
              <a:t>IPv6</a:t>
            </a:r>
            <a:r>
              <a:rPr lang="zh-CN" altLang="zh-CN" dirty="0"/>
              <a:t>地址，使用【</a:t>
            </a:r>
            <a:r>
              <a:rPr lang="en-US" altLang="zh-CN" dirty="0"/>
              <a:t>ipconfig</a:t>
            </a:r>
            <a:r>
              <a:rPr lang="zh-CN" altLang="zh-CN" dirty="0"/>
              <a:t>】命令查看地址配置状态。</a:t>
            </a:r>
            <a:endParaRPr lang="zh-CN" altLang="en-US" dirty="0"/>
          </a:p>
        </p:txBody>
      </p:sp>
      <p:graphicFrame>
        <p:nvGraphicFramePr>
          <p:cNvPr id="4" name="表格 3">
            <a:extLst>
              <a:ext uri="{FF2B5EF4-FFF2-40B4-BE49-F238E27FC236}">
                <a16:creationId xmlns="" xmlns:a16="http://schemas.microsoft.com/office/drawing/2014/main" id="{1F5B9635-1FBB-4F1E-B663-8D532D43250B}"/>
              </a:ext>
            </a:extLst>
          </p:cNvPr>
          <p:cNvGraphicFramePr>
            <a:graphicFrameLocks noGrp="1"/>
          </p:cNvGraphicFramePr>
          <p:nvPr>
            <p:extLst>
              <p:ext uri="{D42A27DB-BD31-4B8C-83A1-F6EECF244321}">
                <p14:modId xmlns:p14="http://schemas.microsoft.com/office/powerpoint/2010/main" val="3649926629"/>
              </p:ext>
            </p:extLst>
          </p:nvPr>
        </p:nvGraphicFramePr>
        <p:xfrm>
          <a:off x="2561908" y="2444750"/>
          <a:ext cx="7068185" cy="3352800"/>
        </p:xfrm>
        <a:graphic>
          <a:graphicData uri="http://schemas.openxmlformats.org/drawingml/2006/table">
            <a:tbl>
              <a:tblPr firstRow="1" firstCol="1" bandRow="1"/>
              <a:tblGrid>
                <a:gridCol w="7068185">
                  <a:extLst>
                    <a:ext uri="{9D8B030D-6E8A-4147-A177-3AD203B41FA5}">
                      <a16:colId xmlns="" xmlns:a16="http://schemas.microsoft.com/office/drawing/2014/main" val="2942580978"/>
                    </a:ext>
                  </a:extLst>
                </a:gridCol>
              </a:tblGrid>
              <a:tr h="0">
                <a:tc>
                  <a:txBody>
                    <a:bodyPr/>
                    <a:lstStyle/>
                    <a:p>
                      <a:pPr indent="0" algn="just">
                        <a:spcAft>
                          <a:spcPts val="0"/>
                        </a:spcAft>
                      </a:pPr>
                      <a:r>
                        <a:rPr lang="en-US" sz="2200" kern="100" dirty="0">
                          <a:effectLst/>
                          <a:latin typeface="Huawei Sans" panose="020C0503030203020204" pitchFamily="34" charset="0"/>
                          <a:ea typeface="宋体" panose="02010600030101010101" pitchFamily="2" charset="-122"/>
                          <a:cs typeface="Times New Roman" panose="02020603050405020304" pitchFamily="18" charset="0"/>
                        </a:rPr>
                        <a:t>PC&gt;ipconfig</a:t>
                      </a:r>
                      <a:endParaRPr lang="zh-CN" sz="2200" kern="100" dirty="0">
                        <a:effectLst/>
                        <a:latin typeface="Huawei Sans" panose="020C0503030203020204" pitchFamily="34" charset="0"/>
                        <a:ea typeface="宋体" panose="02010600030101010101" pitchFamily="2" charset="-122"/>
                        <a:cs typeface="Times New Roman" panose="02020603050405020304" pitchFamily="18" charset="0"/>
                      </a:endParaRPr>
                    </a:p>
                    <a:p>
                      <a:pPr indent="0" algn="just">
                        <a:spcAft>
                          <a:spcPts val="0"/>
                        </a:spcAft>
                      </a:pPr>
                      <a:r>
                        <a:rPr lang="en-US" sz="2200" kern="100" dirty="0">
                          <a:effectLst/>
                          <a:latin typeface="Huawei Sans" panose="020C0503030203020204" pitchFamily="34" charset="0"/>
                          <a:ea typeface="宋体" panose="02010600030101010101" pitchFamily="2" charset="-122"/>
                          <a:cs typeface="Times New Roman" panose="02020603050405020304" pitchFamily="18" charset="0"/>
                        </a:rPr>
                        <a:t> </a:t>
                      </a:r>
                      <a:endParaRPr lang="zh-CN" sz="2200" kern="100" dirty="0">
                        <a:effectLst/>
                        <a:latin typeface="Huawei Sans" panose="020C0503030203020204" pitchFamily="34" charset="0"/>
                        <a:ea typeface="宋体" panose="02010600030101010101" pitchFamily="2" charset="-122"/>
                        <a:cs typeface="Times New Roman" panose="02020603050405020304" pitchFamily="18" charset="0"/>
                      </a:endParaRPr>
                    </a:p>
                    <a:p>
                      <a:pPr indent="0" algn="just">
                        <a:spcAft>
                          <a:spcPts val="0"/>
                        </a:spcAft>
                      </a:pPr>
                      <a:r>
                        <a:rPr lang="en-US" sz="2200" kern="10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Link local IPv6 address...........: fe80::5689:98ff:fec2:7ef2</a:t>
                      </a:r>
                      <a:endParaRPr lang="zh-CN" sz="2200" kern="100" dirty="0">
                        <a:effectLst/>
                        <a:latin typeface="Huawei Sans" panose="020C0503030203020204" pitchFamily="34" charset="0"/>
                        <a:ea typeface="宋体" panose="02010600030101010101" pitchFamily="2" charset="-122"/>
                        <a:cs typeface="Times New Roman" panose="02020603050405020304" pitchFamily="18" charset="0"/>
                      </a:endParaRPr>
                    </a:p>
                    <a:p>
                      <a:pPr indent="0" algn="just">
                        <a:spcAft>
                          <a:spcPts val="0"/>
                        </a:spcAft>
                      </a:pPr>
                      <a:r>
                        <a:rPr lang="en-US" sz="2200" kern="10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IPv6 address......................: 2002::2 / 64</a:t>
                      </a:r>
                      <a:endParaRPr lang="zh-CN" sz="2200" kern="100" dirty="0">
                        <a:effectLst/>
                        <a:latin typeface="Huawei Sans" panose="020C0503030203020204" pitchFamily="34" charset="0"/>
                        <a:ea typeface="宋体" panose="02010600030101010101" pitchFamily="2" charset="-122"/>
                        <a:cs typeface="Times New Roman" panose="02020603050405020304" pitchFamily="18" charset="0"/>
                      </a:endParaRPr>
                    </a:p>
                    <a:p>
                      <a:pPr indent="0" algn="just">
                        <a:spcAft>
                          <a:spcPts val="0"/>
                        </a:spcAft>
                      </a:pPr>
                      <a:r>
                        <a:rPr lang="en-US" sz="2200" kern="10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IPv6 gateway......................: 2002::1</a:t>
                      </a:r>
                      <a:endParaRPr lang="zh-CN" sz="2200" kern="100" dirty="0">
                        <a:effectLst/>
                        <a:latin typeface="Huawei Sans" panose="020C0503030203020204" pitchFamily="34" charset="0"/>
                        <a:ea typeface="宋体" panose="02010600030101010101" pitchFamily="2" charset="-122"/>
                        <a:cs typeface="Times New Roman" panose="02020603050405020304" pitchFamily="18" charset="0"/>
                      </a:endParaRPr>
                    </a:p>
                    <a:p>
                      <a:pPr indent="0" algn="just">
                        <a:spcAft>
                          <a:spcPts val="0"/>
                        </a:spcAft>
                      </a:pPr>
                      <a:r>
                        <a:rPr lang="en-US" sz="2200" kern="10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IPv4 address......................: 0.0.0.0</a:t>
                      </a:r>
                      <a:endParaRPr lang="zh-CN" sz="2200" kern="100" dirty="0">
                        <a:effectLst/>
                        <a:latin typeface="Huawei Sans" panose="020C0503030203020204" pitchFamily="34" charset="0"/>
                        <a:ea typeface="宋体" panose="02010600030101010101" pitchFamily="2" charset="-122"/>
                        <a:cs typeface="Times New Roman" panose="02020603050405020304" pitchFamily="18" charset="0"/>
                      </a:endParaRPr>
                    </a:p>
                    <a:p>
                      <a:pPr indent="0" algn="just">
                        <a:spcAft>
                          <a:spcPts val="0"/>
                        </a:spcAft>
                      </a:pPr>
                      <a:r>
                        <a:rPr lang="en-US" sz="2200" kern="10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Subnet mask.......................: 0.0.0.0</a:t>
                      </a:r>
                      <a:endParaRPr lang="zh-CN" sz="2200" kern="100" dirty="0">
                        <a:effectLst/>
                        <a:latin typeface="Huawei Sans" panose="020C0503030203020204" pitchFamily="34" charset="0"/>
                        <a:ea typeface="宋体" panose="02010600030101010101" pitchFamily="2" charset="-122"/>
                        <a:cs typeface="Times New Roman" panose="02020603050405020304" pitchFamily="18" charset="0"/>
                      </a:endParaRPr>
                    </a:p>
                    <a:p>
                      <a:pPr indent="0" algn="just">
                        <a:spcAft>
                          <a:spcPts val="0"/>
                        </a:spcAft>
                      </a:pPr>
                      <a:r>
                        <a:rPr lang="en-US" sz="2200" kern="10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Gateway...........................: 0.0.0.0</a:t>
                      </a:r>
                      <a:endParaRPr lang="zh-CN" sz="2200" kern="100" dirty="0">
                        <a:effectLst/>
                        <a:latin typeface="Huawei Sans" panose="020C0503030203020204" pitchFamily="34" charset="0"/>
                        <a:ea typeface="宋体" panose="02010600030101010101" pitchFamily="2" charset="-122"/>
                        <a:cs typeface="Times New Roman" panose="02020603050405020304" pitchFamily="18" charset="0"/>
                      </a:endParaRPr>
                    </a:p>
                    <a:p>
                      <a:pPr indent="0" algn="just">
                        <a:spcAft>
                          <a:spcPts val="0"/>
                        </a:spcAft>
                      </a:pPr>
                      <a:r>
                        <a:rPr lang="en-US" sz="2200" kern="10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Physical address..................: 54-89-98-C2-7E-F2</a:t>
                      </a:r>
                      <a:endParaRPr lang="zh-CN" sz="2200" kern="100" dirty="0">
                        <a:effectLst/>
                        <a:latin typeface="Huawei Sans" panose="020C0503030203020204" pitchFamily="34" charset="0"/>
                        <a:ea typeface="宋体" panose="02010600030101010101" pitchFamily="2" charset="-122"/>
                        <a:cs typeface="Times New Roman" panose="02020603050405020304" pitchFamily="18" charset="0"/>
                      </a:endParaRPr>
                    </a:p>
                    <a:p>
                      <a:pPr indent="0" algn="just">
                        <a:spcAft>
                          <a:spcPts val="0"/>
                        </a:spcAft>
                      </a:pPr>
                      <a:r>
                        <a:rPr lang="en-US" sz="2200" kern="10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DNS server........................:</a:t>
                      </a:r>
                      <a:endParaRPr lang="zh-CN" sz="2200" kern="100" dirty="0">
                        <a:effectLst/>
                        <a:latin typeface="Huawei Sans" panose="020C050303020302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solidFill>
                      <a:srgbClr val="F2F2F2"/>
                    </a:solidFill>
                  </a:tcPr>
                </a:tc>
                <a:extLst>
                  <a:ext uri="{0D108BD9-81ED-4DB2-BD59-A6C34878D82A}">
                    <a16:rowId xmlns="" xmlns:a16="http://schemas.microsoft.com/office/drawing/2014/main" val="3658998648"/>
                  </a:ext>
                </a:extLst>
              </a:tr>
            </a:tbl>
          </a:graphicData>
        </a:graphic>
      </p:graphicFrame>
    </p:spTree>
    <p:extLst>
      <p:ext uri="{BB962C8B-B14F-4D97-AF65-F5344CB8AC3E}">
        <p14:creationId xmlns:p14="http://schemas.microsoft.com/office/powerpoint/2010/main" val="3768983747"/>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333123CE-31FF-4BBA-A933-5FB4BC2AEA19}"/>
              </a:ext>
            </a:extLst>
          </p:cNvPr>
          <p:cNvSpPr>
            <a:spLocks noGrp="1"/>
          </p:cNvSpPr>
          <p:nvPr>
            <p:ph type="title"/>
          </p:nvPr>
        </p:nvSpPr>
        <p:spPr/>
        <p:txBody>
          <a:bodyPr/>
          <a:lstStyle/>
          <a:p>
            <a:r>
              <a:rPr lang="zh-CN" altLang="zh-CN" sz="3499" b="1" kern="1200" baseline="0" dirty="0">
                <a:solidFill>
                  <a:schemeClr val="tx1"/>
                </a:solidFill>
                <a:effectLst/>
                <a:latin typeface="Huawei Sans" panose="020C0503030203020204" pitchFamily="34" charset="0"/>
                <a:ea typeface="方正兰亭黑简体" panose="02000000000000000000" pitchFamily="2" charset="-122"/>
                <a:cs typeface="+mj-cs"/>
              </a:rPr>
              <a:t>八、</a:t>
            </a:r>
            <a:r>
              <a:rPr lang="en-US" altLang="zh-CN" dirty="0"/>
              <a:t>IPv6</a:t>
            </a:r>
            <a:r>
              <a:rPr lang="zh-CN" altLang="en-US" dirty="0"/>
              <a:t>静态路由的配置</a:t>
            </a:r>
          </a:p>
        </p:txBody>
      </p:sp>
      <p:sp>
        <p:nvSpPr>
          <p:cNvPr id="3" name="文本占位符 2">
            <a:extLst>
              <a:ext uri="{FF2B5EF4-FFF2-40B4-BE49-F238E27FC236}">
                <a16:creationId xmlns="" xmlns:a16="http://schemas.microsoft.com/office/drawing/2014/main" id="{F2EA87FF-FA51-46CC-8B8E-EAC6E18A4309}"/>
              </a:ext>
            </a:extLst>
          </p:cNvPr>
          <p:cNvSpPr>
            <a:spLocks noGrp="1"/>
          </p:cNvSpPr>
          <p:nvPr>
            <p:ph type="body" sz="quarter" idx="10"/>
          </p:nvPr>
        </p:nvSpPr>
        <p:spPr>
          <a:xfrm>
            <a:off x="444603" y="1247556"/>
            <a:ext cx="11307600" cy="4680000"/>
          </a:xfrm>
        </p:spPr>
        <p:txBody>
          <a:bodyPr/>
          <a:lstStyle/>
          <a:p>
            <a:r>
              <a:rPr lang="zh-CN" altLang="en-US" dirty="0"/>
              <a:t>案例</a:t>
            </a:r>
            <a:r>
              <a:rPr lang="en-US" altLang="zh-CN" dirty="0"/>
              <a:t>7-2</a:t>
            </a:r>
            <a:r>
              <a:rPr lang="zh-CN" altLang="en-US" dirty="0"/>
              <a:t>案例验证</a:t>
            </a:r>
            <a:r>
              <a:rPr lang="en-US" altLang="zh-CN" dirty="0"/>
              <a:t>2</a:t>
            </a:r>
          </a:p>
          <a:p>
            <a:pPr lvl="1"/>
            <a:r>
              <a:rPr lang="zh-CN" altLang="en-US" dirty="0"/>
              <a:t>配置</a:t>
            </a:r>
            <a:r>
              <a:rPr lang="en-US" altLang="zh-CN" dirty="0"/>
              <a:t>PC2</a:t>
            </a:r>
            <a:r>
              <a:rPr lang="zh-CN" altLang="en-US" dirty="0"/>
              <a:t>的</a:t>
            </a:r>
            <a:r>
              <a:rPr lang="en-US" altLang="zh-CN" dirty="0"/>
              <a:t>IPv6</a:t>
            </a:r>
            <a:r>
              <a:rPr lang="zh-CN" altLang="en-US" dirty="0"/>
              <a:t>地址，使用</a:t>
            </a:r>
            <a:r>
              <a:rPr lang="en-US" altLang="zh-CN" dirty="0"/>
              <a:t>【ipconfig】</a:t>
            </a:r>
            <a:r>
              <a:rPr lang="zh-CN" altLang="en-US" dirty="0"/>
              <a:t>命令查看地址配置状态。</a:t>
            </a:r>
          </a:p>
        </p:txBody>
      </p:sp>
      <p:graphicFrame>
        <p:nvGraphicFramePr>
          <p:cNvPr id="4" name="表格 3">
            <a:extLst>
              <a:ext uri="{FF2B5EF4-FFF2-40B4-BE49-F238E27FC236}">
                <a16:creationId xmlns="" xmlns:a16="http://schemas.microsoft.com/office/drawing/2014/main" id="{727536C5-311F-4D4B-A056-5366123D0141}"/>
              </a:ext>
            </a:extLst>
          </p:cNvPr>
          <p:cNvGraphicFramePr>
            <a:graphicFrameLocks noGrp="1"/>
          </p:cNvGraphicFramePr>
          <p:nvPr>
            <p:extLst>
              <p:ext uri="{D42A27DB-BD31-4B8C-83A1-F6EECF244321}">
                <p14:modId xmlns:p14="http://schemas.microsoft.com/office/powerpoint/2010/main" val="999401221"/>
              </p:ext>
            </p:extLst>
          </p:nvPr>
        </p:nvGraphicFramePr>
        <p:xfrm>
          <a:off x="2527776" y="2771112"/>
          <a:ext cx="7136448" cy="3352800"/>
        </p:xfrm>
        <a:graphic>
          <a:graphicData uri="http://schemas.openxmlformats.org/drawingml/2006/table">
            <a:tbl>
              <a:tblPr firstRow="1" firstCol="1" bandRow="1"/>
              <a:tblGrid>
                <a:gridCol w="7136448">
                  <a:extLst>
                    <a:ext uri="{9D8B030D-6E8A-4147-A177-3AD203B41FA5}">
                      <a16:colId xmlns="" xmlns:a16="http://schemas.microsoft.com/office/drawing/2014/main" val="560949026"/>
                    </a:ext>
                  </a:extLst>
                </a:gridCol>
              </a:tblGrid>
              <a:tr h="0">
                <a:tc>
                  <a:txBody>
                    <a:bodyPr/>
                    <a:lstStyle/>
                    <a:p>
                      <a:pPr indent="0" algn="just">
                        <a:spcAft>
                          <a:spcPts val="0"/>
                        </a:spcAft>
                      </a:pPr>
                      <a:r>
                        <a:rPr lang="en-US" sz="2200" kern="100" dirty="0">
                          <a:effectLst/>
                          <a:latin typeface="Huawei Sans" panose="020C0503030203020204" pitchFamily="34" charset="0"/>
                          <a:ea typeface="宋体" panose="02010600030101010101" pitchFamily="2" charset="-122"/>
                          <a:cs typeface="Times New Roman" panose="02020603050405020304" pitchFamily="18" charset="0"/>
                        </a:rPr>
                        <a:t>PC&gt;ipconfig</a:t>
                      </a:r>
                      <a:endParaRPr lang="zh-CN" sz="2200" kern="100" dirty="0">
                        <a:effectLst/>
                        <a:latin typeface="Huawei Sans" panose="020C0503030203020204" pitchFamily="34" charset="0"/>
                        <a:ea typeface="宋体" panose="02010600030101010101" pitchFamily="2" charset="-122"/>
                        <a:cs typeface="Times New Roman" panose="02020603050405020304" pitchFamily="18" charset="0"/>
                      </a:endParaRPr>
                    </a:p>
                    <a:p>
                      <a:pPr indent="0" algn="just">
                        <a:spcAft>
                          <a:spcPts val="0"/>
                        </a:spcAft>
                      </a:pPr>
                      <a:r>
                        <a:rPr lang="en-US" sz="2200" kern="100" dirty="0">
                          <a:effectLst/>
                          <a:latin typeface="Huawei Sans" panose="020C0503030203020204" pitchFamily="34" charset="0"/>
                          <a:ea typeface="宋体" panose="02010600030101010101" pitchFamily="2" charset="-122"/>
                          <a:cs typeface="Times New Roman" panose="02020603050405020304" pitchFamily="18" charset="0"/>
                        </a:rPr>
                        <a:t> </a:t>
                      </a:r>
                      <a:endParaRPr lang="zh-CN" sz="2200" kern="100" dirty="0">
                        <a:effectLst/>
                        <a:latin typeface="Huawei Sans" panose="020C0503030203020204" pitchFamily="34" charset="0"/>
                        <a:ea typeface="宋体" panose="02010600030101010101" pitchFamily="2" charset="-122"/>
                        <a:cs typeface="Times New Roman" panose="02020603050405020304" pitchFamily="18" charset="0"/>
                      </a:endParaRPr>
                    </a:p>
                    <a:p>
                      <a:pPr indent="0" algn="just">
                        <a:spcAft>
                          <a:spcPts val="0"/>
                        </a:spcAft>
                      </a:pPr>
                      <a:r>
                        <a:rPr lang="en-US" sz="2200" kern="10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Link local IPv6 address...........: fe80::5689:98ff:fea9:6dc3</a:t>
                      </a:r>
                      <a:endParaRPr lang="zh-CN" sz="2200" kern="100" dirty="0">
                        <a:effectLst/>
                        <a:latin typeface="Huawei Sans" panose="020C0503030203020204" pitchFamily="34" charset="0"/>
                        <a:ea typeface="宋体" panose="02010600030101010101" pitchFamily="2" charset="-122"/>
                        <a:cs typeface="Times New Roman" panose="02020603050405020304" pitchFamily="18" charset="0"/>
                      </a:endParaRPr>
                    </a:p>
                    <a:p>
                      <a:pPr indent="0" algn="just">
                        <a:spcAft>
                          <a:spcPts val="0"/>
                        </a:spcAft>
                      </a:pPr>
                      <a:r>
                        <a:rPr lang="en-US" sz="2200" kern="10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IPv6 address......................: 2003::2 / 64</a:t>
                      </a:r>
                      <a:endParaRPr lang="zh-CN" sz="2200" kern="100" dirty="0">
                        <a:effectLst/>
                        <a:latin typeface="Huawei Sans" panose="020C0503030203020204" pitchFamily="34" charset="0"/>
                        <a:ea typeface="宋体" panose="02010600030101010101" pitchFamily="2" charset="-122"/>
                        <a:cs typeface="Times New Roman" panose="02020603050405020304" pitchFamily="18" charset="0"/>
                      </a:endParaRPr>
                    </a:p>
                    <a:p>
                      <a:pPr indent="0" algn="just">
                        <a:spcAft>
                          <a:spcPts val="0"/>
                        </a:spcAft>
                      </a:pPr>
                      <a:r>
                        <a:rPr lang="en-US" sz="2200" kern="10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IPv6 gateway......................: 2003::1</a:t>
                      </a:r>
                      <a:endParaRPr lang="zh-CN" sz="2200" kern="100" dirty="0">
                        <a:effectLst/>
                        <a:latin typeface="Huawei Sans" panose="020C0503030203020204" pitchFamily="34" charset="0"/>
                        <a:ea typeface="宋体" panose="02010600030101010101" pitchFamily="2" charset="-122"/>
                        <a:cs typeface="Times New Roman" panose="02020603050405020304" pitchFamily="18" charset="0"/>
                      </a:endParaRPr>
                    </a:p>
                    <a:p>
                      <a:pPr indent="0" algn="just">
                        <a:spcAft>
                          <a:spcPts val="0"/>
                        </a:spcAft>
                      </a:pPr>
                      <a:r>
                        <a:rPr lang="en-US" sz="2200" kern="10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IPv4 address......................: 0.0.0.0</a:t>
                      </a:r>
                      <a:endParaRPr lang="zh-CN" sz="2200" kern="100" dirty="0">
                        <a:effectLst/>
                        <a:latin typeface="Huawei Sans" panose="020C0503030203020204" pitchFamily="34" charset="0"/>
                        <a:ea typeface="宋体" panose="02010600030101010101" pitchFamily="2" charset="-122"/>
                        <a:cs typeface="Times New Roman" panose="02020603050405020304" pitchFamily="18" charset="0"/>
                      </a:endParaRPr>
                    </a:p>
                    <a:p>
                      <a:pPr indent="0" algn="just">
                        <a:spcAft>
                          <a:spcPts val="0"/>
                        </a:spcAft>
                      </a:pPr>
                      <a:r>
                        <a:rPr lang="en-US" sz="2200" kern="10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Subnet mask.......................: 0.0.0.0</a:t>
                      </a:r>
                      <a:endParaRPr lang="zh-CN" sz="2200" kern="100" dirty="0">
                        <a:effectLst/>
                        <a:latin typeface="Huawei Sans" panose="020C0503030203020204" pitchFamily="34" charset="0"/>
                        <a:ea typeface="宋体" panose="02010600030101010101" pitchFamily="2" charset="-122"/>
                        <a:cs typeface="Times New Roman" panose="02020603050405020304" pitchFamily="18" charset="0"/>
                      </a:endParaRPr>
                    </a:p>
                    <a:p>
                      <a:pPr indent="0" algn="just">
                        <a:spcAft>
                          <a:spcPts val="0"/>
                        </a:spcAft>
                      </a:pPr>
                      <a:r>
                        <a:rPr lang="en-US" sz="2200" kern="10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Gateway...........................: 0.0.0.0</a:t>
                      </a:r>
                      <a:endParaRPr lang="zh-CN" sz="2200" kern="100" dirty="0">
                        <a:effectLst/>
                        <a:latin typeface="Huawei Sans" panose="020C0503030203020204" pitchFamily="34" charset="0"/>
                        <a:ea typeface="宋体" panose="02010600030101010101" pitchFamily="2" charset="-122"/>
                        <a:cs typeface="Times New Roman" panose="02020603050405020304" pitchFamily="18" charset="0"/>
                      </a:endParaRPr>
                    </a:p>
                    <a:p>
                      <a:pPr indent="0" algn="just">
                        <a:spcAft>
                          <a:spcPts val="0"/>
                        </a:spcAft>
                      </a:pPr>
                      <a:r>
                        <a:rPr lang="en-US" sz="2200" kern="10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Physical address..................: 54-89-98-A9-6D-C3</a:t>
                      </a:r>
                      <a:endParaRPr lang="zh-CN" sz="2200" kern="100" dirty="0">
                        <a:effectLst/>
                        <a:latin typeface="Huawei Sans" panose="020C0503030203020204" pitchFamily="34" charset="0"/>
                        <a:ea typeface="宋体" panose="02010600030101010101" pitchFamily="2" charset="-122"/>
                        <a:cs typeface="Times New Roman" panose="02020603050405020304" pitchFamily="18" charset="0"/>
                      </a:endParaRPr>
                    </a:p>
                    <a:p>
                      <a:pPr indent="0" algn="just">
                        <a:spcAft>
                          <a:spcPts val="0"/>
                        </a:spcAft>
                      </a:pPr>
                      <a:r>
                        <a:rPr lang="en-US" sz="2200" kern="10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DNS server........................:</a:t>
                      </a:r>
                      <a:endParaRPr lang="zh-CN" sz="2200" kern="100" dirty="0">
                        <a:effectLst/>
                        <a:latin typeface="Huawei Sans" panose="020C050303020302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solidFill>
                      <a:srgbClr val="F2F2F2"/>
                    </a:solidFill>
                  </a:tcPr>
                </a:tc>
                <a:extLst>
                  <a:ext uri="{0D108BD9-81ED-4DB2-BD59-A6C34878D82A}">
                    <a16:rowId xmlns="" xmlns:a16="http://schemas.microsoft.com/office/drawing/2014/main" val="3948829729"/>
                  </a:ext>
                </a:extLst>
              </a:tr>
            </a:tbl>
          </a:graphicData>
        </a:graphic>
      </p:graphicFrame>
    </p:spTree>
    <p:extLst>
      <p:ext uri="{BB962C8B-B14F-4D97-AF65-F5344CB8AC3E}">
        <p14:creationId xmlns:p14="http://schemas.microsoft.com/office/powerpoint/2010/main" val="3142197159"/>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FC26ED5E-A36E-40CE-9BDA-483A680C95F1}"/>
              </a:ext>
            </a:extLst>
          </p:cNvPr>
          <p:cNvSpPr>
            <a:spLocks noGrp="1"/>
          </p:cNvSpPr>
          <p:nvPr>
            <p:ph type="title"/>
          </p:nvPr>
        </p:nvSpPr>
        <p:spPr/>
        <p:txBody>
          <a:bodyPr/>
          <a:lstStyle/>
          <a:p>
            <a:r>
              <a:rPr lang="zh-CN" altLang="zh-CN" sz="3499" b="1" kern="1200" baseline="0" dirty="0">
                <a:solidFill>
                  <a:schemeClr val="tx1"/>
                </a:solidFill>
                <a:effectLst/>
                <a:latin typeface="Huawei Sans" panose="020C0503030203020204" pitchFamily="34" charset="0"/>
                <a:ea typeface="方正兰亭黑简体" panose="02000000000000000000" pitchFamily="2" charset="-122"/>
                <a:cs typeface="+mj-cs"/>
              </a:rPr>
              <a:t>八、</a:t>
            </a:r>
            <a:r>
              <a:rPr lang="en-US" altLang="zh-CN" dirty="0"/>
              <a:t>IPv6</a:t>
            </a:r>
            <a:r>
              <a:rPr lang="zh-CN" altLang="en-US" dirty="0"/>
              <a:t>静态路由的配置</a:t>
            </a:r>
          </a:p>
        </p:txBody>
      </p:sp>
      <p:sp>
        <p:nvSpPr>
          <p:cNvPr id="3" name="文本占位符 2">
            <a:extLst>
              <a:ext uri="{FF2B5EF4-FFF2-40B4-BE49-F238E27FC236}">
                <a16:creationId xmlns="" xmlns:a16="http://schemas.microsoft.com/office/drawing/2014/main" id="{5701C4D7-C2BE-48FF-8F34-16E63E228319}"/>
              </a:ext>
            </a:extLst>
          </p:cNvPr>
          <p:cNvSpPr>
            <a:spLocks noGrp="1"/>
          </p:cNvSpPr>
          <p:nvPr>
            <p:ph type="body" sz="quarter" idx="10"/>
          </p:nvPr>
        </p:nvSpPr>
        <p:spPr>
          <a:xfrm>
            <a:off x="444603" y="1247556"/>
            <a:ext cx="11307600" cy="4680000"/>
          </a:xfrm>
        </p:spPr>
        <p:txBody>
          <a:bodyPr/>
          <a:lstStyle/>
          <a:p>
            <a:r>
              <a:rPr lang="zh-CN" altLang="en-US" dirty="0"/>
              <a:t>案例</a:t>
            </a:r>
            <a:r>
              <a:rPr lang="en-US" altLang="zh-CN" dirty="0"/>
              <a:t>7-2</a:t>
            </a:r>
            <a:r>
              <a:rPr lang="zh-CN" altLang="en-US" dirty="0"/>
              <a:t>案例验证</a:t>
            </a:r>
            <a:r>
              <a:rPr lang="en-US" altLang="zh-CN" dirty="0"/>
              <a:t>3</a:t>
            </a:r>
          </a:p>
          <a:p>
            <a:pPr lvl="1"/>
            <a:r>
              <a:rPr lang="zh-CN" altLang="zh-CN" dirty="0"/>
              <a:t>在</a:t>
            </a:r>
            <a:r>
              <a:rPr lang="en-US" altLang="zh-CN" dirty="0"/>
              <a:t>PC1</a:t>
            </a:r>
            <a:r>
              <a:rPr lang="zh-CN" altLang="zh-CN" dirty="0"/>
              <a:t>上【</a:t>
            </a:r>
            <a:r>
              <a:rPr lang="en-US" altLang="zh-CN" dirty="0"/>
              <a:t>ping</a:t>
            </a:r>
            <a:r>
              <a:rPr lang="zh-CN" altLang="zh-CN" dirty="0"/>
              <a:t>】</a:t>
            </a:r>
            <a:r>
              <a:rPr lang="en-US" altLang="zh-CN" dirty="0"/>
              <a:t>PC2</a:t>
            </a:r>
            <a:r>
              <a:rPr lang="zh-CN" altLang="zh-CN" dirty="0"/>
              <a:t>的</a:t>
            </a:r>
            <a:r>
              <a:rPr lang="en-US" altLang="zh-CN" dirty="0"/>
              <a:t>IPv6</a:t>
            </a:r>
            <a:r>
              <a:rPr lang="zh-CN" altLang="zh-CN" dirty="0"/>
              <a:t>地址，测试网络的连通性。</a:t>
            </a:r>
            <a:endParaRPr lang="zh-CN" altLang="en-US" dirty="0"/>
          </a:p>
        </p:txBody>
      </p:sp>
      <p:graphicFrame>
        <p:nvGraphicFramePr>
          <p:cNvPr id="4" name="表格 3">
            <a:extLst>
              <a:ext uri="{FF2B5EF4-FFF2-40B4-BE49-F238E27FC236}">
                <a16:creationId xmlns="" xmlns:a16="http://schemas.microsoft.com/office/drawing/2014/main" id="{B05148CE-A999-47AC-B4BA-F49973B0F701}"/>
              </a:ext>
            </a:extLst>
          </p:cNvPr>
          <p:cNvGraphicFramePr>
            <a:graphicFrameLocks noGrp="1"/>
          </p:cNvGraphicFramePr>
          <p:nvPr>
            <p:extLst>
              <p:ext uri="{D42A27DB-BD31-4B8C-83A1-F6EECF244321}">
                <p14:modId xmlns:p14="http://schemas.microsoft.com/office/powerpoint/2010/main" val="4065500204"/>
              </p:ext>
            </p:extLst>
          </p:nvPr>
        </p:nvGraphicFramePr>
        <p:xfrm>
          <a:off x="2370614" y="2424240"/>
          <a:ext cx="7450773" cy="4023360"/>
        </p:xfrm>
        <a:graphic>
          <a:graphicData uri="http://schemas.openxmlformats.org/drawingml/2006/table">
            <a:tbl>
              <a:tblPr firstRow="1" firstCol="1" bandRow="1"/>
              <a:tblGrid>
                <a:gridCol w="7450773">
                  <a:extLst>
                    <a:ext uri="{9D8B030D-6E8A-4147-A177-3AD203B41FA5}">
                      <a16:colId xmlns="" xmlns:a16="http://schemas.microsoft.com/office/drawing/2014/main" val="1312502120"/>
                    </a:ext>
                  </a:extLst>
                </a:gridCol>
              </a:tblGrid>
              <a:tr h="0">
                <a:tc>
                  <a:txBody>
                    <a:bodyPr/>
                    <a:lstStyle/>
                    <a:p>
                      <a:pPr indent="0" algn="just">
                        <a:spcAft>
                          <a:spcPts val="0"/>
                        </a:spcAft>
                      </a:pPr>
                      <a:r>
                        <a:rPr lang="en-US" sz="2200" kern="100" dirty="0">
                          <a:effectLst/>
                          <a:latin typeface="Huawei Sans" panose="020C0503030203020204" pitchFamily="34" charset="0"/>
                          <a:ea typeface="宋体" panose="02010600030101010101" pitchFamily="2" charset="-122"/>
                          <a:cs typeface="Times New Roman" panose="02020603050405020304" pitchFamily="18" charset="0"/>
                        </a:rPr>
                        <a:t>PC&gt;ping 2003::2</a:t>
                      </a:r>
                      <a:endParaRPr lang="zh-CN" sz="2200" kern="100" dirty="0">
                        <a:effectLst/>
                        <a:latin typeface="Huawei Sans" panose="020C0503030203020204" pitchFamily="34" charset="0"/>
                        <a:ea typeface="宋体" panose="02010600030101010101" pitchFamily="2" charset="-122"/>
                        <a:cs typeface="Times New Roman" panose="02020603050405020304" pitchFamily="18" charset="0"/>
                      </a:endParaRPr>
                    </a:p>
                    <a:p>
                      <a:pPr indent="0" algn="just">
                        <a:spcAft>
                          <a:spcPts val="0"/>
                        </a:spcAft>
                      </a:pPr>
                      <a:r>
                        <a:rPr lang="en-US" sz="2200" kern="10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Ping 2003::2: 32 data bytes, Press </a:t>
                      </a:r>
                      <a:r>
                        <a:rPr lang="en-US" sz="2200" kern="100" dirty="0" err="1">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Ctrl_C</a:t>
                      </a:r>
                      <a:r>
                        <a:rPr lang="en-US" sz="2200" kern="10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 to break</a:t>
                      </a:r>
                      <a:endParaRPr lang="zh-CN" sz="2200" kern="100" dirty="0">
                        <a:effectLst/>
                        <a:latin typeface="Huawei Sans" panose="020C0503030203020204" pitchFamily="34" charset="0"/>
                        <a:ea typeface="宋体" panose="02010600030101010101" pitchFamily="2" charset="-122"/>
                        <a:cs typeface="Times New Roman" panose="02020603050405020304" pitchFamily="18" charset="0"/>
                      </a:endParaRPr>
                    </a:p>
                    <a:p>
                      <a:pPr indent="0" algn="just">
                        <a:spcAft>
                          <a:spcPts val="0"/>
                        </a:spcAft>
                      </a:pPr>
                      <a:r>
                        <a:rPr lang="en-US" sz="2200" kern="10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From 2003::2: bytes=32 seq=1 hop limit=253 time=32 </a:t>
                      </a:r>
                      <a:r>
                        <a:rPr lang="en-US" sz="2200" kern="100" dirty="0" err="1">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ms</a:t>
                      </a:r>
                      <a:endParaRPr lang="zh-CN" sz="2200" kern="100" dirty="0">
                        <a:effectLst/>
                        <a:latin typeface="Huawei Sans" panose="020C0503030203020204" pitchFamily="34" charset="0"/>
                        <a:ea typeface="宋体" panose="02010600030101010101" pitchFamily="2" charset="-122"/>
                        <a:cs typeface="Times New Roman" panose="02020603050405020304" pitchFamily="18" charset="0"/>
                      </a:endParaRPr>
                    </a:p>
                    <a:p>
                      <a:pPr indent="0" algn="just">
                        <a:spcAft>
                          <a:spcPts val="0"/>
                        </a:spcAft>
                      </a:pPr>
                      <a:r>
                        <a:rPr lang="en-US" sz="2200" kern="10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From 2003::2: bytes=32 seq=2 hop limit=253 time=15 </a:t>
                      </a:r>
                      <a:r>
                        <a:rPr lang="en-US" sz="2200" kern="100" dirty="0" err="1">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ms</a:t>
                      </a:r>
                      <a:endParaRPr lang="zh-CN" sz="2200" kern="100" dirty="0">
                        <a:effectLst/>
                        <a:latin typeface="Huawei Sans" panose="020C0503030203020204" pitchFamily="34" charset="0"/>
                        <a:ea typeface="宋体" panose="02010600030101010101" pitchFamily="2" charset="-122"/>
                        <a:cs typeface="Times New Roman" panose="02020603050405020304" pitchFamily="18" charset="0"/>
                      </a:endParaRPr>
                    </a:p>
                    <a:p>
                      <a:pPr indent="0" algn="just">
                        <a:spcAft>
                          <a:spcPts val="0"/>
                        </a:spcAft>
                      </a:pPr>
                      <a:r>
                        <a:rPr lang="en-US" sz="2200" kern="10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From 2003::2: bytes=32 seq=3 hop limit=253 time=32 </a:t>
                      </a:r>
                      <a:r>
                        <a:rPr lang="en-US" sz="2200" kern="100" dirty="0" err="1">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ms</a:t>
                      </a:r>
                      <a:endParaRPr lang="zh-CN" sz="2200" kern="100" dirty="0">
                        <a:effectLst/>
                        <a:latin typeface="Huawei Sans" panose="020C0503030203020204" pitchFamily="34" charset="0"/>
                        <a:ea typeface="宋体" panose="02010600030101010101" pitchFamily="2" charset="-122"/>
                        <a:cs typeface="Times New Roman" panose="02020603050405020304" pitchFamily="18" charset="0"/>
                      </a:endParaRPr>
                    </a:p>
                    <a:p>
                      <a:pPr indent="0" algn="just">
                        <a:spcAft>
                          <a:spcPts val="0"/>
                        </a:spcAft>
                      </a:pPr>
                      <a:r>
                        <a:rPr lang="en-US" sz="2200" kern="10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From 2003::2: bytes=32 seq=4 hop limit=253 time=15 </a:t>
                      </a:r>
                      <a:r>
                        <a:rPr lang="en-US" sz="2200" kern="100" dirty="0" err="1">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ms</a:t>
                      </a:r>
                      <a:endParaRPr lang="zh-CN" sz="2200" kern="100" dirty="0">
                        <a:effectLst/>
                        <a:latin typeface="Huawei Sans" panose="020C0503030203020204" pitchFamily="34" charset="0"/>
                        <a:ea typeface="宋体" panose="02010600030101010101" pitchFamily="2" charset="-122"/>
                        <a:cs typeface="Times New Roman" panose="02020603050405020304" pitchFamily="18" charset="0"/>
                      </a:endParaRPr>
                    </a:p>
                    <a:p>
                      <a:pPr indent="0" algn="just">
                        <a:spcAft>
                          <a:spcPts val="0"/>
                        </a:spcAft>
                      </a:pPr>
                      <a:r>
                        <a:rPr lang="en-US" sz="2200" kern="10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From 2003::2: bytes=32 seq=5 hop limit=253 time=16 </a:t>
                      </a:r>
                      <a:r>
                        <a:rPr lang="en-US" sz="2200" kern="100" dirty="0" err="1">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ms</a:t>
                      </a:r>
                      <a:endParaRPr lang="zh-CN" sz="2200" kern="100" dirty="0">
                        <a:effectLst/>
                        <a:latin typeface="Huawei Sans" panose="020C0503030203020204" pitchFamily="34" charset="0"/>
                        <a:ea typeface="宋体" panose="02010600030101010101" pitchFamily="2" charset="-122"/>
                        <a:cs typeface="Times New Roman" panose="02020603050405020304" pitchFamily="18" charset="0"/>
                      </a:endParaRPr>
                    </a:p>
                    <a:p>
                      <a:pPr indent="0" algn="just">
                        <a:spcAft>
                          <a:spcPts val="0"/>
                        </a:spcAft>
                      </a:pPr>
                      <a:r>
                        <a:rPr lang="en-US" sz="2200" kern="10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--- 2003::2 ping statistics ---</a:t>
                      </a:r>
                      <a:endParaRPr lang="zh-CN" sz="2200" kern="100" dirty="0">
                        <a:effectLst/>
                        <a:latin typeface="Huawei Sans" panose="020C0503030203020204" pitchFamily="34" charset="0"/>
                        <a:ea typeface="宋体" panose="02010600030101010101" pitchFamily="2" charset="-122"/>
                        <a:cs typeface="Times New Roman" panose="02020603050405020304" pitchFamily="18" charset="0"/>
                      </a:endParaRPr>
                    </a:p>
                    <a:p>
                      <a:pPr indent="0" algn="just">
                        <a:spcAft>
                          <a:spcPts val="0"/>
                        </a:spcAft>
                      </a:pPr>
                      <a:r>
                        <a:rPr lang="en-US" sz="2200" kern="10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  5 packet(s) transmitted</a:t>
                      </a:r>
                      <a:endParaRPr lang="zh-CN" sz="2200" kern="100" dirty="0">
                        <a:effectLst/>
                        <a:latin typeface="Huawei Sans" panose="020C0503030203020204" pitchFamily="34" charset="0"/>
                        <a:ea typeface="宋体" panose="02010600030101010101" pitchFamily="2" charset="-122"/>
                        <a:cs typeface="Times New Roman" panose="02020603050405020304" pitchFamily="18" charset="0"/>
                      </a:endParaRPr>
                    </a:p>
                    <a:p>
                      <a:pPr indent="0" algn="just">
                        <a:spcAft>
                          <a:spcPts val="0"/>
                        </a:spcAft>
                      </a:pPr>
                      <a:r>
                        <a:rPr lang="en-US" sz="2200" kern="10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  5 packet(s) received</a:t>
                      </a:r>
                      <a:endParaRPr lang="zh-CN" sz="2200" kern="100" dirty="0">
                        <a:effectLst/>
                        <a:latin typeface="Huawei Sans" panose="020C0503030203020204" pitchFamily="34" charset="0"/>
                        <a:ea typeface="宋体" panose="02010600030101010101" pitchFamily="2" charset="-122"/>
                        <a:cs typeface="Times New Roman" panose="02020603050405020304" pitchFamily="18" charset="0"/>
                      </a:endParaRPr>
                    </a:p>
                    <a:p>
                      <a:pPr indent="0" algn="just">
                        <a:spcAft>
                          <a:spcPts val="0"/>
                        </a:spcAft>
                      </a:pPr>
                      <a:r>
                        <a:rPr lang="en-US" sz="2200" kern="10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  0.00% packet loss</a:t>
                      </a:r>
                      <a:endParaRPr lang="zh-CN" sz="2200" kern="100" dirty="0">
                        <a:effectLst/>
                        <a:latin typeface="Huawei Sans" panose="020C0503030203020204" pitchFamily="34" charset="0"/>
                        <a:ea typeface="宋体" panose="02010600030101010101" pitchFamily="2" charset="-122"/>
                        <a:cs typeface="Times New Roman" panose="02020603050405020304" pitchFamily="18" charset="0"/>
                      </a:endParaRPr>
                    </a:p>
                    <a:p>
                      <a:pPr indent="0" algn="just">
                        <a:spcAft>
                          <a:spcPts val="0"/>
                        </a:spcAft>
                      </a:pPr>
                      <a:r>
                        <a:rPr lang="en-US" sz="2200" kern="10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  round-trip min/avg/max = 15/22/32 </a:t>
                      </a:r>
                      <a:r>
                        <a:rPr lang="en-US" sz="2200" kern="100" dirty="0" err="1">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ms</a:t>
                      </a:r>
                      <a:endParaRPr lang="zh-CN" sz="2200" kern="100" dirty="0">
                        <a:effectLst/>
                        <a:latin typeface="Huawei Sans" panose="020C050303020302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solidFill>
                      <a:srgbClr val="F2F2F2"/>
                    </a:solidFill>
                  </a:tcPr>
                </a:tc>
                <a:extLst>
                  <a:ext uri="{0D108BD9-81ED-4DB2-BD59-A6C34878D82A}">
                    <a16:rowId xmlns="" xmlns:a16="http://schemas.microsoft.com/office/drawing/2014/main" val="3264637418"/>
                  </a:ext>
                </a:extLst>
              </a:tr>
            </a:tbl>
          </a:graphicData>
        </a:graphic>
      </p:graphicFrame>
    </p:spTree>
    <p:extLst>
      <p:ext uri="{BB962C8B-B14F-4D97-AF65-F5344CB8AC3E}">
        <p14:creationId xmlns:p14="http://schemas.microsoft.com/office/powerpoint/2010/main" val="3522366689"/>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 xmlns:a16="http://schemas.microsoft.com/office/drawing/2014/main" id="{8896FBDC-CCE2-4BF1-9696-0ECD474C8395}"/>
              </a:ext>
            </a:extLst>
          </p:cNvPr>
          <p:cNvSpPr>
            <a:spLocks noGrp="1"/>
          </p:cNvSpPr>
          <p:nvPr>
            <p:ph type="title"/>
          </p:nvPr>
        </p:nvSpPr>
        <p:spPr/>
        <p:txBody>
          <a:bodyPr/>
          <a:lstStyle/>
          <a:p>
            <a:r>
              <a:rPr lang="zh-CN" altLang="en-US" sz="3499" b="1" kern="1200" baseline="0" dirty="0">
                <a:solidFill>
                  <a:schemeClr val="tx1"/>
                </a:solidFill>
                <a:effectLst/>
                <a:latin typeface="Huawei Sans" panose="020C0503030203020204" pitchFamily="34" charset="0"/>
                <a:ea typeface="方正兰亭黑简体" panose="02000000000000000000" pitchFamily="2" charset="-122"/>
                <a:cs typeface="+mj-cs"/>
              </a:rPr>
              <a:t>九、</a:t>
            </a:r>
            <a:r>
              <a:rPr lang="en-US" altLang="zh-CN" dirty="0"/>
              <a:t>IPv6</a:t>
            </a:r>
            <a:r>
              <a:rPr lang="zh-CN" altLang="en-US" dirty="0"/>
              <a:t>默认路由的配置</a:t>
            </a:r>
          </a:p>
        </p:txBody>
      </p:sp>
      <p:sp>
        <p:nvSpPr>
          <p:cNvPr id="5" name="文本占位符 4">
            <a:extLst>
              <a:ext uri="{FF2B5EF4-FFF2-40B4-BE49-F238E27FC236}">
                <a16:creationId xmlns="" xmlns:a16="http://schemas.microsoft.com/office/drawing/2014/main" id="{5D61FF61-DB21-4070-807A-A862A9984BC8}"/>
              </a:ext>
            </a:extLst>
          </p:cNvPr>
          <p:cNvSpPr>
            <a:spLocks noGrp="1"/>
          </p:cNvSpPr>
          <p:nvPr>
            <p:ph type="body" sz="quarter" idx="10"/>
          </p:nvPr>
        </p:nvSpPr>
        <p:spPr>
          <a:xfrm>
            <a:off x="444603" y="1247556"/>
            <a:ext cx="11307600" cy="4680000"/>
          </a:xfrm>
        </p:spPr>
        <p:txBody>
          <a:bodyPr/>
          <a:lstStyle/>
          <a:p>
            <a:r>
              <a:rPr lang="zh-CN" altLang="en-US" dirty="0"/>
              <a:t>案例</a:t>
            </a:r>
            <a:r>
              <a:rPr lang="en-US" altLang="zh-CN" dirty="0"/>
              <a:t>7-3</a:t>
            </a:r>
            <a:r>
              <a:rPr lang="zh-CN" altLang="en-US" dirty="0"/>
              <a:t>：</a:t>
            </a:r>
            <a:r>
              <a:rPr lang="en-US" altLang="zh-CN" dirty="0"/>
              <a:t>IPv6</a:t>
            </a:r>
            <a:r>
              <a:rPr lang="zh-CN" altLang="en-US" dirty="0"/>
              <a:t>默认路由的配置</a:t>
            </a:r>
            <a:endParaRPr lang="en-US" altLang="zh-CN" dirty="0"/>
          </a:p>
          <a:p>
            <a:pPr lvl="1"/>
            <a:r>
              <a:rPr lang="zh-CN" altLang="en-US" dirty="0"/>
              <a:t>在</a:t>
            </a:r>
            <a:r>
              <a:rPr lang="en-US" altLang="zh-CN" dirty="0"/>
              <a:t>IPv6</a:t>
            </a:r>
            <a:r>
              <a:rPr lang="zh-CN" altLang="en-US" dirty="0"/>
              <a:t>网络中，当路由器的出口仅有一个接口时，可以使用</a:t>
            </a:r>
            <a:r>
              <a:rPr lang="en-US" altLang="zh-CN" dirty="0"/>
              <a:t>IPv6</a:t>
            </a:r>
            <a:r>
              <a:rPr lang="zh-CN" altLang="en-US" dirty="0"/>
              <a:t>默认路由代替静态路由。</a:t>
            </a:r>
            <a:endParaRPr lang="en-US" altLang="zh-CN" dirty="0"/>
          </a:p>
          <a:p>
            <a:pPr lvl="2"/>
            <a:r>
              <a:rPr lang="zh-CN" altLang="zh-CN" dirty="0"/>
              <a:t>（</a:t>
            </a:r>
            <a:r>
              <a:rPr lang="en-US" altLang="zh-CN" dirty="0"/>
              <a:t>1</a:t>
            </a:r>
            <a:r>
              <a:rPr lang="zh-CN" altLang="zh-CN" dirty="0"/>
              <a:t>）路由器启用</a:t>
            </a:r>
            <a:r>
              <a:rPr lang="en-US" altLang="zh-CN" dirty="0"/>
              <a:t>IPv6</a:t>
            </a:r>
            <a:r>
              <a:rPr lang="zh-CN" altLang="zh-CN" dirty="0"/>
              <a:t>功能。</a:t>
            </a:r>
          </a:p>
          <a:p>
            <a:pPr lvl="2"/>
            <a:r>
              <a:rPr lang="zh-CN" altLang="zh-CN" dirty="0"/>
              <a:t>（</a:t>
            </a:r>
            <a:r>
              <a:rPr lang="en-US" altLang="zh-CN" dirty="0"/>
              <a:t>2</a:t>
            </a:r>
            <a:r>
              <a:rPr lang="zh-CN" altLang="zh-CN" dirty="0"/>
              <a:t>）配置</a:t>
            </a:r>
            <a:r>
              <a:rPr lang="en-US" altLang="zh-CN" dirty="0"/>
              <a:t>IPv6</a:t>
            </a:r>
            <a:r>
              <a:rPr lang="zh-CN" altLang="zh-CN" dirty="0"/>
              <a:t>地址。</a:t>
            </a:r>
          </a:p>
          <a:p>
            <a:pPr lvl="2"/>
            <a:r>
              <a:rPr lang="zh-CN" altLang="zh-CN" dirty="0"/>
              <a:t>（</a:t>
            </a:r>
            <a:r>
              <a:rPr lang="en-US" altLang="zh-CN" dirty="0"/>
              <a:t>3</a:t>
            </a:r>
            <a:r>
              <a:rPr lang="zh-CN" altLang="zh-CN" dirty="0"/>
              <a:t>）配置</a:t>
            </a:r>
            <a:r>
              <a:rPr lang="en-US" altLang="zh-CN" dirty="0"/>
              <a:t>IPv6</a:t>
            </a:r>
            <a:r>
              <a:rPr lang="zh-CN" altLang="zh-CN" dirty="0"/>
              <a:t>路由。</a:t>
            </a:r>
          </a:p>
          <a:p>
            <a:pPr lvl="1"/>
            <a:endParaRPr lang="zh-CN" altLang="en-US" dirty="0"/>
          </a:p>
        </p:txBody>
      </p:sp>
      <p:pic>
        <p:nvPicPr>
          <p:cNvPr id="7" name="图片 6">
            <a:extLst>
              <a:ext uri="{FF2B5EF4-FFF2-40B4-BE49-F238E27FC236}">
                <a16:creationId xmlns="" xmlns:a16="http://schemas.microsoft.com/office/drawing/2014/main" id="{D5560F2A-555B-4B2D-A41E-DFB9E6A82427}"/>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3406933" y="2609570"/>
            <a:ext cx="5378133" cy="3515005"/>
          </a:xfrm>
          <a:prstGeom prst="rect">
            <a:avLst/>
          </a:prstGeom>
          <a:noFill/>
          <a:ln>
            <a:noFill/>
          </a:ln>
        </p:spPr>
      </p:pic>
    </p:spTree>
    <p:extLst>
      <p:ext uri="{BB962C8B-B14F-4D97-AF65-F5344CB8AC3E}">
        <p14:creationId xmlns:p14="http://schemas.microsoft.com/office/powerpoint/2010/main" val="2906882421"/>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AA8A99D9-0B5E-4F4F-B5C5-79C055D86B64}"/>
              </a:ext>
            </a:extLst>
          </p:cNvPr>
          <p:cNvSpPr>
            <a:spLocks noGrp="1"/>
          </p:cNvSpPr>
          <p:nvPr>
            <p:ph type="title"/>
          </p:nvPr>
        </p:nvSpPr>
        <p:spPr/>
        <p:txBody>
          <a:bodyPr/>
          <a:lstStyle/>
          <a:p>
            <a:r>
              <a:rPr lang="zh-CN" altLang="zh-CN" sz="3499" b="1" kern="1200" baseline="0" dirty="0">
                <a:solidFill>
                  <a:schemeClr val="tx1"/>
                </a:solidFill>
                <a:effectLst/>
                <a:latin typeface="Huawei Sans" panose="020C0503030203020204" pitchFamily="34" charset="0"/>
                <a:ea typeface="方正兰亭黑简体" panose="02000000000000000000" pitchFamily="2" charset="-122"/>
                <a:cs typeface="+mj-cs"/>
              </a:rPr>
              <a:t>九、</a:t>
            </a:r>
            <a:r>
              <a:rPr lang="en-US" altLang="zh-CN" dirty="0"/>
              <a:t>IPv6</a:t>
            </a:r>
            <a:r>
              <a:rPr lang="zh-CN" altLang="en-US" dirty="0"/>
              <a:t>默认路由的配置</a:t>
            </a:r>
          </a:p>
        </p:txBody>
      </p:sp>
      <p:sp>
        <p:nvSpPr>
          <p:cNvPr id="3" name="文本占位符 2">
            <a:extLst>
              <a:ext uri="{FF2B5EF4-FFF2-40B4-BE49-F238E27FC236}">
                <a16:creationId xmlns="" xmlns:a16="http://schemas.microsoft.com/office/drawing/2014/main" id="{FDD86EBA-20F5-4E52-948D-137E69B81F4E}"/>
              </a:ext>
            </a:extLst>
          </p:cNvPr>
          <p:cNvSpPr>
            <a:spLocks noGrp="1"/>
          </p:cNvSpPr>
          <p:nvPr>
            <p:ph type="body" sz="quarter" idx="10"/>
          </p:nvPr>
        </p:nvSpPr>
        <p:spPr>
          <a:xfrm>
            <a:off x="444603" y="1247556"/>
            <a:ext cx="11307600" cy="4680000"/>
          </a:xfrm>
        </p:spPr>
        <p:txBody>
          <a:bodyPr/>
          <a:lstStyle/>
          <a:p>
            <a:r>
              <a:rPr lang="zh-CN" altLang="en-US" dirty="0"/>
              <a:t>案例</a:t>
            </a:r>
            <a:r>
              <a:rPr lang="en-US" altLang="zh-CN" dirty="0"/>
              <a:t>7-3</a:t>
            </a:r>
            <a:r>
              <a:rPr lang="zh-CN" altLang="en-US" dirty="0"/>
              <a:t>配置步骤</a:t>
            </a:r>
            <a:r>
              <a:rPr lang="en-US" altLang="zh-CN" dirty="0"/>
              <a:t>1</a:t>
            </a:r>
          </a:p>
          <a:p>
            <a:pPr lvl="1"/>
            <a:r>
              <a:rPr lang="zh-CN" altLang="zh-CN" dirty="0"/>
              <a:t>在路由器</a:t>
            </a:r>
            <a:r>
              <a:rPr lang="en-US" altLang="zh-CN" dirty="0"/>
              <a:t>R1</a:t>
            </a:r>
            <a:r>
              <a:rPr lang="zh-CN" altLang="zh-CN" dirty="0"/>
              <a:t>的接口上启用</a:t>
            </a:r>
            <a:r>
              <a:rPr lang="en-US" altLang="zh-CN" dirty="0"/>
              <a:t>IPv6</a:t>
            </a:r>
            <a:r>
              <a:rPr lang="zh-CN" altLang="zh-CN" dirty="0"/>
              <a:t>功能，并配置</a:t>
            </a:r>
            <a:r>
              <a:rPr lang="en-US" altLang="zh-CN" dirty="0"/>
              <a:t>IPv6</a:t>
            </a:r>
            <a:r>
              <a:rPr lang="zh-CN" altLang="zh-CN" dirty="0"/>
              <a:t>地址。</a:t>
            </a:r>
          </a:p>
          <a:p>
            <a:pPr lvl="1"/>
            <a:endParaRPr lang="zh-CN" altLang="en-US" dirty="0"/>
          </a:p>
        </p:txBody>
      </p:sp>
      <p:graphicFrame>
        <p:nvGraphicFramePr>
          <p:cNvPr id="4" name="表格 3">
            <a:extLst>
              <a:ext uri="{FF2B5EF4-FFF2-40B4-BE49-F238E27FC236}">
                <a16:creationId xmlns="" xmlns:a16="http://schemas.microsoft.com/office/drawing/2014/main" id="{9D5C3612-E1FB-4393-89EA-70DDAC07E3EA}"/>
              </a:ext>
            </a:extLst>
          </p:cNvPr>
          <p:cNvGraphicFramePr>
            <a:graphicFrameLocks noGrp="1"/>
          </p:cNvGraphicFramePr>
          <p:nvPr>
            <p:extLst>
              <p:ext uri="{D42A27DB-BD31-4B8C-83A1-F6EECF244321}">
                <p14:modId xmlns:p14="http://schemas.microsoft.com/office/powerpoint/2010/main" val="477119757"/>
              </p:ext>
            </p:extLst>
          </p:nvPr>
        </p:nvGraphicFramePr>
        <p:xfrm>
          <a:off x="2818289" y="2559100"/>
          <a:ext cx="6555423" cy="3352800"/>
        </p:xfrm>
        <a:graphic>
          <a:graphicData uri="http://schemas.openxmlformats.org/drawingml/2006/table">
            <a:tbl>
              <a:tblPr firstRow="1" firstCol="1" bandRow="1"/>
              <a:tblGrid>
                <a:gridCol w="6555423">
                  <a:extLst>
                    <a:ext uri="{9D8B030D-6E8A-4147-A177-3AD203B41FA5}">
                      <a16:colId xmlns="" xmlns:a16="http://schemas.microsoft.com/office/drawing/2014/main" val="2366520496"/>
                    </a:ext>
                  </a:extLst>
                </a:gridCol>
              </a:tblGrid>
              <a:tr h="0">
                <a:tc>
                  <a:txBody>
                    <a:bodyPr/>
                    <a:lstStyle/>
                    <a:p>
                      <a:pPr algn="just">
                        <a:spcAft>
                          <a:spcPts val="0"/>
                        </a:spcAft>
                      </a:pPr>
                      <a:r>
                        <a:rPr lang="en-US" sz="2200" kern="100" dirty="0">
                          <a:effectLst/>
                          <a:latin typeface="Huawei Sans" panose="020C0503030203020204" pitchFamily="34" charset="0"/>
                          <a:ea typeface="宋体" panose="02010600030101010101" pitchFamily="2" charset="-122"/>
                          <a:cs typeface="Times New Roman" panose="02020603050405020304" pitchFamily="18" charset="0"/>
                        </a:rPr>
                        <a:t>&lt;Huawei&gt;system-view </a:t>
                      </a:r>
                      <a:endParaRPr lang="zh-CN" sz="2200" kern="100" dirty="0">
                        <a:effectLst/>
                        <a:latin typeface="Huawei Sans" panose="020C0503030203020204" pitchFamily="34" charset="0"/>
                        <a:ea typeface="宋体" panose="02010600030101010101" pitchFamily="2" charset="-122"/>
                        <a:cs typeface="Times New Roman" panose="02020603050405020304" pitchFamily="18" charset="0"/>
                      </a:endParaRPr>
                    </a:p>
                    <a:p>
                      <a:pPr algn="just">
                        <a:spcAft>
                          <a:spcPts val="0"/>
                        </a:spcAft>
                      </a:pPr>
                      <a:r>
                        <a:rPr lang="en-US" sz="2200" kern="10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[Huawei]</a:t>
                      </a:r>
                      <a:r>
                        <a:rPr lang="en-US" sz="2200" kern="100" dirty="0" err="1">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sysname</a:t>
                      </a:r>
                      <a:r>
                        <a:rPr lang="en-US" sz="2200" kern="10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 R1</a:t>
                      </a:r>
                      <a:endParaRPr lang="zh-CN" sz="2200" kern="100" dirty="0">
                        <a:effectLst/>
                        <a:latin typeface="Huawei Sans" panose="020C0503030203020204" pitchFamily="34" charset="0"/>
                        <a:ea typeface="宋体" panose="02010600030101010101" pitchFamily="2" charset="-122"/>
                        <a:cs typeface="Times New Roman" panose="02020603050405020304" pitchFamily="18" charset="0"/>
                      </a:endParaRPr>
                    </a:p>
                    <a:p>
                      <a:pPr algn="just">
                        <a:spcAft>
                          <a:spcPts val="0"/>
                        </a:spcAft>
                      </a:pPr>
                      <a:r>
                        <a:rPr lang="en-US" sz="2200" kern="10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[R1]ipv6</a:t>
                      </a:r>
                      <a:endParaRPr lang="zh-CN" sz="2200" kern="100" dirty="0">
                        <a:effectLst/>
                        <a:latin typeface="Huawei Sans" panose="020C0503030203020204" pitchFamily="34" charset="0"/>
                        <a:ea typeface="宋体" panose="02010600030101010101" pitchFamily="2" charset="-122"/>
                        <a:cs typeface="Times New Roman" panose="02020603050405020304" pitchFamily="18" charset="0"/>
                      </a:endParaRPr>
                    </a:p>
                    <a:p>
                      <a:pPr algn="just">
                        <a:spcAft>
                          <a:spcPts val="0"/>
                        </a:spcAft>
                      </a:pPr>
                      <a:r>
                        <a:rPr lang="en-US" sz="2200" kern="10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[R1]interface </a:t>
                      </a:r>
                      <a:r>
                        <a:rPr lang="en-US" sz="2200" kern="100" dirty="0" err="1">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GigabitEthernet</a:t>
                      </a:r>
                      <a:r>
                        <a:rPr lang="en-US" sz="2200" kern="10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 0/0/1</a:t>
                      </a:r>
                      <a:endParaRPr lang="zh-CN" sz="2200" kern="100" dirty="0">
                        <a:effectLst/>
                        <a:latin typeface="Huawei Sans" panose="020C0503030203020204" pitchFamily="34" charset="0"/>
                        <a:ea typeface="宋体" panose="02010600030101010101" pitchFamily="2" charset="-122"/>
                        <a:cs typeface="Times New Roman" panose="02020603050405020304" pitchFamily="18" charset="0"/>
                      </a:endParaRPr>
                    </a:p>
                    <a:p>
                      <a:pPr algn="just">
                        <a:spcAft>
                          <a:spcPts val="0"/>
                        </a:spcAft>
                      </a:pPr>
                      <a:r>
                        <a:rPr lang="en-US" sz="2200" kern="10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[R1-GigabitEthernet0/0/1]ipv6 enable </a:t>
                      </a:r>
                      <a:endParaRPr lang="zh-CN" sz="2200" kern="100" dirty="0">
                        <a:effectLst/>
                        <a:latin typeface="Huawei Sans" panose="020C0503030203020204" pitchFamily="34" charset="0"/>
                        <a:ea typeface="宋体" panose="02010600030101010101" pitchFamily="2" charset="-122"/>
                        <a:cs typeface="Times New Roman" panose="02020603050405020304" pitchFamily="18" charset="0"/>
                      </a:endParaRPr>
                    </a:p>
                    <a:p>
                      <a:pPr algn="just">
                        <a:spcAft>
                          <a:spcPts val="0"/>
                        </a:spcAft>
                      </a:pPr>
                      <a:r>
                        <a:rPr lang="en-US" sz="2200" kern="10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[R1-GigabitEthernet0/0/1]ipv6 address 2001::1/64</a:t>
                      </a:r>
                      <a:endParaRPr lang="zh-CN" sz="2200" kern="100" dirty="0">
                        <a:effectLst/>
                        <a:latin typeface="Huawei Sans" panose="020C0503030203020204" pitchFamily="34" charset="0"/>
                        <a:ea typeface="宋体" panose="02010600030101010101" pitchFamily="2" charset="-122"/>
                        <a:cs typeface="Times New Roman" panose="02020603050405020304" pitchFamily="18" charset="0"/>
                      </a:endParaRPr>
                    </a:p>
                    <a:p>
                      <a:pPr algn="just">
                        <a:spcAft>
                          <a:spcPts val="0"/>
                        </a:spcAft>
                      </a:pPr>
                      <a:r>
                        <a:rPr lang="en-US" sz="2200" kern="10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[R1]interface </a:t>
                      </a:r>
                      <a:r>
                        <a:rPr lang="en-US" sz="2200" kern="100" dirty="0" err="1">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GigabitEthernet</a:t>
                      </a:r>
                      <a:r>
                        <a:rPr lang="en-US" sz="2200" kern="10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 0/0/2</a:t>
                      </a:r>
                      <a:endParaRPr lang="zh-CN" sz="2200" kern="100" dirty="0">
                        <a:effectLst/>
                        <a:latin typeface="Huawei Sans" panose="020C0503030203020204" pitchFamily="34" charset="0"/>
                        <a:ea typeface="宋体" panose="02010600030101010101" pitchFamily="2" charset="-122"/>
                        <a:cs typeface="Times New Roman" panose="02020603050405020304" pitchFamily="18" charset="0"/>
                      </a:endParaRPr>
                    </a:p>
                    <a:p>
                      <a:pPr algn="just">
                        <a:spcAft>
                          <a:spcPts val="0"/>
                        </a:spcAft>
                      </a:pPr>
                      <a:r>
                        <a:rPr lang="en-US" sz="2200" kern="10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[R1-GigabitEthernet0/0/2]ipv6 enable </a:t>
                      </a:r>
                      <a:endParaRPr lang="zh-CN" sz="2200" kern="100" dirty="0">
                        <a:effectLst/>
                        <a:latin typeface="Huawei Sans" panose="020C0503030203020204" pitchFamily="34" charset="0"/>
                        <a:ea typeface="宋体" panose="02010600030101010101" pitchFamily="2" charset="-122"/>
                        <a:cs typeface="Times New Roman" panose="02020603050405020304" pitchFamily="18" charset="0"/>
                      </a:endParaRPr>
                    </a:p>
                    <a:p>
                      <a:pPr algn="just">
                        <a:spcAft>
                          <a:spcPts val="0"/>
                        </a:spcAft>
                      </a:pPr>
                      <a:r>
                        <a:rPr lang="en-US" sz="2200" kern="10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[R1-GigabitEthernet0/0/2]ipv6 address 2003::1/64</a:t>
                      </a:r>
                      <a:endParaRPr lang="zh-CN" sz="2200" kern="100" dirty="0">
                        <a:effectLst/>
                        <a:latin typeface="Huawei Sans" panose="020C0503030203020204" pitchFamily="34" charset="0"/>
                        <a:ea typeface="宋体" panose="02010600030101010101" pitchFamily="2" charset="-122"/>
                        <a:cs typeface="Times New Roman" panose="02020603050405020304" pitchFamily="18" charset="0"/>
                      </a:endParaRPr>
                    </a:p>
                    <a:p>
                      <a:pPr indent="266700" algn="just">
                        <a:spcAft>
                          <a:spcPts val="0"/>
                        </a:spcAft>
                      </a:pPr>
                      <a:r>
                        <a:rPr lang="en-US" sz="2200" kern="100" dirty="0">
                          <a:effectLst/>
                          <a:latin typeface="Huawei Sans" panose="020C0503030203020204" pitchFamily="34" charset="0"/>
                          <a:ea typeface="宋体" panose="02010600030101010101" pitchFamily="2" charset="-122"/>
                          <a:cs typeface="Times New Roman" panose="02020603050405020304" pitchFamily="18" charset="0"/>
                        </a:rPr>
                        <a:t> </a:t>
                      </a:r>
                      <a:endParaRPr lang="zh-CN" sz="2200" kern="100" dirty="0">
                        <a:effectLst/>
                        <a:latin typeface="Huawei Sans" panose="020C050303020302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solidFill>
                      <a:srgbClr val="F2F2F2"/>
                    </a:solidFill>
                  </a:tcPr>
                </a:tc>
                <a:extLst>
                  <a:ext uri="{0D108BD9-81ED-4DB2-BD59-A6C34878D82A}">
                    <a16:rowId xmlns="" xmlns:a16="http://schemas.microsoft.com/office/drawing/2014/main" val="1291276375"/>
                  </a:ext>
                </a:extLst>
              </a:tr>
            </a:tbl>
          </a:graphicData>
        </a:graphic>
      </p:graphicFrame>
    </p:spTree>
    <p:extLst>
      <p:ext uri="{BB962C8B-B14F-4D97-AF65-F5344CB8AC3E}">
        <p14:creationId xmlns:p14="http://schemas.microsoft.com/office/powerpoint/2010/main" val="3623236797"/>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D0789736-C28C-433E-B246-FFAD4D1C66EA}"/>
              </a:ext>
            </a:extLst>
          </p:cNvPr>
          <p:cNvSpPr>
            <a:spLocks noGrp="1"/>
          </p:cNvSpPr>
          <p:nvPr>
            <p:ph type="title"/>
          </p:nvPr>
        </p:nvSpPr>
        <p:spPr/>
        <p:txBody>
          <a:bodyPr/>
          <a:lstStyle/>
          <a:p>
            <a:r>
              <a:rPr lang="zh-CN" altLang="zh-CN" sz="3499" b="1" kern="1200" baseline="0" dirty="0">
                <a:solidFill>
                  <a:schemeClr val="tx1"/>
                </a:solidFill>
                <a:effectLst/>
                <a:latin typeface="Huawei Sans" panose="020C0503030203020204" pitchFamily="34" charset="0"/>
                <a:ea typeface="方正兰亭黑简体" panose="02000000000000000000" pitchFamily="2" charset="-122"/>
                <a:cs typeface="+mj-cs"/>
              </a:rPr>
              <a:t>九、</a:t>
            </a:r>
            <a:r>
              <a:rPr lang="en-US" altLang="zh-CN" dirty="0"/>
              <a:t>IPv6</a:t>
            </a:r>
            <a:r>
              <a:rPr lang="zh-CN" altLang="en-US" dirty="0"/>
              <a:t>默认路由的配置</a:t>
            </a:r>
          </a:p>
        </p:txBody>
      </p:sp>
      <p:sp>
        <p:nvSpPr>
          <p:cNvPr id="3" name="文本占位符 2">
            <a:extLst>
              <a:ext uri="{FF2B5EF4-FFF2-40B4-BE49-F238E27FC236}">
                <a16:creationId xmlns="" xmlns:a16="http://schemas.microsoft.com/office/drawing/2014/main" id="{C7CD3E03-DCBF-410F-87BB-E8C7E814290B}"/>
              </a:ext>
            </a:extLst>
          </p:cNvPr>
          <p:cNvSpPr>
            <a:spLocks noGrp="1"/>
          </p:cNvSpPr>
          <p:nvPr>
            <p:ph type="body" sz="quarter" idx="10"/>
          </p:nvPr>
        </p:nvSpPr>
        <p:spPr>
          <a:xfrm>
            <a:off x="444603" y="1247556"/>
            <a:ext cx="11307600" cy="4680000"/>
          </a:xfrm>
        </p:spPr>
        <p:txBody>
          <a:bodyPr/>
          <a:lstStyle/>
          <a:p>
            <a:r>
              <a:rPr lang="zh-CN" altLang="en-US" dirty="0"/>
              <a:t>案例</a:t>
            </a:r>
            <a:r>
              <a:rPr lang="en-US" altLang="zh-CN" dirty="0"/>
              <a:t>7-3</a:t>
            </a:r>
            <a:r>
              <a:rPr lang="zh-CN" altLang="en-US" dirty="0"/>
              <a:t>配置步骤</a:t>
            </a:r>
            <a:r>
              <a:rPr lang="en-US" altLang="zh-CN" dirty="0"/>
              <a:t>2</a:t>
            </a:r>
          </a:p>
          <a:p>
            <a:pPr lvl="1"/>
            <a:r>
              <a:rPr lang="zh-CN" altLang="zh-CN" dirty="0"/>
              <a:t>路由器</a:t>
            </a:r>
            <a:r>
              <a:rPr lang="en-US" altLang="zh-CN" dirty="0"/>
              <a:t>R2</a:t>
            </a:r>
            <a:r>
              <a:rPr lang="zh-CN" altLang="zh-CN" dirty="0"/>
              <a:t>的接口上启用</a:t>
            </a:r>
            <a:r>
              <a:rPr lang="en-US" altLang="zh-CN" dirty="0"/>
              <a:t>IPv6</a:t>
            </a:r>
            <a:r>
              <a:rPr lang="zh-CN" altLang="zh-CN" dirty="0"/>
              <a:t>功能，并配置</a:t>
            </a:r>
            <a:r>
              <a:rPr lang="en-US" altLang="zh-CN" dirty="0"/>
              <a:t>IPv6</a:t>
            </a:r>
            <a:r>
              <a:rPr lang="zh-CN" altLang="zh-CN" dirty="0"/>
              <a:t>地址。</a:t>
            </a:r>
          </a:p>
          <a:p>
            <a:pPr lvl="1"/>
            <a:endParaRPr lang="zh-CN" altLang="en-US" dirty="0"/>
          </a:p>
        </p:txBody>
      </p:sp>
      <p:graphicFrame>
        <p:nvGraphicFramePr>
          <p:cNvPr id="6" name="表格 5">
            <a:extLst>
              <a:ext uri="{FF2B5EF4-FFF2-40B4-BE49-F238E27FC236}">
                <a16:creationId xmlns="" xmlns:a16="http://schemas.microsoft.com/office/drawing/2014/main" id="{08E07245-2698-48DA-91F3-796295D3083C}"/>
              </a:ext>
            </a:extLst>
          </p:cNvPr>
          <p:cNvGraphicFramePr>
            <a:graphicFrameLocks noGrp="1"/>
          </p:cNvGraphicFramePr>
          <p:nvPr>
            <p:extLst>
              <p:ext uri="{D42A27DB-BD31-4B8C-83A1-F6EECF244321}">
                <p14:modId xmlns:p14="http://schemas.microsoft.com/office/powerpoint/2010/main" val="1827412914"/>
              </p:ext>
            </p:extLst>
          </p:nvPr>
        </p:nvGraphicFramePr>
        <p:xfrm>
          <a:off x="3462814" y="2867660"/>
          <a:ext cx="5267960" cy="160020"/>
        </p:xfrm>
        <a:graphic>
          <a:graphicData uri="http://schemas.openxmlformats.org/drawingml/2006/table">
            <a:tbl>
              <a:tblPr firstRow="1" firstCol="1" bandRow="1"/>
              <a:tblGrid>
                <a:gridCol w="5267960">
                  <a:extLst>
                    <a:ext uri="{9D8B030D-6E8A-4147-A177-3AD203B41FA5}">
                      <a16:colId xmlns="" xmlns:a16="http://schemas.microsoft.com/office/drawing/2014/main" val="3395583374"/>
                    </a:ext>
                  </a:extLst>
                </a:gridCol>
              </a:tblGrid>
              <a:tr h="0">
                <a:tc>
                  <a:txBody>
                    <a:bodyPr/>
                    <a:lstStyle/>
                    <a:p>
                      <a:pPr algn="just">
                        <a:spcAft>
                          <a:spcPts val="0"/>
                        </a:spcAft>
                      </a:pPr>
                      <a:endParaRPr lang="zh-CN" sz="105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solidFill>
                      <a:srgbClr val="F2F2F2"/>
                    </a:solidFill>
                  </a:tcPr>
                </a:tc>
                <a:extLst>
                  <a:ext uri="{0D108BD9-81ED-4DB2-BD59-A6C34878D82A}">
                    <a16:rowId xmlns="" xmlns:a16="http://schemas.microsoft.com/office/drawing/2014/main" val="4037990433"/>
                  </a:ext>
                </a:extLst>
              </a:tr>
            </a:tbl>
          </a:graphicData>
        </a:graphic>
      </p:graphicFrame>
      <p:graphicFrame>
        <p:nvGraphicFramePr>
          <p:cNvPr id="4" name="表格 3">
            <a:extLst>
              <a:ext uri="{FF2B5EF4-FFF2-40B4-BE49-F238E27FC236}">
                <a16:creationId xmlns="" xmlns:a16="http://schemas.microsoft.com/office/drawing/2014/main" id="{E8F88A4D-38D5-4837-B496-134D41519C28}"/>
              </a:ext>
            </a:extLst>
          </p:cNvPr>
          <p:cNvGraphicFramePr>
            <a:graphicFrameLocks noGrp="1"/>
          </p:cNvGraphicFramePr>
          <p:nvPr>
            <p:extLst>
              <p:ext uri="{D42A27DB-BD31-4B8C-83A1-F6EECF244321}">
                <p14:modId xmlns:p14="http://schemas.microsoft.com/office/powerpoint/2010/main" val="256496877"/>
              </p:ext>
            </p:extLst>
          </p:nvPr>
        </p:nvGraphicFramePr>
        <p:xfrm>
          <a:off x="2818288" y="2574756"/>
          <a:ext cx="6555423" cy="3352800"/>
        </p:xfrm>
        <a:graphic>
          <a:graphicData uri="http://schemas.openxmlformats.org/drawingml/2006/table">
            <a:tbl>
              <a:tblPr firstRow="1" firstCol="1" bandRow="1"/>
              <a:tblGrid>
                <a:gridCol w="6555423">
                  <a:extLst>
                    <a:ext uri="{9D8B030D-6E8A-4147-A177-3AD203B41FA5}">
                      <a16:colId xmlns="" xmlns:a16="http://schemas.microsoft.com/office/drawing/2014/main" val="4021781466"/>
                    </a:ext>
                  </a:extLst>
                </a:gridCol>
              </a:tblGrid>
              <a:tr h="0">
                <a:tc>
                  <a:txBody>
                    <a:bodyPr/>
                    <a:lstStyle/>
                    <a:p>
                      <a:pPr algn="just">
                        <a:spcAft>
                          <a:spcPts val="0"/>
                        </a:spcAft>
                      </a:pPr>
                      <a:r>
                        <a:rPr lang="en-US" sz="2200" kern="100" dirty="0">
                          <a:effectLst/>
                          <a:latin typeface="Huawei Sans" panose="020C0503030203020204" pitchFamily="34" charset="0"/>
                          <a:ea typeface="宋体" panose="02010600030101010101" pitchFamily="2" charset="-122"/>
                          <a:cs typeface="Times New Roman" panose="02020603050405020304" pitchFamily="18" charset="0"/>
                        </a:rPr>
                        <a:t>&lt;Huawei&gt;system-view </a:t>
                      </a:r>
                      <a:endParaRPr lang="zh-CN" sz="2200" kern="100" dirty="0">
                        <a:effectLst/>
                        <a:latin typeface="Huawei Sans" panose="020C0503030203020204" pitchFamily="34" charset="0"/>
                        <a:ea typeface="宋体" panose="02010600030101010101" pitchFamily="2" charset="-122"/>
                        <a:cs typeface="Times New Roman" panose="02020603050405020304" pitchFamily="18" charset="0"/>
                      </a:endParaRPr>
                    </a:p>
                    <a:p>
                      <a:pPr algn="just">
                        <a:spcAft>
                          <a:spcPts val="0"/>
                        </a:spcAft>
                      </a:pPr>
                      <a:r>
                        <a:rPr lang="en-US" sz="2200" kern="10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[Huawei]</a:t>
                      </a:r>
                      <a:r>
                        <a:rPr lang="en-US" sz="2200" kern="100" dirty="0" err="1">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sysname</a:t>
                      </a:r>
                      <a:r>
                        <a:rPr lang="en-US" sz="2200" kern="10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 R2</a:t>
                      </a:r>
                      <a:endParaRPr lang="zh-CN" sz="2200" kern="100" dirty="0">
                        <a:effectLst/>
                        <a:latin typeface="Huawei Sans" panose="020C0503030203020204" pitchFamily="34" charset="0"/>
                        <a:ea typeface="宋体" panose="02010600030101010101" pitchFamily="2" charset="-122"/>
                        <a:cs typeface="Times New Roman" panose="02020603050405020304" pitchFamily="18" charset="0"/>
                      </a:endParaRPr>
                    </a:p>
                    <a:p>
                      <a:pPr algn="just">
                        <a:spcAft>
                          <a:spcPts val="0"/>
                        </a:spcAft>
                      </a:pPr>
                      <a:r>
                        <a:rPr lang="en-US" sz="2200" kern="10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[R2]ipv6</a:t>
                      </a:r>
                      <a:endParaRPr lang="zh-CN" sz="2200" kern="100" dirty="0">
                        <a:effectLst/>
                        <a:latin typeface="Huawei Sans" panose="020C0503030203020204" pitchFamily="34" charset="0"/>
                        <a:ea typeface="宋体" panose="02010600030101010101" pitchFamily="2" charset="-122"/>
                        <a:cs typeface="Times New Roman" panose="02020603050405020304" pitchFamily="18" charset="0"/>
                      </a:endParaRPr>
                    </a:p>
                    <a:p>
                      <a:pPr algn="just">
                        <a:spcAft>
                          <a:spcPts val="0"/>
                        </a:spcAft>
                      </a:pPr>
                      <a:r>
                        <a:rPr lang="en-US" sz="2200" kern="10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[R2]interface </a:t>
                      </a:r>
                      <a:r>
                        <a:rPr lang="en-US" sz="2200" kern="100" dirty="0" err="1">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GigabitEthernet</a:t>
                      </a:r>
                      <a:r>
                        <a:rPr lang="en-US" sz="2200" kern="10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 0/0/1</a:t>
                      </a:r>
                      <a:endParaRPr lang="zh-CN" sz="2200" kern="100" dirty="0">
                        <a:effectLst/>
                        <a:latin typeface="Huawei Sans" panose="020C0503030203020204" pitchFamily="34" charset="0"/>
                        <a:ea typeface="宋体" panose="02010600030101010101" pitchFamily="2" charset="-122"/>
                        <a:cs typeface="Times New Roman" panose="02020603050405020304" pitchFamily="18" charset="0"/>
                      </a:endParaRPr>
                    </a:p>
                    <a:p>
                      <a:pPr algn="just">
                        <a:spcAft>
                          <a:spcPts val="0"/>
                        </a:spcAft>
                      </a:pPr>
                      <a:r>
                        <a:rPr lang="en-US" sz="2200" kern="10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[R2-GigabitEthernet0/0/1]ipv6 enable </a:t>
                      </a:r>
                      <a:endParaRPr lang="zh-CN" sz="2200" kern="100" dirty="0">
                        <a:effectLst/>
                        <a:latin typeface="Huawei Sans" panose="020C0503030203020204" pitchFamily="34" charset="0"/>
                        <a:ea typeface="宋体" panose="02010600030101010101" pitchFamily="2" charset="-122"/>
                        <a:cs typeface="Times New Roman" panose="02020603050405020304" pitchFamily="18" charset="0"/>
                      </a:endParaRPr>
                    </a:p>
                    <a:p>
                      <a:pPr algn="just">
                        <a:spcAft>
                          <a:spcPts val="0"/>
                        </a:spcAft>
                      </a:pPr>
                      <a:r>
                        <a:rPr lang="en-US" sz="2200" kern="10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[R2-GigabitEthernet0/0/1]ipv6 address 2002::1/64</a:t>
                      </a:r>
                      <a:endParaRPr lang="zh-CN" sz="2200" kern="100" dirty="0">
                        <a:effectLst/>
                        <a:latin typeface="Huawei Sans" panose="020C0503030203020204" pitchFamily="34" charset="0"/>
                        <a:ea typeface="宋体" panose="02010600030101010101" pitchFamily="2" charset="-122"/>
                        <a:cs typeface="Times New Roman" panose="02020603050405020304" pitchFamily="18" charset="0"/>
                      </a:endParaRPr>
                    </a:p>
                    <a:p>
                      <a:pPr algn="just">
                        <a:spcAft>
                          <a:spcPts val="0"/>
                        </a:spcAft>
                      </a:pPr>
                      <a:r>
                        <a:rPr lang="en-US" sz="2200" kern="10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[R2]interface </a:t>
                      </a:r>
                      <a:r>
                        <a:rPr lang="en-US" sz="2200" kern="100" dirty="0" err="1">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GigabitEthernet</a:t>
                      </a:r>
                      <a:r>
                        <a:rPr lang="en-US" sz="2200" kern="10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 0/0/2</a:t>
                      </a:r>
                      <a:endParaRPr lang="zh-CN" sz="2200" kern="100" dirty="0">
                        <a:effectLst/>
                        <a:latin typeface="Huawei Sans" panose="020C0503030203020204" pitchFamily="34" charset="0"/>
                        <a:ea typeface="宋体" panose="02010600030101010101" pitchFamily="2" charset="-122"/>
                        <a:cs typeface="Times New Roman" panose="02020603050405020304" pitchFamily="18" charset="0"/>
                      </a:endParaRPr>
                    </a:p>
                    <a:p>
                      <a:pPr algn="just">
                        <a:spcAft>
                          <a:spcPts val="0"/>
                        </a:spcAft>
                      </a:pPr>
                      <a:r>
                        <a:rPr lang="en-US" sz="2200" kern="10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[R2-GigabitEthernet0/0/2]ipv6 enable </a:t>
                      </a:r>
                      <a:endParaRPr lang="zh-CN" sz="2200" kern="100" dirty="0">
                        <a:effectLst/>
                        <a:latin typeface="Huawei Sans" panose="020C0503030203020204" pitchFamily="34" charset="0"/>
                        <a:ea typeface="宋体" panose="02010600030101010101" pitchFamily="2" charset="-122"/>
                        <a:cs typeface="Times New Roman" panose="02020603050405020304" pitchFamily="18" charset="0"/>
                      </a:endParaRPr>
                    </a:p>
                    <a:p>
                      <a:pPr algn="just">
                        <a:spcAft>
                          <a:spcPts val="0"/>
                        </a:spcAft>
                      </a:pPr>
                      <a:r>
                        <a:rPr lang="en-US" sz="2200" kern="10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[R2-GigabitEthernet0/0/2]ipv6 address 2004::1/64</a:t>
                      </a:r>
                      <a:endParaRPr lang="zh-CN" sz="2200" kern="100" dirty="0">
                        <a:effectLst/>
                        <a:latin typeface="Huawei Sans" panose="020C0503030203020204" pitchFamily="34" charset="0"/>
                        <a:ea typeface="宋体" panose="02010600030101010101" pitchFamily="2" charset="-122"/>
                        <a:cs typeface="Times New Roman" panose="02020603050405020304" pitchFamily="18" charset="0"/>
                      </a:endParaRPr>
                    </a:p>
                    <a:p>
                      <a:pPr indent="266700" algn="just">
                        <a:spcAft>
                          <a:spcPts val="0"/>
                        </a:spcAft>
                      </a:pPr>
                      <a:r>
                        <a:rPr lang="en-US" sz="2200" kern="100" dirty="0">
                          <a:effectLst/>
                          <a:latin typeface="Huawei Sans" panose="020C0503030203020204" pitchFamily="34" charset="0"/>
                          <a:ea typeface="宋体" panose="02010600030101010101" pitchFamily="2" charset="-122"/>
                          <a:cs typeface="Times New Roman" panose="02020603050405020304" pitchFamily="18" charset="0"/>
                        </a:rPr>
                        <a:t> </a:t>
                      </a:r>
                      <a:endParaRPr lang="zh-CN" sz="2200" kern="100" dirty="0">
                        <a:effectLst/>
                        <a:latin typeface="Huawei Sans" panose="020C050303020302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solidFill>
                      <a:srgbClr val="F2F2F2"/>
                    </a:solidFill>
                  </a:tcPr>
                </a:tc>
                <a:extLst>
                  <a:ext uri="{0D108BD9-81ED-4DB2-BD59-A6C34878D82A}">
                    <a16:rowId xmlns="" xmlns:a16="http://schemas.microsoft.com/office/drawing/2014/main" val="3165962000"/>
                  </a:ext>
                </a:extLst>
              </a:tr>
            </a:tbl>
          </a:graphicData>
        </a:graphic>
      </p:graphicFrame>
    </p:spTree>
    <p:extLst>
      <p:ext uri="{BB962C8B-B14F-4D97-AF65-F5344CB8AC3E}">
        <p14:creationId xmlns:p14="http://schemas.microsoft.com/office/powerpoint/2010/main" val="3471945677"/>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AEACC885-C260-4B8C-BF27-D6586B991B21}"/>
              </a:ext>
            </a:extLst>
          </p:cNvPr>
          <p:cNvSpPr>
            <a:spLocks noGrp="1"/>
          </p:cNvSpPr>
          <p:nvPr>
            <p:ph type="title"/>
          </p:nvPr>
        </p:nvSpPr>
        <p:spPr/>
        <p:txBody>
          <a:bodyPr/>
          <a:lstStyle/>
          <a:p>
            <a:r>
              <a:rPr lang="zh-CN" altLang="zh-CN" sz="3499" b="1" kern="1200" baseline="0" dirty="0">
                <a:solidFill>
                  <a:schemeClr val="tx1"/>
                </a:solidFill>
                <a:effectLst/>
                <a:latin typeface="Huawei Sans" panose="020C0503030203020204" pitchFamily="34" charset="0"/>
                <a:ea typeface="方正兰亭黑简体" panose="02000000000000000000" pitchFamily="2" charset="-122"/>
                <a:cs typeface="+mj-cs"/>
              </a:rPr>
              <a:t>九、</a:t>
            </a:r>
            <a:r>
              <a:rPr lang="en-US" altLang="zh-CN" dirty="0"/>
              <a:t>IPv6</a:t>
            </a:r>
            <a:r>
              <a:rPr lang="zh-CN" altLang="en-US" dirty="0"/>
              <a:t>默认路由的配置</a:t>
            </a:r>
          </a:p>
        </p:txBody>
      </p:sp>
      <p:sp>
        <p:nvSpPr>
          <p:cNvPr id="3" name="文本占位符 2">
            <a:extLst>
              <a:ext uri="{FF2B5EF4-FFF2-40B4-BE49-F238E27FC236}">
                <a16:creationId xmlns="" xmlns:a16="http://schemas.microsoft.com/office/drawing/2014/main" id="{D8F1B270-E741-4C31-AD42-DCD60A6C036B}"/>
              </a:ext>
            </a:extLst>
          </p:cNvPr>
          <p:cNvSpPr>
            <a:spLocks noGrp="1"/>
          </p:cNvSpPr>
          <p:nvPr>
            <p:ph type="body" sz="quarter" idx="10"/>
          </p:nvPr>
        </p:nvSpPr>
        <p:spPr>
          <a:xfrm>
            <a:off x="444603" y="1247556"/>
            <a:ext cx="11307600" cy="4680000"/>
          </a:xfrm>
        </p:spPr>
        <p:txBody>
          <a:bodyPr/>
          <a:lstStyle/>
          <a:p>
            <a:r>
              <a:rPr lang="zh-CN" altLang="en-US" dirty="0"/>
              <a:t>案例</a:t>
            </a:r>
            <a:r>
              <a:rPr lang="en-US" altLang="zh-CN" dirty="0"/>
              <a:t>7-3</a:t>
            </a:r>
            <a:r>
              <a:rPr lang="zh-CN" altLang="en-US" dirty="0"/>
              <a:t>配置步骤</a:t>
            </a:r>
            <a:r>
              <a:rPr lang="en-US" altLang="zh-CN" dirty="0"/>
              <a:t>3</a:t>
            </a:r>
          </a:p>
          <a:p>
            <a:pPr lvl="1"/>
            <a:r>
              <a:rPr lang="zh-CN" altLang="zh-CN" dirty="0"/>
              <a:t>路由器</a:t>
            </a:r>
            <a:r>
              <a:rPr lang="en-US" altLang="zh-CN" dirty="0"/>
              <a:t>R3</a:t>
            </a:r>
            <a:r>
              <a:rPr lang="zh-CN" altLang="zh-CN" dirty="0"/>
              <a:t>的接口上启用</a:t>
            </a:r>
            <a:r>
              <a:rPr lang="en-US" altLang="zh-CN" dirty="0"/>
              <a:t>IPv6</a:t>
            </a:r>
            <a:r>
              <a:rPr lang="zh-CN" altLang="zh-CN" dirty="0"/>
              <a:t>功能，并配置</a:t>
            </a:r>
            <a:r>
              <a:rPr lang="en-US" altLang="zh-CN" dirty="0"/>
              <a:t>IPv6</a:t>
            </a:r>
            <a:r>
              <a:rPr lang="zh-CN" altLang="zh-CN" dirty="0"/>
              <a:t>地址。</a:t>
            </a:r>
            <a:endParaRPr lang="en-US" altLang="zh-CN" dirty="0"/>
          </a:p>
          <a:p>
            <a:pPr lvl="1"/>
            <a:endParaRPr lang="en-US" altLang="zh-CN" dirty="0"/>
          </a:p>
          <a:p>
            <a:pPr lvl="1"/>
            <a:endParaRPr lang="en-US" altLang="zh-CN" dirty="0"/>
          </a:p>
        </p:txBody>
      </p:sp>
      <p:graphicFrame>
        <p:nvGraphicFramePr>
          <p:cNvPr id="4" name="表格 3">
            <a:extLst>
              <a:ext uri="{FF2B5EF4-FFF2-40B4-BE49-F238E27FC236}">
                <a16:creationId xmlns="" xmlns:a16="http://schemas.microsoft.com/office/drawing/2014/main" id="{D2E84FAF-ABD8-476B-9241-0BFB0B6BD09C}"/>
              </a:ext>
            </a:extLst>
          </p:cNvPr>
          <p:cNvGraphicFramePr>
            <a:graphicFrameLocks noGrp="1"/>
          </p:cNvGraphicFramePr>
          <p:nvPr>
            <p:extLst>
              <p:ext uri="{D42A27DB-BD31-4B8C-83A1-F6EECF244321}">
                <p14:modId xmlns:p14="http://schemas.microsoft.com/office/powerpoint/2010/main" val="4172689690"/>
              </p:ext>
            </p:extLst>
          </p:nvPr>
        </p:nvGraphicFramePr>
        <p:xfrm>
          <a:off x="2818289" y="2574756"/>
          <a:ext cx="6555423" cy="3352800"/>
        </p:xfrm>
        <a:graphic>
          <a:graphicData uri="http://schemas.openxmlformats.org/drawingml/2006/table">
            <a:tbl>
              <a:tblPr firstRow="1" firstCol="1" bandRow="1"/>
              <a:tblGrid>
                <a:gridCol w="6555423">
                  <a:extLst>
                    <a:ext uri="{9D8B030D-6E8A-4147-A177-3AD203B41FA5}">
                      <a16:colId xmlns="" xmlns:a16="http://schemas.microsoft.com/office/drawing/2014/main" val="1013697061"/>
                    </a:ext>
                  </a:extLst>
                </a:gridCol>
              </a:tblGrid>
              <a:tr h="0">
                <a:tc>
                  <a:txBody>
                    <a:bodyPr/>
                    <a:lstStyle/>
                    <a:p>
                      <a:pPr indent="0" algn="just">
                        <a:spcAft>
                          <a:spcPts val="0"/>
                        </a:spcAft>
                      </a:pPr>
                      <a:r>
                        <a:rPr lang="en-US" sz="2200" kern="100" dirty="0">
                          <a:effectLst/>
                          <a:latin typeface="Huawei Sans" panose="020C0503030203020204" pitchFamily="34" charset="0"/>
                          <a:ea typeface="宋体" panose="02010600030101010101" pitchFamily="2" charset="-122"/>
                          <a:cs typeface="Times New Roman" panose="02020603050405020304" pitchFamily="18" charset="0"/>
                        </a:rPr>
                        <a:t>&lt;Huawei&gt;system-view </a:t>
                      </a:r>
                      <a:endParaRPr lang="zh-CN" sz="2200" kern="100" dirty="0">
                        <a:effectLst/>
                        <a:latin typeface="Huawei Sans" panose="020C0503030203020204" pitchFamily="34" charset="0"/>
                        <a:ea typeface="宋体" panose="02010600030101010101" pitchFamily="2" charset="-122"/>
                        <a:cs typeface="Times New Roman" panose="02020603050405020304" pitchFamily="18" charset="0"/>
                      </a:endParaRPr>
                    </a:p>
                    <a:p>
                      <a:pPr indent="0" algn="just">
                        <a:spcAft>
                          <a:spcPts val="0"/>
                        </a:spcAft>
                      </a:pPr>
                      <a:r>
                        <a:rPr lang="en-US" sz="2200" kern="10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[Huawei]</a:t>
                      </a:r>
                      <a:r>
                        <a:rPr lang="en-US" sz="2200" kern="100" dirty="0" err="1">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sysname</a:t>
                      </a:r>
                      <a:r>
                        <a:rPr lang="en-US" sz="2200" kern="10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 R3</a:t>
                      </a:r>
                      <a:endParaRPr lang="zh-CN" sz="2200" kern="100" dirty="0">
                        <a:effectLst/>
                        <a:latin typeface="Huawei Sans" panose="020C0503030203020204" pitchFamily="34" charset="0"/>
                        <a:ea typeface="宋体" panose="02010600030101010101" pitchFamily="2" charset="-122"/>
                        <a:cs typeface="Times New Roman" panose="02020603050405020304" pitchFamily="18" charset="0"/>
                      </a:endParaRPr>
                    </a:p>
                    <a:p>
                      <a:pPr indent="0" algn="just">
                        <a:spcAft>
                          <a:spcPts val="0"/>
                        </a:spcAft>
                      </a:pPr>
                      <a:r>
                        <a:rPr lang="en-US" sz="2200" kern="10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[R3]ipv6</a:t>
                      </a:r>
                      <a:endParaRPr lang="zh-CN" sz="2200" kern="100" dirty="0">
                        <a:effectLst/>
                        <a:latin typeface="Huawei Sans" panose="020C0503030203020204" pitchFamily="34" charset="0"/>
                        <a:ea typeface="宋体" panose="02010600030101010101" pitchFamily="2" charset="-122"/>
                        <a:cs typeface="Times New Roman" panose="02020603050405020304" pitchFamily="18" charset="0"/>
                      </a:endParaRPr>
                    </a:p>
                    <a:p>
                      <a:pPr indent="0" algn="just">
                        <a:spcAft>
                          <a:spcPts val="0"/>
                        </a:spcAft>
                      </a:pPr>
                      <a:r>
                        <a:rPr lang="en-US" sz="2200" kern="10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[R3]interface </a:t>
                      </a:r>
                      <a:r>
                        <a:rPr lang="en-US" sz="2200" kern="100" dirty="0" err="1">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GigabitEthernet</a:t>
                      </a:r>
                      <a:r>
                        <a:rPr lang="en-US" sz="2200" kern="10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 0/0/1</a:t>
                      </a:r>
                      <a:endParaRPr lang="zh-CN" sz="2200" kern="100" dirty="0">
                        <a:effectLst/>
                        <a:latin typeface="Huawei Sans" panose="020C0503030203020204" pitchFamily="34" charset="0"/>
                        <a:ea typeface="宋体" panose="02010600030101010101" pitchFamily="2" charset="-122"/>
                        <a:cs typeface="Times New Roman" panose="02020603050405020304" pitchFamily="18" charset="0"/>
                      </a:endParaRPr>
                    </a:p>
                    <a:p>
                      <a:pPr indent="0" algn="just">
                        <a:spcAft>
                          <a:spcPts val="0"/>
                        </a:spcAft>
                      </a:pPr>
                      <a:r>
                        <a:rPr lang="en-US" sz="2200" kern="10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[R3-GigabitEthernet0/0/1]ipv6 enable </a:t>
                      </a:r>
                      <a:endParaRPr lang="zh-CN" sz="2200" kern="100" dirty="0">
                        <a:effectLst/>
                        <a:latin typeface="Huawei Sans" panose="020C0503030203020204" pitchFamily="34" charset="0"/>
                        <a:ea typeface="宋体" panose="02010600030101010101" pitchFamily="2" charset="-122"/>
                        <a:cs typeface="Times New Roman" panose="02020603050405020304" pitchFamily="18" charset="0"/>
                      </a:endParaRPr>
                    </a:p>
                    <a:p>
                      <a:pPr indent="0" algn="just">
                        <a:spcAft>
                          <a:spcPts val="0"/>
                        </a:spcAft>
                      </a:pPr>
                      <a:r>
                        <a:rPr lang="en-US" sz="2200" kern="10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[R3-GigabitEthernet0/0/1]ipv6 address 2001::2/64</a:t>
                      </a:r>
                      <a:endParaRPr lang="zh-CN" sz="2200" kern="100" dirty="0">
                        <a:effectLst/>
                        <a:latin typeface="Huawei Sans" panose="020C0503030203020204" pitchFamily="34" charset="0"/>
                        <a:ea typeface="宋体" panose="02010600030101010101" pitchFamily="2" charset="-122"/>
                        <a:cs typeface="Times New Roman" panose="02020603050405020304" pitchFamily="18" charset="0"/>
                      </a:endParaRPr>
                    </a:p>
                    <a:p>
                      <a:pPr indent="0" algn="just">
                        <a:spcAft>
                          <a:spcPts val="0"/>
                        </a:spcAft>
                      </a:pPr>
                      <a:r>
                        <a:rPr lang="en-US" sz="2200" kern="10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[R3]interface </a:t>
                      </a:r>
                      <a:r>
                        <a:rPr lang="en-US" sz="2200" kern="100" dirty="0" err="1">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GigabitEthernet</a:t>
                      </a:r>
                      <a:r>
                        <a:rPr lang="en-US" sz="2200" kern="10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 0/0/2</a:t>
                      </a:r>
                      <a:endParaRPr lang="zh-CN" sz="2200" kern="100" dirty="0">
                        <a:effectLst/>
                        <a:latin typeface="Huawei Sans" panose="020C0503030203020204" pitchFamily="34" charset="0"/>
                        <a:ea typeface="宋体" panose="02010600030101010101" pitchFamily="2" charset="-122"/>
                        <a:cs typeface="Times New Roman" panose="02020603050405020304" pitchFamily="18" charset="0"/>
                      </a:endParaRPr>
                    </a:p>
                    <a:p>
                      <a:pPr indent="0" algn="just">
                        <a:spcAft>
                          <a:spcPts val="0"/>
                        </a:spcAft>
                      </a:pPr>
                      <a:r>
                        <a:rPr lang="en-US" sz="2200" kern="10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[R3-GigabitEthernet0/0/2]ipv6 enable </a:t>
                      </a:r>
                      <a:endParaRPr lang="zh-CN" sz="2200" kern="100" dirty="0">
                        <a:effectLst/>
                        <a:latin typeface="Huawei Sans" panose="020C0503030203020204" pitchFamily="34" charset="0"/>
                        <a:ea typeface="宋体" panose="02010600030101010101" pitchFamily="2" charset="-122"/>
                        <a:cs typeface="Times New Roman" panose="02020603050405020304" pitchFamily="18" charset="0"/>
                      </a:endParaRPr>
                    </a:p>
                    <a:p>
                      <a:pPr indent="0" algn="just">
                        <a:spcAft>
                          <a:spcPts val="0"/>
                        </a:spcAft>
                      </a:pPr>
                      <a:r>
                        <a:rPr lang="en-US" sz="2200" kern="10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[R3-GigabitEthernet0/0/2]ipv6 address 2002::2/64</a:t>
                      </a:r>
                      <a:endParaRPr lang="zh-CN" sz="2200" kern="100" dirty="0">
                        <a:effectLst/>
                        <a:latin typeface="Huawei Sans" panose="020C0503030203020204" pitchFamily="34" charset="0"/>
                        <a:ea typeface="宋体" panose="02010600030101010101" pitchFamily="2" charset="-122"/>
                        <a:cs typeface="Times New Roman" panose="02020603050405020304" pitchFamily="18" charset="0"/>
                      </a:endParaRPr>
                    </a:p>
                    <a:p>
                      <a:pPr indent="0" algn="just">
                        <a:spcAft>
                          <a:spcPts val="0"/>
                        </a:spcAft>
                      </a:pPr>
                      <a:r>
                        <a:rPr lang="en-US" sz="2200" kern="100" dirty="0">
                          <a:effectLst/>
                          <a:latin typeface="Huawei Sans" panose="020C0503030203020204" pitchFamily="34" charset="0"/>
                          <a:ea typeface="宋体" panose="02010600030101010101" pitchFamily="2" charset="-122"/>
                          <a:cs typeface="Times New Roman" panose="02020603050405020304" pitchFamily="18" charset="0"/>
                        </a:rPr>
                        <a:t> </a:t>
                      </a:r>
                      <a:endParaRPr lang="zh-CN" sz="2200" kern="100" dirty="0">
                        <a:effectLst/>
                        <a:latin typeface="Huawei Sans" panose="020C050303020302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solidFill>
                      <a:srgbClr val="F2F2F2"/>
                    </a:solidFill>
                  </a:tcPr>
                </a:tc>
                <a:extLst>
                  <a:ext uri="{0D108BD9-81ED-4DB2-BD59-A6C34878D82A}">
                    <a16:rowId xmlns="" xmlns:a16="http://schemas.microsoft.com/office/drawing/2014/main" val="1893518432"/>
                  </a:ext>
                </a:extLst>
              </a:tr>
            </a:tbl>
          </a:graphicData>
        </a:graphic>
      </p:graphicFrame>
    </p:spTree>
    <p:extLst>
      <p:ext uri="{BB962C8B-B14F-4D97-AF65-F5344CB8AC3E}">
        <p14:creationId xmlns:p14="http://schemas.microsoft.com/office/powerpoint/2010/main" val="2951546474"/>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6CCBFAE4-B51D-45C8-AE91-2D909116E49B}"/>
              </a:ext>
            </a:extLst>
          </p:cNvPr>
          <p:cNvSpPr>
            <a:spLocks noGrp="1"/>
          </p:cNvSpPr>
          <p:nvPr>
            <p:ph type="title"/>
          </p:nvPr>
        </p:nvSpPr>
        <p:spPr/>
        <p:txBody>
          <a:bodyPr/>
          <a:lstStyle/>
          <a:p>
            <a:r>
              <a:rPr lang="zh-CN" altLang="zh-CN" sz="3499" b="1" kern="1200" baseline="0" dirty="0">
                <a:solidFill>
                  <a:schemeClr val="tx1"/>
                </a:solidFill>
                <a:effectLst/>
                <a:latin typeface="Huawei Sans" panose="020C0503030203020204" pitchFamily="34" charset="0"/>
                <a:ea typeface="方正兰亭黑简体" panose="02000000000000000000" pitchFamily="2" charset="-122"/>
                <a:cs typeface="+mj-cs"/>
              </a:rPr>
              <a:t>九、</a:t>
            </a:r>
            <a:r>
              <a:rPr lang="en-US" altLang="zh-CN" dirty="0"/>
              <a:t>IPv6</a:t>
            </a:r>
            <a:r>
              <a:rPr lang="zh-CN" altLang="en-US" dirty="0"/>
              <a:t>默认路由的配置</a:t>
            </a:r>
          </a:p>
        </p:txBody>
      </p:sp>
      <p:sp>
        <p:nvSpPr>
          <p:cNvPr id="9" name="文本占位符 8">
            <a:extLst>
              <a:ext uri="{FF2B5EF4-FFF2-40B4-BE49-F238E27FC236}">
                <a16:creationId xmlns="" xmlns:a16="http://schemas.microsoft.com/office/drawing/2014/main" id="{71D42939-206D-40E9-91C7-DDE7CD83F7D0}"/>
              </a:ext>
            </a:extLst>
          </p:cNvPr>
          <p:cNvSpPr>
            <a:spLocks noGrp="1"/>
          </p:cNvSpPr>
          <p:nvPr>
            <p:ph type="body" sz="quarter" idx="10"/>
          </p:nvPr>
        </p:nvSpPr>
        <p:spPr>
          <a:xfrm>
            <a:off x="444603" y="1247556"/>
            <a:ext cx="11307600" cy="4680000"/>
          </a:xfrm>
        </p:spPr>
        <p:txBody>
          <a:bodyPr/>
          <a:lstStyle/>
          <a:p>
            <a:pPr lvl="0"/>
            <a:r>
              <a:rPr lang="zh-CN" altLang="en-US" dirty="0"/>
              <a:t>案例</a:t>
            </a:r>
            <a:r>
              <a:rPr lang="en-US" altLang="zh-CN" dirty="0"/>
              <a:t>7-3</a:t>
            </a:r>
            <a:r>
              <a:rPr lang="zh-CN" altLang="en-US" dirty="0"/>
              <a:t>配置步骤</a:t>
            </a:r>
            <a:r>
              <a:rPr lang="en-US" altLang="zh-CN" dirty="0"/>
              <a:t>4</a:t>
            </a:r>
          </a:p>
          <a:p>
            <a:pPr lvl="1"/>
            <a:r>
              <a:rPr lang="zh-CN" altLang="zh-CN" dirty="0"/>
              <a:t>在路由器</a:t>
            </a:r>
            <a:r>
              <a:rPr lang="en-US" altLang="zh-CN" dirty="0"/>
              <a:t>R1</a:t>
            </a:r>
            <a:r>
              <a:rPr lang="zh-CN" altLang="en-US" dirty="0"/>
              <a:t>上配置默认路由，下一跳指向</a:t>
            </a:r>
            <a:r>
              <a:rPr lang="en-US" altLang="zh-CN" dirty="0"/>
              <a:t>2001::2</a:t>
            </a:r>
            <a:r>
              <a:rPr lang="zh-CN" altLang="en-US" dirty="0"/>
              <a:t>。</a:t>
            </a:r>
          </a:p>
          <a:p>
            <a:pPr lvl="1"/>
            <a:endParaRPr lang="en-US" altLang="zh-CN" dirty="0"/>
          </a:p>
          <a:p>
            <a:pPr lvl="1"/>
            <a:endParaRPr lang="en-US" altLang="zh-CN" dirty="0"/>
          </a:p>
          <a:p>
            <a:pPr lvl="1"/>
            <a:r>
              <a:rPr lang="zh-CN" altLang="en-US" dirty="0"/>
              <a:t>在路由器</a:t>
            </a:r>
            <a:r>
              <a:rPr lang="en-US" altLang="zh-CN" dirty="0"/>
              <a:t>R2</a:t>
            </a:r>
            <a:r>
              <a:rPr lang="zh-CN" altLang="en-US" dirty="0"/>
              <a:t>上配置默认路由，下一跳指向</a:t>
            </a:r>
            <a:r>
              <a:rPr lang="en-US" altLang="zh-CN" dirty="0"/>
              <a:t>2002::2</a:t>
            </a:r>
            <a:r>
              <a:rPr lang="zh-CN" altLang="en-US" dirty="0"/>
              <a:t>。</a:t>
            </a:r>
          </a:p>
          <a:p>
            <a:pPr lvl="1"/>
            <a:endParaRPr lang="en-US" altLang="zh-CN" dirty="0"/>
          </a:p>
          <a:p>
            <a:pPr lvl="1"/>
            <a:endParaRPr lang="en-US" altLang="zh-CN" dirty="0"/>
          </a:p>
          <a:p>
            <a:pPr lvl="1"/>
            <a:r>
              <a:rPr lang="zh-CN" altLang="en-US" dirty="0"/>
              <a:t>在路由器</a:t>
            </a:r>
            <a:r>
              <a:rPr lang="en-US" altLang="zh-CN" dirty="0"/>
              <a:t>R3</a:t>
            </a:r>
            <a:r>
              <a:rPr lang="zh-CN" altLang="en-US" dirty="0"/>
              <a:t>上配置两条静态路由。</a:t>
            </a:r>
          </a:p>
          <a:p>
            <a:pPr lvl="1"/>
            <a:endParaRPr lang="zh-CN" altLang="en-US" dirty="0"/>
          </a:p>
        </p:txBody>
      </p:sp>
      <p:graphicFrame>
        <p:nvGraphicFramePr>
          <p:cNvPr id="4" name="表格 3">
            <a:extLst>
              <a:ext uri="{FF2B5EF4-FFF2-40B4-BE49-F238E27FC236}">
                <a16:creationId xmlns="" xmlns:a16="http://schemas.microsoft.com/office/drawing/2014/main" id="{54AD01BA-CAB9-4AAE-93E6-B0278ADF86AE}"/>
              </a:ext>
            </a:extLst>
          </p:cNvPr>
          <p:cNvGraphicFramePr>
            <a:graphicFrameLocks noGrp="1"/>
          </p:cNvGraphicFramePr>
          <p:nvPr>
            <p:extLst>
              <p:ext uri="{D42A27DB-BD31-4B8C-83A1-F6EECF244321}">
                <p14:modId xmlns:p14="http://schemas.microsoft.com/office/powerpoint/2010/main" val="1845250488"/>
              </p:ext>
            </p:extLst>
          </p:nvPr>
        </p:nvGraphicFramePr>
        <p:xfrm>
          <a:off x="3900170" y="2354898"/>
          <a:ext cx="4391660" cy="335280"/>
        </p:xfrm>
        <a:graphic>
          <a:graphicData uri="http://schemas.openxmlformats.org/drawingml/2006/table">
            <a:tbl>
              <a:tblPr firstRow="1" firstCol="1" bandRow="1"/>
              <a:tblGrid>
                <a:gridCol w="4391660">
                  <a:extLst>
                    <a:ext uri="{9D8B030D-6E8A-4147-A177-3AD203B41FA5}">
                      <a16:colId xmlns="" xmlns:a16="http://schemas.microsoft.com/office/drawing/2014/main" val="3210035780"/>
                    </a:ext>
                  </a:extLst>
                </a:gridCol>
              </a:tblGrid>
              <a:tr h="0">
                <a:tc>
                  <a:txBody>
                    <a:bodyPr/>
                    <a:lstStyle/>
                    <a:p>
                      <a:pPr algn="just">
                        <a:spcAft>
                          <a:spcPts val="0"/>
                        </a:spcAft>
                      </a:pPr>
                      <a:r>
                        <a:rPr lang="en-US" sz="2200" kern="100" dirty="0">
                          <a:effectLst/>
                          <a:latin typeface="Huawei Sans" panose="020C0503030203020204" pitchFamily="34" charset="0"/>
                          <a:ea typeface="宋体" panose="02010600030101010101" pitchFamily="2" charset="-122"/>
                          <a:cs typeface="Times New Roman" panose="02020603050405020304" pitchFamily="18" charset="0"/>
                        </a:rPr>
                        <a:t>[</a:t>
                      </a:r>
                      <a:r>
                        <a:rPr lang="en-US" sz="2200" kern="10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R1] ipv6 route-static :: 0 2001::2</a:t>
                      </a:r>
                      <a:endParaRPr lang="zh-CN" sz="2200" kern="100" dirty="0">
                        <a:effectLst/>
                        <a:latin typeface="Huawei Sans" panose="020C050303020302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solidFill>
                      <a:srgbClr val="F2F2F2"/>
                    </a:solidFill>
                  </a:tcPr>
                </a:tc>
                <a:extLst>
                  <a:ext uri="{0D108BD9-81ED-4DB2-BD59-A6C34878D82A}">
                    <a16:rowId xmlns="" xmlns:a16="http://schemas.microsoft.com/office/drawing/2014/main" val="3377643048"/>
                  </a:ext>
                </a:extLst>
              </a:tr>
            </a:tbl>
          </a:graphicData>
        </a:graphic>
      </p:graphicFrame>
      <p:graphicFrame>
        <p:nvGraphicFramePr>
          <p:cNvPr id="5" name="表格 4">
            <a:extLst>
              <a:ext uri="{FF2B5EF4-FFF2-40B4-BE49-F238E27FC236}">
                <a16:creationId xmlns="" xmlns:a16="http://schemas.microsoft.com/office/drawing/2014/main" id="{689E2A63-BE9C-49B9-91E5-A06F98FFA25C}"/>
              </a:ext>
            </a:extLst>
          </p:cNvPr>
          <p:cNvGraphicFramePr>
            <a:graphicFrameLocks noGrp="1"/>
          </p:cNvGraphicFramePr>
          <p:nvPr>
            <p:extLst>
              <p:ext uri="{D42A27DB-BD31-4B8C-83A1-F6EECF244321}">
                <p14:modId xmlns:p14="http://schemas.microsoft.com/office/powerpoint/2010/main" val="3433733234"/>
              </p:ext>
            </p:extLst>
          </p:nvPr>
        </p:nvGraphicFramePr>
        <p:xfrm>
          <a:off x="3900170" y="4063513"/>
          <a:ext cx="4391660" cy="335280"/>
        </p:xfrm>
        <a:graphic>
          <a:graphicData uri="http://schemas.openxmlformats.org/drawingml/2006/table">
            <a:tbl>
              <a:tblPr firstRow="1" firstCol="1" bandRow="1"/>
              <a:tblGrid>
                <a:gridCol w="4391660">
                  <a:extLst>
                    <a:ext uri="{9D8B030D-6E8A-4147-A177-3AD203B41FA5}">
                      <a16:colId xmlns="" xmlns:a16="http://schemas.microsoft.com/office/drawing/2014/main" val="2794833310"/>
                    </a:ext>
                  </a:extLst>
                </a:gridCol>
              </a:tblGrid>
              <a:tr h="0">
                <a:tc>
                  <a:txBody>
                    <a:bodyPr/>
                    <a:lstStyle/>
                    <a:p>
                      <a:pPr algn="just">
                        <a:spcAft>
                          <a:spcPts val="0"/>
                        </a:spcAft>
                      </a:pPr>
                      <a:r>
                        <a:rPr lang="en-US" sz="2200" kern="100" dirty="0">
                          <a:effectLst/>
                          <a:latin typeface="Huawei Sans" panose="020C0503030203020204" pitchFamily="34" charset="0"/>
                          <a:ea typeface="宋体" panose="02010600030101010101" pitchFamily="2" charset="-122"/>
                          <a:cs typeface="Times New Roman" panose="02020603050405020304" pitchFamily="18" charset="0"/>
                        </a:rPr>
                        <a:t>[</a:t>
                      </a:r>
                      <a:r>
                        <a:rPr lang="en-US" sz="2200" kern="10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R2] ipv6 route-static :: 0 2002::2</a:t>
                      </a:r>
                      <a:endParaRPr lang="zh-CN" sz="2200" kern="100" dirty="0">
                        <a:effectLst/>
                        <a:latin typeface="Huawei Sans" panose="020C050303020302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solidFill>
                      <a:srgbClr val="F2F2F2"/>
                    </a:solidFill>
                  </a:tcPr>
                </a:tc>
                <a:extLst>
                  <a:ext uri="{0D108BD9-81ED-4DB2-BD59-A6C34878D82A}">
                    <a16:rowId xmlns="" xmlns:a16="http://schemas.microsoft.com/office/drawing/2014/main" val="153154565"/>
                  </a:ext>
                </a:extLst>
              </a:tr>
            </a:tbl>
          </a:graphicData>
        </a:graphic>
      </p:graphicFrame>
      <p:graphicFrame>
        <p:nvGraphicFramePr>
          <p:cNvPr id="6" name="表格 5">
            <a:extLst>
              <a:ext uri="{FF2B5EF4-FFF2-40B4-BE49-F238E27FC236}">
                <a16:creationId xmlns="" xmlns:a16="http://schemas.microsoft.com/office/drawing/2014/main" id="{06E6BF89-D8C7-44BD-8198-E767C3B1C9A9}"/>
              </a:ext>
            </a:extLst>
          </p:cNvPr>
          <p:cNvGraphicFramePr>
            <a:graphicFrameLocks noGrp="1"/>
          </p:cNvGraphicFramePr>
          <p:nvPr>
            <p:extLst>
              <p:ext uri="{D42A27DB-BD31-4B8C-83A1-F6EECF244321}">
                <p14:modId xmlns:p14="http://schemas.microsoft.com/office/powerpoint/2010/main" val="2076042343"/>
              </p:ext>
            </p:extLst>
          </p:nvPr>
        </p:nvGraphicFramePr>
        <p:xfrm>
          <a:off x="3554889" y="5607516"/>
          <a:ext cx="5082223" cy="670560"/>
        </p:xfrm>
        <a:graphic>
          <a:graphicData uri="http://schemas.openxmlformats.org/drawingml/2006/table">
            <a:tbl>
              <a:tblPr firstRow="1" firstCol="1" bandRow="1"/>
              <a:tblGrid>
                <a:gridCol w="5082223">
                  <a:extLst>
                    <a:ext uri="{9D8B030D-6E8A-4147-A177-3AD203B41FA5}">
                      <a16:colId xmlns="" xmlns:a16="http://schemas.microsoft.com/office/drawing/2014/main" val="2607989537"/>
                    </a:ext>
                  </a:extLst>
                </a:gridCol>
              </a:tblGrid>
              <a:tr h="0">
                <a:tc>
                  <a:txBody>
                    <a:bodyPr/>
                    <a:lstStyle/>
                    <a:p>
                      <a:pPr algn="just">
                        <a:spcAft>
                          <a:spcPts val="0"/>
                        </a:spcAft>
                      </a:pPr>
                      <a:r>
                        <a:rPr lang="en-US" sz="2200" kern="100" dirty="0">
                          <a:effectLst/>
                          <a:latin typeface="Huawei Sans" panose="020C0503030203020204" pitchFamily="34" charset="0"/>
                          <a:ea typeface="宋体" panose="02010600030101010101" pitchFamily="2" charset="-122"/>
                          <a:cs typeface="Times New Roman" panose="02020603050405020304" pitchFamily="18" charset="0"/>
                        </a:rPr>
                        <a:t>[R3]ipv6 route-static 2003:: 64 2001::1</a:t>
                      </a:r>
                      <a:endParaRPr lang="zh-CN" sz="2200" kern="100" dirty="0">
                        <a:effectLst/>
                        <a:latin typeface="Huawei Sans" panose="020C0503030203020204" pitchFamily="34" charset="0"/>
                        <a:ea typeface="宋体" panose="02010600030101010101" pitchFamily="2" charset="-122"/>
                        <a:cs typeface="Times New Roman" panose="02020603050405020304" pitchFamily="18" charset="0"/>
                      </a:endParaRPr>
                    </a:p>
                    <a:p>
                      <a:pPr algn="just">
                        <a:spcAft>
                          <a:spcPts val="0"/>
                        </a:spcAft>
                      </a:pPr>
                      <a:r>
                        <a:rPr lang="en-US" sz="2200" kern="10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[R3]ipv6 route-static 2004:: 64 2002::1</a:t>
                      </a:r>
                      <a:endParaRPr lang="zh-CN" sz="2200" kern="100" dirty="0">
                        <a:effectLst/>
                        <a:latin typeface="Huawei Sans" panose="020C050303020302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solidFill>
                      <a:srgbClr val="F2F2F2"/>
                    </a:solidFill>
                  </a:tcPr>
                </a:tc>
                <a:extLst>
                  <a:ext uri="{0D108BD9-81ED-4DB2-BD59-A6C34878D82A}">
                    <a16:rowId xmlns="" xmlns:a16="http://schemas.microsoft.com/office/drawing/2014/main" val="3198424060"/>
                  </a:ext>
                </a:extLst>
              </a:tr>
            </a:tbl>
          </a:graphicData>
        </a:graphic>
      </p:graphicFrame>
    </p:spTree>
    <p:extLst>
      <p:ext uri="{BB962C8B-B14F-4D97-AF65-F5344CB8AC3E}">
        <p14:creationId xmlns:p14="http://schemas.microsoft.com/office/powerpoint/2010/main" val="2779669990"/>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012C0D05-9552-4B87-AF31-A4678B3B8AA4}"/>
              </a:ext>
            </a:extLst>
          </p:cNvPr>
          <p:cNvSpPr>
            <a:spLocks noGrp="1"/>
          </p:cNvSpPr>
          <p:nvPr>
            <p:ph type="title"/>
          </p:nvPr>
        </p:nvSpPr>
        <p:spPr/>
        <p:txBody>
          <a:bodyPr/>
          <a:lstStyle/>
          <a:p>
            <a:r>
              <a:rPr lang="zh-CN" altLang="zh-CN" sz="3499" b="1" kern="1200" baseline="0" dirty="0">
                <a:solidFill>
                  <a:schemeClr val="tx1"/>
                </a:solidFill>
                <a:effectLst/>
                <a:latin typeface="Huawei Sans" panose="020C0503030203020204" pitchFamily="34" charset="0"/>
                <a:ea typeface="方正兰亭黑简体" panose="02000000000000000000" pitchFamily="2" charset="-122"/>
                <a:cs typeface="+mj-cs"/>
              </a:rPr>
              <a:t>九、</a:t>
            </a:r>
            <a:r>
              <a:rPr lang="en-US" altLang="zh-CN" dirty="0"/>
              <a:t>IPv6</a:t>
            </a:r>
            <a:r>
              <a:rPr lang="zh-CN" altLang="en-US" dirty="0"/>
              <a:t>默认路由的配置</a:t>
            </a:r>
          </a:p>
        </p:txBody>
      </p:sp>
      <p:sp>
        <p:nvSpPr>
          <p:cNvPr id="3" name="文本占位符 2">
            <a:extLst>
              <a:ext uri="{FF2B5EF4-FFF2-40B4-BE49-F238E27FC236}">
                <a16:creationId xmlns="" xmlns:a16="http://schemas.microsoft.com/office/drawing/2014/main" id="{65CC054C-8D52-4E57-B269-B35B3D409FEC}"/>
              </a:ext>
            </a:extLst>
          </p:cNvPr>
          <p:cNvSpPr>
            <a:spLocks noGrp="1"/>
          </p:cNvSpPr>
          <p:nvPr>
            <p:ph type="body" sz="quarter" idx="10"/>
          </p:nvPr>
        </p:nvSpPr>
        <p:spPr>
          <a:xfrm>
            <a:off x="444603" y="1247556"/>
            <a:ext cx="11307600" cy="4680000"/>
          </a:xfrm>
        </p:spPr>
        <p:txBody>
          <a:bodyPr/>
          <a:lstStyle/>
          <a:p>
            <a:r>
              <a:rPr lang="zh-CN" altLang="en-US" dirty="0"/>
              <a:t>案例</a:t>
            </a:r>
            <a:r>
              <a:rPr lang="en-US" altLang="zh-CN" dirty="0"/>
              <a:t>7-3</a:t>
            </a:r>
            <a:r>
              <a:rPr lang="zh-CN" altLang="en-US" dirty="0"/>
              <a:t>案例验证</a:t>
            </a:r>
            <a:r>
              <a:rPr lang="en-US" altLang="zh-CN" dirty="0"/>
              <a:t>1</a:t>
            </a:r>
          </a:p>
          <a:p>
            <a:pPr lvl="1"/>
            <a:r>
              <a:rPr lang="zh-CN" altLang="zh-CN" dirty="0"/>
              <a:t>配置</a:t>
            </a:r>
            <a:r>
              <a:rPr lang="en-US" altLang="zh-CN" dirty="0"/>
              <a:t>PC1</a:t>
            </a:r>
            <a:r>
              <a:rPr lang="zh-CN" altLang="zh-CN" dirty="0"/>
              <a:t>的</a:t>
            </a:r>
            <a:r>
              <a:rPr lang="en-US" altLang="zh-CN" dirty="0"/>
              <a:t>IPv6</a:t>
            </a:r>
            <a:r>
              <a:rPr lang="zh-CN" altLang="zh-CN" dirty="0"/>
              <a:t>地址，使用【</a:t>
            </a:r>
            <a:r>
              <a:rPr lang="en-US" altLang="zh-CN" dirty="0"/>
              <a:t>ipconfig</a:t>
            </a:r>
            <a:r>
              <a:rPr lang="zh-CN" altLang="zh-CN" dirty="0"/>
              <a:t>】命令查看地址配置状态。</a:t>
            </a:r>
            <a:endParaRPr lang="zh-CN" altLang="en-US" dirty="0"/>
          </a:p>
        </p:txBody>
      </p:sp>
      <p:graphicFrame>
        <p:nvGraphicFramePr>
          <p:cNvPr id="5" name="表格 4">
            <a:extLst>
              <a:ext uri="{FF2B5EF4-FFF2-40B4-BE49-F238E27FC236}">
                <a16:creationId xmlns="" xmlns:a16="http://schemas.microsoft.com/office/drawing/2014/main" id="{0EF088D1-57CE-43EA-BFE6-E4B00F08A697}"/>
              </a:ext>
            </a:extLst>
          </p:cNvPr>
          <p:cNvGraphicFramePr>
            <a:graphicFrameLocks noGrp="1"/>
          </p:cNvGraphicFramePr>
          <p:nvPr>
            <p:extLst>
              <p:ext uri="{D42A27DB-BD31-4B8C-83A1-F6EECF244321}">
                <p14:modId xmlns:p14="http://schemas.microsoft.com/office/powerpoint/2010/main" val="3562543288"/>
              </p:ext>
            </p:extLst>
          </p:nvPr>
        </p:nvGraphicFramePr>
        <p:xfrm>
          <a:off x="2557939" y="2559100"/>
          <a:ext cx="7076123" cy="3352800"/>
        </p:xfrm>
        <a:graphic>
          <a:graphicData uri="http://schemas.openxmlformats.org/drawingml/2006/table">
            <a:tbl>
              <a:tblPr firstRow="1" firstCol="1" bandRow="1"/>
              <a:tblGrid>
                <a:gridCol w="7076123">
                  <a:extLst>
                    <a:ext uri="{9D8B030D-6E8A-4147-A177-3AD203B41FA5}">
                      <a16:colId xmlns="" xmlns:a16="http://schemas.microsoft.com/office/drawing/2014/main" val="4063491619"/>
                    </a:ext>
                  </a:extLst>
                </a:gridCol>
              </a:tblGrid>
              <a:tr h="0">
                <a:tc>
                  <a:txBody>
                    <a:bodyPr/>
                    <a:lstStyle/>
                    <a:p>
                      <a:pPr indent="0" algn="just">
                        <a:spcAft>
                          <a:spcPts val="0"/>
                        </a:spcAft>
                      </a:pPr>
                      <a:r>
                        <a:rPr lang="en-US" sz="2200" kern="100" dirty="0">
                          <a:effectLst/>
                          <a:latin typeface="Huawei Sans" panose="020C0503030203020204" pitchFamily="34" charset="0"/>
                          <a:ea typeface="宋体" panose="02010600030101010101" pitchFamily="2" charset="-122"/>
                          <a:cs typeface="Times New Roman" panose="02020603050405020304" pitchFamily="18" charset="0"/>
                        </a:rPr>
                        <a:t>PC&gt;ipconfig</a:t>
                      </a:r>
                      <a:endParaRPr lang="zh-CN" sz="2200" kern="100" dirty="0">
                        <a:effectLst/>
                        <a:latin typeface="Huawei Sans" panose="020C0503030203020204" pitchFamily="34" charset="0"/>
                        <a:ea typeface="宋体" panose="02010600030101010101" pitchFamily="2" charset="-122"/>
                        <a:cs typeface="Times New Roman" panose="02020603050405020304" pitchFamily="18" charset="0"/>
                      </a:endParaRPr>
                    </a:p>
                    <a:p>
                      <a:pPr indent="0" algn="just">
                        <a:spcAft>
                          <a:spcPts val="0"/>
                        </a:spcAft>
                      </a:pPr>
                      <a:r>
                        <a:rPr lang="en-US" sz="2200" kern="100" dirty="0">
                          <a:effectLst/>
                          <a:latin typeface="Huawei Sans" panose="020C0503030203020204" pitchFamily="34" charset="0"/>
                          <a:ea typeface="宋体" panose="02010600030101010101" pitchFamily="2" charset="-122"/>
                          <a:cs typeface="Times New Roman" panose="02020603050405020304" pitchFamily="18" charset="0"/>
                        </a:rPr>
                        <a:t> </a:t>
                      </a:r>
                      <a:endParaRPr lang="zh-CN" sz="2200" kern="100" dirty="0">
                        <a:effectLst/>
                        <a:latin typeface="Huawei Sans" panose="020C0503030203020204" pitchFamily="34" charset="0"/>
                        <a:ea typeface="宋体" panose="02010600030101010101" pitchFamily="2" charset="-122"/>
                        <a:cs typeface="Times New Roman" panose="02020603050405020304" pitchFamily="18" charset="0"/>
                      </a:endParaRPr>
                    </a:p>
                    <a:p>
                      <a:pPr indent="0" algn="just">
                        <a:spcAft>
                          <a:spcPts val="0"/>
                        </a:spcAft>
                      </a:pPr>
                      <a:r>
                        <a:rPr lang="en-US" sz="2200" kern="10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Link local IPv6 address...........: fe80::5689:98ff:fe6f:58c1</a:t>
                      </a:r>
                      <a:endParaRPr lang="zh-CN" sz="2200" kern="100" dirty="0">
                        <a:effectLst/>
                        <a:latin typeface="Huawei Sans" panose="020C0503030203020204" pitchFamily="34" charset="0"/>
                        <a:ea typeface="宋体" panose="02010600030101010101" pitchFamily="2" charset="-122"/>
                        <a:cs typeface="Times New Roman" panose="02020603050405020304" pitchFamily="18" charset="0"/>
                      </a:endParaRPr>
                    </a:p>
                    <a:p>
                      <a:pPr indent="0" algn="just">
                        <a:spcAft>
                          <a:spcPts val="0"/>
                        </a:spcAft>
                      </a:pPr>
                      <a:r>
                        <a:rPr lang="en-US" sz="2200" kern="10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IPv6 address......................: 2003::2 / 64</a:t>
                      </a:r>
                      <a:endParaRPr lang="zh-CN" sz="2200" kern="100" dirty="0">
                        <a:effectLst/>
                        <a:latin typeface="Huawei Sans" panose="020C0503030203020204" pitchFamily="34" charset="0"/>
                        <a:ea typeface="宋体" panose="02010600030101010101" pitchFamily="2" charset="-122"/>
                        <a:cs typeface="Times New Roman" panose="02020603050405020304" pitchFamily="18" charset="0"/>
                      </a:endParaRPr>
                    </a:p>
                    <a:p>
                      <a:pPr indent="0" algn="just">
                        <a:spcAft>
                          <a:spcPts val="0"/>
                        </a:spcAft>
                      </a:pPr>
                      <a:r>
                        <a:rPr lang="en-US" sz="2200" kern="10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IPv6 gateway......................: 2003::1</a:t>
                      </a:r>
                      <a:endParaRPr lang="zh-CN" sz="2200" kern="100" dirty="0">
                        <a:effectLst/>
                        <a:latin typeface="Huawei Sans" panose="020C0503030203020204" pitchFamily="34" charset="0"/>
                        <a:ea typeface="宋体" panose="02010600030101010101" pitchFamily="2" charset="-122"/>
                        <a:cs typeface="Times New Roman" panose="02020603050405020304" pitchFamily="18" charset="0"/>
                      </a:endParaRPr>
                    </a:p>
                    <a:p>
                      <a:pPr indent="0" algn="just">
                        <a:spcAft>
                          <a:spcPts val="0"/>
                        </a:spcAft>
                      </a:pPr>
                      <a:r>
                        <a:rPr lang="en-US" sz="2200" kern="10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IPv4 address......................: 0.0.0.0</a:t>
                      </a:r>
                      <a:endParaRPr lang="zh-CN" sz="2200" kern="100" dirty="0">
                        <a:effectLst/>
                        <a:latin typeface="Huawei Sans" panose="020C0503030203020204" pitchFamily="34" charset="0"/>
                        <a:ea typeface="宋体" panose="02010600030101010101" pitchFamily="2" charset="-122"/>
                        <a:cs typeface="Times New Roman" panose="02020603050405020304" pitchFamily="18" charset="0"/>
                      </a:endParaRPr>
                    </a:p>
                    <a:p>
                      <a:pPr indent="0" algn="just">
                        <a:spcAft>
                          <a:spcPts val="0"/>
                        </a:spcAft>
                      </a:pPr>
                      <a:r>
                        <a:rPr lang="en-US" sz="2200" kern="10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Subnet mask.......................: 0.0.0.0</a:t>
                      </a:r>
                      <a:endParaRPr lang="zh-CN" sz="2200" kern="100" dirty="0">
                        <a:effectLst/>
                        <a:latin typeface="Huawei Sans" panose="020C0503030203020204" pitchFamily="34" charset="0"/>
                        <a:ea typeface="宋体" panose="02010600030101010101" pitchFamily="2" charset="-122"/>
                        <a:cs typeface="Times New Roman" panose="02020603050405020304" pitchFamily="18" charset="0"/>
                      </a:endParaRPr>
                    </a:p>
                    <a:p>
                      <a:pPr indent="0" algn="just">
                        <a:spcAft>
                          <a:spcPts val="0"/>
                        </a:spcAft>
                      </a:pPr>
                      <a:r>
                        <a:rPr lang="en-US" sz="2200" kern="10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Gateway...........................: 0.0.0.0</a:t>
                      </a:r>
                      <a:endParaRPr lang="zh-CN" sz="2200" kern="100" dirty="0">
                        <a:effectLst/>
                        <a:latin typeface="Huawei Sans" panose="020C0503030203020204" pitchFamily="34" charset="0"/>
                        <a:ea typeface="宋体" panose="02010600030101010101" pitchFamily="2" charset="-122"/>
                        <a:cs typeface="Times New Roman" panose="02020603050405020304" pitchFamily="18" charset="0"/>
                      </a:endParaRPr>
                    </a:p>
                    <a:p>
                      <a:pPr indent="0" algn="just">
                        <a:spcAft>
                          <a:spcPts val="0"/>
                        </a:spcAft>
                      </a:pPr>
                      <a:r>
                        <a:rPr lang="en-US" sz="2200" kern="10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Physical address..................: 54-89-98-6F-58-C1</a:t>
                      </a:r>
                      <a:endParaRPr lang="zh-CN" sz="2200" kern="100" dirty="0">
                        <a:effectLst/>
                        <a:latin typeface="Huawei Sans" panose="020C0503030203020204" pitchFamily="34" charset="0"/>
                        <a:ea typeface="宋体" panose="02010600030101010101" pitchFamily="2" charset="-122"/>
                        <a:cs typeface="Times New Roman" panose="02020603050405020304" pitchFamily="18" charset="0"/>
                      </a:endParaRPr>
                    </a:p>
                    <a:p>
                      <a:pPr indent="0" algn="just">
                        <a:spcAft>
                          <a:spcPts val="0"/>
                        </a:spcAft>
                      </a:pPr>
                      <a:r>
                        <a:rPr lang="en-US" sz="2200" kern="10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DNS server........................:</a:t>
                      </a:r>
                      <a:endParaRPr lang="zh-CN" sz="2200" kern="100" dirty="0">
                        <a:effectLst/>
                        <a:latin typeface="Huawei Sans" panose="020C050303020302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solidFill>
                      <a:srgbClr val="F2F2F2"/>
                    </a:solidFill>
                  </a:tcPr>
                </a:tc>
                <a:extLst>
                  <a:ext uri="{0D108BD9-81ED-4DB2-BD59-A6C34878D82A}">
                    <a16:rowId xmlns="" xmlns:a16="http://schemas.microsoft.com/office/drawing/2014/main" val="1955594283"/>
                  </a:ext>
                </a:extLst>
              </a:tr>
            </a:tbl>
          </a:graphicData>
        </a:graphic>
      </p:graphicFrame>
    </p:spTree>
    <p:extLst>
      <p:ext uri="{BB962C8B-B14F-4D97-AF65-F5344CB8AC3E}">
        <p14:creationId xmlns:p14="http://schemas.microsoft.com/office/powerpoint/2010/main" val="3688017268"/>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333123CE-31FF-4BBA-A933-5FB4BC2AEA19}"/>
              </a:ext>
            </a:extLst>
          </p:cNvPr>
          <p:cNvSpPr>
            <a:spLocks noGrp="1"/>
          </p:cNvSpPr>
          <p:nvPr>
            <p:ph type="title"/>
          </p:nvPr>
        </p:nvSpPr>
        <p:spPr/>
        <p:txBody>
          <a:bodyPr/>
          <a:lstStyle/>
          <a:p>
            <a:r>
              <a:rPr lang="zh-CN" altLang="zh-CN" sz="3499" b="1" kern="1200" baseline="0" dirty="0">
                <a:solidFill>
                  <a:schemeClr val="tx1"/>
                </a:solidFill>
                <a:effectLst/>
                <a:latin typeface="Huawei Sans" panose="020C0503030203020204" pitchFamily="34" charset="0"/>
                <a:ea typeface="方正兰亭黑简体" panose="02000000000000000000" pitchFamily="2" charset="-122"/>
                <a:cs typeface="+mj-cs"/>
              </a:rPr>
              <a:t>九、</a:t>
            </a:r>
            <a:r>
              <a:rPr lang="en-US" altLang="zh-CN" dirty="0"/>
              <a:t>IPv6</a:t>
            </a:r>
            <a:r>
              <a:rPr lang="zh-CN" altLang="en-US" dirty="0"/>
              <a:t>默认路由的配置</a:t>
            </a:r>
          </a:p>
        </p:txBody>
      </p:sp>
      <p:sp>
        <p:nvSpPr>
          <p:cNvPr id="3" name="文本占位符 2">
            <a:extLst>
              <a:ext uri="{FF2B5EF4-FFF2-40B4-BE49-F238E27FC236}">
                <a16:creationId xmlns="" xmlns:a16="http://schemas.microsoft.com/office/drawing/2014/main" id="{F2EA87FF-FA51-46CC-8B8E-EAC6E18A4309}"/>
              </a:ext>
            </a:extLst>
          </p:cNvPr>
          <p:cNvSpPr>
            <a:spLocks noGrp="1"/>
          </p:cNvSpPr>
          <p:nvPr>
            <p:ph type="body" sz="quarter" idx="10"/>
          </p:nvPr>
        </p:nvSpPr>
        <p:spPr>
          <a:xfrm>
            <a:off x="444603" y="1247556"/>
            <a:ext cx="11307600" cy="4680000"/>
          </a:xfrm>
        </p:spPr>
        <p:txBody>
          <a:bodyPr/>
          <a:lstStyle/>
          <a:p>
            <a:r>
              <a:rPr lang="zh-CN" altLang="en-US" dirty="0"/>
              <a:t>案例</a:t>
            </a:r>
            <a:r>
              <a:rPr lang="en-US" altLang="zh-CN" dirty="0"/>
              <a:t>7-3</a:t>
            </a:r>
            <a:r>
              <a:rPr lang="zh-CN" altLang="en-US" dirty="0"/>
              <a:t>案例验证</a:t>
            </a:r>
            <a:r>
              <a:rPr lang="en-US" altLang="zh-CN" dirty="0"/>
              <a:t>2</a:t>
            </a:r>
          </a:p>
          <a:p>
            <a:pPr lvl="1"/>
            <a:r>
              <a:rPr lang="zh-CN" altLang="en-US" dirty="0"/>
              <a:t>配置</a:t>
            </a:r>
            <a:r>
              <a:rPr lang="en-US" altLang="zh-CN" dirty="0"/>
              <a:t>PC2</a:t>
            </a:r>
            <a:r>
              <a:rPr lang="zh-CN" altLang="en-US" dirty="0"/>
              <a:t>的</a:t>
            </a:r>
            <a:r>
              <a:rPr lang="en-US" altLang="zh-CN" dirty="0"/>
              <a:t>IPv6</a:t>
            </a:r>
            <a:r>
              <a:rPr lang="zh-CN" altLang="en-US" dirty="0"/>
              <a:t>地址，使用</a:t>
            </a:r>
            <a:r>
              <a:rPr lang="en-US" altLang="zh-CN" dirty="0"/>
              <a:t>【ipconfig】</a:t>
            </a:r>
            <a:r>
              <a:rPr lang="zh-CN" altLang="en-US" dirty="0"/>
              <a:t>命令查看地址配置状态。</a:t>
            </a:r>
          </a:p>
        </p:txBody>
      </p:sp>
      <p:graphicFrame>
        <p:nvGraphicFramePr>
          <p:cNvPr id="5" name="表格 4">
            <a:extLst>
              <a:ext uri="{FF2B5EF4-FFF2-40B4-BE49-F238E27FC236}">
                <a16:creationId xmlns="" xmlns:a16="http://schemas.microsoft.com/office/drawing/2014/main" id="{01011866-CE72-4149-A894-1180B53783D5}"/>
              </a:ext>
            </a:extLst>
          </p:cNvPr>
          <p:cNvGraphicFramePr>
            <a:graphicFrameLocks noGrp="1"/>
          </p:cNvGraphicFramePr>
          <p:nvPr>
            <p:extLst>
              <p:ext uri="{D42A27DB-BD31-4B8C-83A1-F6EECF244321}">
                <p14:modId xmlns:p14="http://schemas.microsoft.com/office/powerpoint/2010/main" val="1363577436"/>
              </p:ext>
            </p:extLst>
          </p:nvPr>
        </p:nvGraphicFramePr>
        <p:xfrm>
          <a:off x="2515870" y="2574756"/>
          <a:ext cx="7160260" cy="3352800"/>
        </p:xfrm>
        <a:graphic>
          <a:graphicData uri="http://schemas.openxmlformats.org/drawingml/2006/table">
            <a:tbl>
              <a:tblPr firstRow="1" firstCol="1" bandRow="1"/>
              <a:tblGrid>
                <a:gridCol w="7160260">
                  <a:extLst>
                    <a:ext uri="{9D8B030D-6E8A-4147-A177-3AD203B41FA5}">
                      <a16:colId xmlns="" xmlns:a16="http://schemas.microsoft.com/office/drawing/2014/main" val="2037147152"/>
                    </a:ext>
                  </a:extLst>
                </a:gridCol>
              </a:tblGrid>
              <a:tr h="0">
                <a:tc>
                  <a:txBody>
                    <a:bodyPr/>
                    <a:lstStyle/>
                    <a:p>
                      <a:pPr algn="just">
                        <a:spcAft>
                          <a:spcPts val="0"/>
                        </a:spcAft>
                      </a:pPr>
                      <a:r>
                        <a:rPr lang="en-US" sz="2200" kern="100" dirty="0">
                          <a:effectLst/>
                          <a:latin typeface="Huawei Sans" panose="020C0503030203020204" pitchFamily="34" charset="0"/>
                          <a:ea typeface="宋体" panose="02010600030101010101" pitchFamily="2" charset="-122"/>
                          <a:cs typeface="Times New Roman" panose="02020603050405020304" pitchFamily="18" charset="0"/>
                        </a:rPr>
                        <a:t>PC&gt;ipconfig</a:t>
                      </a:r>
                      <a:endParaRPr lang="zh-CN" sz="2200" kern="100" dirty="0">
                        <a:effectLst/>
                        <a:latin typeface="Huawei Sans" panose="020C0503030203020204" pitchFamily="34" charset="0"/>
                        <a:ea typeface="宋体" panose="02010600030101010101" pitchFamily="2" charset="-122"/>
                        <a:cs typeface="Times New Roman" panose="02020603050405020304" pitchFamily="18" charset="0"/>
                      </a:endParaRPr>
                    </a:p>
                    <a:p>
                      <a:pPr algn="just">
                        <a:spcAft>
                          <a:spcPts val="0"/>
                        </a:spcAft>
                      </a:pPr>
                      <a:r>
                        <a:rPr lang="en-US" sz="2200" kern="100" dirty="0">
                          <a:effectLst/>
                          <a:latin typeface="Huawei Sans" panose="020C0503030203020204" pitchFamily="34" charset="0"/>
                          <a:ea typeface="宋体" panose="02010600030101010101" pitchFamily="2" charset="-122"/>
                          <a:cs typeface="Times New Roman" panose="02020603050405020304" pitchFamily="18" charset="0"/>
                        </a:rPr>
                        <a:t> </a:t>
                      </a:r>
                      <a:endParaRPr lang="zh-CN" sz="2200" kern="100" dirty="0">
                        <a:effectLst/>
                        <a:latin typeface="Huawei Sans" panose="020C0503030203020204" pitchFamily="34" charset="0"/>
                        <a:ea typeface="宋体" panose="02010600030101010101" pitchFamily="2" charset="-122"/>
                        <a:cs typeface="Times New Roman" panose="02020603050405020304" pitchFamily="18" charset="0"/>
                      </a:endParaRPr>
                    </a:p>
                    <a:p>
                      <a:pPr algn="just">
                        <a:spcAft>
                          <a:spcPts val="0"/>
                        </a:spcAft>
                      </a:pPr>
                      <a:r>
                        <a:rPr lang="en-US" sz="2200" kern="10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Link local IPv6 address...........: fe80::5689:98ff:fe58:3198</a:t>
                      </a:r>
                      <a:endParaRPr lang="zh-CN" sz="2200" kern="100" dirty="0">
                        <a:effectLst/>
                        <a:latin typeface="Huawei Sans" panose="020C0503030203020204" pitchFamily="34" charset="0"/>
                        <a:ea typeface="宋体" panose="02010600030101010101" pitchFamily="2" charset="-122"/>
                        <a:cs typeface="Times New Roman" panose="02020603050405020304" pitchFamily="18" charset="0"/>
                      </a:endParaRPr>
                    </a:p>
                    <a:p>
                      <a:pPr algn="just">
                        <a:spcAft>
                          <a:spcPts val="0"/>
                        </a:spcAft>
                      </a:pPr>
                      <a:r>
                        <a:rPr lang="en-US" sz="2200" kern="10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IPv6 address......................: 2004::2 / 64</a:t>
                      </a:r>
                      <a:endParaRPr lang="zh-CN" sz="2200" kern="100" dirty="0">
                        <a:effectLst/>
                        <a:latin typeface="Huawei Sans" panose="020C0503030203020204" pitchFamily="34" charset="0"/>
                        <a:ea typeface="宋体" panose="02010600030101010101" pitchFamily="2" charset="-122"/>
                        <a:cs typeface="Times New Roman" panose="02020603050405020304" pitchFamily="18" charset="0"/>
                      </a:endParaRPr>
                    </a:p>
                    <a:p>
                      <a:pPr algn="just">
                        <a:spcAft>
                          <a:spcPts val="0"/>
                        </a:spcAft>
                      </a:pPr>
                      <a:r>
                        <a:rPr lang="en-US" sz="2200" kern="10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IPv6 gateway......................: 2004::1</a:t>
                      </a:r>
                      <a:endParaRPr lang="zh-CN" sz="2200" kern="100" dirty="0">
                        <a:effectLst/>
                        <a:latin typeface="Huawei Sans" panose="020C0503030203020204" pitchFamily="34" charset="0"/>
                        <a:ea typeface="宋体" panose="02010600030101010101" pitchFamily="2" charset="-122"/>
                        <a:cs typeface="Times New Roman" panose="02020603050405020304" pitchFamily="18" charset="0"/>
                      </a:endParaRPr>
                    </a:p>
                    <a:p>
                      <a:pPr algn="just">
                        <a:spcAft>
                          <a:spcPts val="0"/>
                        </a:spcAft>
                      </a:pPr>
                      <a:r>
                        <a:rPr lang="en-US" sz="2200" kern="10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IPv4 address......................: 0.0.0.0</a:t>
                      </a:r>
                      <a:endParaRPr lang="zh-CN" sz="2200" kern="100" dirty="0">
                        <a:effectLst/>
                        <a:latin typeface="Huawei Sans" panose="020C0503030203020204" pitchFamily="34" charset="0"/>
                        <a:ea typeface="宋体" panose="02010600030101010101" pitchFamily="2" charset="-122"/>
                        <a:cs typeface="Times New Roman" panose="02020603050405020304" pitchFamily="18" charset="0"/>
                      </a:endParaRPr>
                    </a:p>
                    <a:p>
                      <a:pPr algn="just">
                        <a:spcAft>
                          <a:spcPts val="0"/>
                        </a:spcAft>
                      </a:pPr>
                      <a:r>
                        <a:rPr lang="en-US" sz="2200" kern="10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Subnet mask.......................: 0.0.0.0</a:t>
                      </a:r>
                      <a:endParaRPr lang="zh-CN" sz="2200" kern="100" dirty="0">
                        <a:effectLst/>
                        <a:latin typeface="Huawei Sans" panose="020C0503030203020204" pitchFamily="34" charset="0"/>
                        <a:ea typeface="宋体" panose="02010600030101010101" pitchFamily="2" charset="-122"/>
                        <a:cs typeface="Times New Roman" panose="02020603050405020304" pitchFamily="18" charset="0"/>
                      </a:endParaRPr>
                    </a:p>
                    <a:p>
                      <a:pPr algn="just">
                        <a:spcAft>
                          <a:spcPts val="0"/>
                        </a:spcAft>
                      </a:pPr>
                      <a:r>
                        <a:rPr lang="en-US" sz="2200" kern="10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Gateway...........................: 0.0.0.0</a:t>
                      </a:r>
                      <a:endParaRPr lang="zh-CN" sz="2200" kern="100" dirty="0">
                        <a:effectLst/>
                        <a:latin typeface="Huawei Sans" panose="020C0503030203020204" pitchFamily="34" charset="0"/>
                        <a:ea typeface="宋体" panose="02010600030101010101" pitchFamily="2" charset="-122"/>
                        <a:cs typeface="Times New Roman" panose="02020603050405020304" pitchFamily="18" charset="0"/>
                      </a:endParaRPr>
                    </a:p>
                    <a:p>
                      <a:pPr algn="just">
                        <a:spcAft>
                          <a:spcPts val="0"/>
                        </a:spcAft>
                      </a:pPr>
                      <a:r>
                        <a:rPr lang="en-US" sz="2200" kern="10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Physical address..................: 54-89-98-58-31-98</a:t>
                      </a:r>
                      <a:endParaRPr lang="zh-CN" sz="2200" kern="100" dirty="0">
                        <a:effectLst/>
                        <a:latin typeface="Huawei Sans" panose="020C0503030203020204" pitchFamily="34" charset="0"/>
                        <a:ea typeface="宋体" panose="02010600030101010101" pitchFamily="2" charset="-122"/>
                        <a:cs typeface="Times New Roman" panose="02020603050405020304" pitchFamily="18" charset="0"/>
                      </a:endParaRPr>
                    </a:p>
                    <a:p>
                      <a:pPr algn="just">
                        <a:spcAft>
                          <a:spcPts val="0"/>
                        </a:spcAft>
                      </a:pPr>
                      <a:r>
                        <a:rPr lang="en-US" sz="2200" kern="10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DNS server........................:</a:t>
                      </a:r>
                      <a:endParaRPr lang="zh-CN" sz="2200" kern="100" dirty="0">
                        <a:effectLst/>
                        <a:latin typeface="Huawei Sans" panose="020C050303020302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solidFill>
                      <a:srgbClr val="F2F2F2"/>
                    </a:solidFill>
                  </a:tcPr>
                </a:tc>
                <a:extLst>
                  <a:ext uri="{0D108BD9-81ED-4DB2-BD59-A6C34878D82A}">
                    <a16:rowId xmlns="" xmlns:a16="http://schemas.microsoft.com/office/drawing/2014/main" val="3253846933"/>
                  </a:ext>
                </a:extLst>
              </a:tr>
            </a:tbl>
          </a:graphicData>
        </a:graphic>
      </p:graphicFrame>
    </p:spTree>
    <p:extLst>
      <p:ext uri="{BB962C8B-B14F-4D97-AF65-F5344CB8AC3E}">
        <p14:creationId xmlns:p14="http://schemas.microsoft.com/office/powerpoint/2010/main" val="2341772844"/>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FC26ED5E-A36E-40CE-9BDA-483A680C95F1}"/>
              </a:ext>
            </a:extLst>
          </p:cNvPr>
          <p:cNvSpPr>
            <a:spLocks noGrp="1"/>
          </p:cNvSpPr>
          <p:nvPr>
            <p:ph type="title"/>
          </p:nvPr>
        </p:nvSpPr>
        <p:spPr/>
        <p:txBody>
          <a:bodyPr/>
          <a:lstStyle/>
          <a:p>
            <a:r>
              <a:rPr lang="zh-CN" altLang="zh-CN" sz="3499" b="1" kern="1200" baseline="0" dirty="0">
                <a:solidFill>
                  <a:schemeClr val="tx1"/>
                </a:solidFill>
                <a:effectLst/>
                <a:latin typeface="Huawei Sans" panose="020C0503030203020204" pitchFamily="34" charset="0"/>
                <a:ea typeface="方正兰亭黑简体" panose="02000000000000000000" pitchFamily="2" charset="-122"/>
                <a:cs typeface="+mj-cs"/>
              </a:rPr>
              <a:t>九、</a:t>
            </a:r>
            <a:r>
              <a:rPr lang="en-US" altLang="zh-CN" dirty="0"/>
              <a:t>IPv6</a:t>
            </a:r>
            <a:r>
              <a:rPr lang="zh-CN" altLang="en-US" dirty="0"/>
              <a:t>默认路由的配置</a:t>
            </a:r>
          </a:p>
        </p:txBody>
      </p:sp>
      <p:sp>
        <p:nvSpPr>
          <p:cNvPr id="3" name="文本占位符 2">
            <a:extLst>
              <a:ext uri="{FF2B5EF4-FFF2-40B4-BE49-F238E27FC236}">
                <a16:creationId xmlns="" xmlns:a16="http://schemas.microsoft.com/office/drawing/2014/main" id="{5701C4D7-C2BE-48FF-8F34-16E63E228319}"/>
              </a:ext>
            </a:extLst>
          </p:cNvPr>
          <p:cNvSpPr>
            <a:spLocks noGrp="1"/>
          </p:cNvSpPr>
          <p:nvPr>
            <p:ph type="body" sz="quarter" idx="10"/>
          </p:nvPr>
        </p:nvSpPr>
        <p:spPr>
          <a:xfrm>
            <a:off x="444603" y="1247556"/>
            <a:ext cx="11307600" cy="4680000"/>
          </a:xfrm>
        </p:spPr>
        <p:txBody>
          <a:bodyPr/>
          <a:lstStyle/>
          <a:p>
            <a:r>
              <a:rPr lang="zh-CN" altLang="en-US" dirty="0"/>
              <a:t>案例</a:t>
            </a:r>
            <a:r>
              <a:rPr lang="en-US" altLang="zh-CN" dirty="0"/>
              <a:t>7-3</a:t>
            </a:r>
            <a:r>
              <a:rPr lang="zh-CN" altLang="en-US" dirty="0"/>
              <a:t>案例验证</a:t>
            </a:r>
            <a:r>
              <a:rPr lang="en-US" altLang="zh-CN" dirty="0"/>
              <a:t>3</a:t>
            </a:r>
          </a:p>
          <a:p>
            <a:pPr lvl="1"/>
            <a:r>
              <a:rPr lang="zh-CN" altLang="zh-CN" dirty="0"/>
              <a:t>在</a:t>
            </a:r>
            <a:r>
              <a:rPr lang="en-US" altLang="zh-CN" dirty="0"/>
              <a:t>PC1</a:t>
            </a:r>
            <a:r>
              <a:rPr lang="zh-CN" altLang="zh-CN" dirty="0"/>
              <a:t>上【</a:t>
            </a:r>
            <a:r>
              <a:rPr lang="en-US" altLang="zh-CN" dirty="0"/>
              <a:t>ping</a:t>
            </a:r>
            <a:r>
              <a:rPr lang="zh-CN" altLang="zh-CN" dirty="0"/>
              <a:t>】</a:t>
            </a:r>
            <a:r>
              <a:rPr lang="en-US" altLang="zh-CN" dirty="0"/>
              <a:t>PC2</a:t>
            </a:r>
            <a:r>
              <a:rPr lang="zh-CN" altLang="zh-CN" dirty="0"/>
              <a:t>的</a:t>
            </a:r>
            <a:r>
              <a:rPr lang="en-US" altLang="zh-CN" dirty="0"/>
              <a:t>IPv6</a:t>
            </a:r>
            <a:r>
              <a:rPr lang="zh-CN" altLang="zh-CN" dirty="0"/>
              <a:t>地址，测试网络的连通性。</a:t>
            </a:r>
            <a:endParaRPr lang="zh-CN" altLang="en-US" dirty="0"/>
          </a:p>
        </p:txBody>
      </p:sp>
      <p:graphicFrame>
        <p:nvGraphicFramePr>
          <p:cNvPr id="5" name="表格 4">
            <a:extLst>
              <a:ext uri="{FF2B5EF4-FFF2-40B4-BE49-F238E27FC236}">
                <a16:creationId xmlns="" xmlns:a16="http://schemas.microsoft.com/office/drawing/2014/main" id="{1E2DF9F6-276C-4411-BD7F-46DDD5E1FEF0}"/>
              </a:ext>
            </a:extLst>
          </p:cNvPr>
          <p:cNvGraphicFramePr>
            <a:graphicFrameLocks noGrp="1"/>
          </p:cNvGraphicFramePr>
          <p:nvPr>
            <p:extLst>
              <p:ext uri="{D42A27DB-BD31-4B8C-83A1-F6EECF244321}">
                <p14:modId xmlns:p14="http://schemas.microsoft.com/office/powerpoint/2010/main" val="3421055664"/>
              </p:ext>
            </p:extLst>
          </p:nvPr>
        </p:nvGraphicFramePr>
        <p:xfrm>
          <a:off x="2370614" y="2529840"/>
          <a:ext cx="7450773" cy="4023360"/>
        </p:xfrm>
        <a:graphic>
          <a:graphicData uri="http://schemas.openxmlformats.org/drawingml/2006/table">
            <a:tbl>
              <a:tblPr firstRow="1" firstCol="1" bandRow="1"/>
              <a:tblGrid>
                <a:gridCol w="7450773">
                  <a:extLst>
                    <a:ext uri="{9D8B030D-6E8A-4147-A177-3AD203B41FA5}">
                      <a16:colId xmlns="" xmlns:a16="http://schemas.microsoft.com/office/drawing/2014/main" val="480523840"/>
                    </a:ext>
                  </a:extLst>
                </a:gridCol>
              </a:tblGrid>
              <a:tr h="0">
                <a:tc>
                  <a:txBody>
                    <a:bodyPr/>
                    <a:lstStyle/>
                    <a:p>
                      <a:pPr indent="0" algn="just">
                        <a:spcAft>
                          <a:spcPts val="0"/>
                        </a:spcAft>
                      </a:pPr>
                      <a:r>
                        <a:rPr lang="en-US" sz="2200" kern="100" dirty="0">
                          <a:effectLst/>
                          <a:latin typeface="Huawei Sans" panose="020C0503030203020204" pitchFamily="34" charset="0"/>
                          <a:ea typeface="宋体" panose="02010600030101010101" pitchFamily="2" charset="-122"/>
                          <a:cs typeface="Times New Roman" panose="02020603050405020304" pitchFamily="18" charset="0"/>
                        </a:rPr>
                        <a:t>PC&gt;ping 2004::2</a:t>
                      </a:r>
                      <a:endParaRPr lang="zh-CN" sz="2200" kern="100" dirty="0">
                        <a:effectLst/>
                        <a:latin typeface="Huawei Sans" panose="020C0503030203020204" pitchFamily="34" charset="0"/>
                        <a:ea typeface="宋体" panose="02010600030101010101" pitchFamily="2" charset="-122"/>
                        <a:cs typeface="Times New Roman" panose="02020603050405020304" pitchFamily="18" charset="0"/>
                      </a:endParaRPr>
                    </a:p>
                    <a:p>
                      <a:pPr indent="0" algn="just">
                        <a:spcAft>
                          <a:spcPts val="0"/>
                        </a:spcAft>
                      </a:pPr>
                      <a:r>
                        <a:rPr lang="en-US" sz="2200" kern="100" dirty="0">
                          <a:effectLst/>
                          <a:latin typeface="Huawei Sans" panose="020C0503030203020204" pitchFamily="34" charset="0"/>
                          <a:ea typeface="宋体" panose="02010600030101010101" pitchFamily="2" charset="-122"/>
                          <a:cs typeface="Times New Roman" panose="02020603050405020304" pitchFamily="18" charset="0"/>
                        </a:rPr>
                        <a:t> </a:t>
                      </a:r>
                      <a:endParaRPr lang="zh-CN" sz="2200" kern="100" dirty="0">
                        <a:effectLst/>
                        <a:latin typeface="Huawei Sans" panose="020C0503030203020204" pitchFamily="34" charset="0"/>
                        <a:ea typeface="宋体" panose="02010600030101010101" pitchFamily="2" charset="-122"/>
                        <a:cs typeface="Times New Roman" panose="02020603050405020304" pitchFamily="18" charset="0"/>
                      </a:endParaRPr>
                    </a:p>
                    <a:p>
                      <a:pPr indent="0" algn="just">
                        <a:spcAft>
                          <a:spcPts val="0"/>
                        </a:spcAft>
                      </a:pPr>
                      <a:r>
                        <a:rPr lang="en-US" sz="2200" kern="10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Ping 2004::2: 32 data bytes, Press </a:t>
                      </a:r>
                      <a:r>
                        <a:rPr lang="en-US" sz="2200" kern="100" dirty="0" err="1">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Ctrl_C</a:t>
                      </a:r>
                      <a:r>
                        <a:rPr lang="en-US" sz="2200" kern="10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 to break</a:t>
                      </a:r>
                      <a:endParaRPr lang="zh-CN" sz="2200" kern="100" dirty="0">
                        <a:effectLst/>
                        <a:latin typeface="Huawei Sans" panose="020C0503030203020204" pitchFamily="34" charset="0"/>
                        <a:ea typeface="宋体" panose="02010600030101010101" pitchFamily="2" charset="-122"/>
                        <a:cs typeface="Times New Roman" panose="02020603050405020304" pitchFamily="18" charset="0"/>
                      </a:endParaRPr>
                    </a:p>
                    <a:p>
                      <a:pPr indent="0" algn="just">
                        <a:spcAft>
                          <a:spcPts val="0"/>
                        </a:spcAft>
                      </a:pPr>
                      <a:r>
                        <a:rPr lang="en-US" sz="2200" kern="10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From 2004::2: bytes=32 seq=1 hop limit=252 time=32 </a:t>
                      </a:r>
                      <a:r>
                        <a:rPr lang="en-US" sz="2200" kern="100" dirty="0" err="1">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ms</a:t>
                      </a:r>
                      <a:endParaRPr lang="zh-CN" sz="2200" kern="100" dirty="0">
                        <a:effectLst/>
                        <a:latin typeface="Huawei Sans" panose="020C0503030203020204" pitchFamily="34" charset="0"/>
                        <a:ea typeface="宋体" panose="02010600030101010101" pitchFamily="2" charset="-122"/>
                        <a:cs typeface="Times New Roman" panose="02020603050405020304" pitchFamily="18" charset="0"/>
                      </a:endParaRPr>
                    </a:p>
                    <a:p>
                      <a:pPr indent="0" algn="just">
                        <a:spcAft>
                          <a:spcPts val="0"/>
                        </a:spcAft>
                      </a:pPr>
                      <a:r>
                        <a:rPr lang="en-US" sz="2200" kern="10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From 2004::2: bytes=32 seq=2 hop limit=252 time=15 </a:t>
                      </a:r>
                      <a:r>
                        <a:rPr lang="en-US" sz="2200" kern="100" dirty="0" err="1">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ms</a:t>
                      </a:r>
                      <a:endParaRPr lang="zh-CN" sz="2200" kern="100" dirty="0">
                        <a:effectLst/>
                        <a:latin typeface="Huawei Sans" panose="020C0503030203020204" pitchFamily="34" charset="0"/>
                        <a:ea typeface="宋体" panose="02010600030101010101" pitchFamily="2" charset="-122"/>
                        <a:cs typeface="Times New Roman" panose="02020603050405020304" pitchFamily="18" charset="0"/>
                      </a:endParaRPr>
                    </a:p>
                    <a:p>
                      <a:pPr indent="0" algn="just">
                        <a:spcAft>
                          <a:spcPts val="0"/>
                        </a:spcAft>
                      </a:pPr>
                      <a:r>
                        <a:rPr lang="en-US" sz="2200" kern="10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From 2004::2: bytes=32 seq=3 hop limit=252 time=32 </a:t>
                      </a:r>
                      <a:r>
                        <a:rPr lang="en-US" sz="2200" kern="100" dirty="0" err="1">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ms</a:t>
                      </a:r>
                      <a:endParaRPr lang="zh-CN" sz="2200" kern="100" dirty="0">
                        <a:effectLst/>
                        <a:latin typeface="Huawei Sans" panose="020C0503030203020204" pitchFamily="34" charset="0"/>
                        <a:ea typeface="宋体" panose="02010600030101010101" pitchFamily="2" charset="-122"/>
                        <a:cs typeface="Times New Roman" panose="02020603050405020304" pitchFamily="18" charset="0"/>
                      </a:endParaRPr>
                    </a:p>
                    <a:p>
                      <a:pPr indent="0" algn="just">
                        <a:spcAft>
                          <a:spcPts val="0"/>
                        </a:spcAft>
                      </a:pPr>
                      <a:endParaRPr lang="zh-CN" sz="2200" kern="100" dirty="0">
                        <a:effectLst/>
                        <a:latin typeface="Huawei Sans" panose="020C0503030203020204" pitchFamily="34" charset="0"/>
                        <a:ea typeface="宋体" panose="02010600030101010101" pitchFamily="2" charset="-122"/>
                        <a:cs typeface="Times New Roman" panose="02020603050405020304" pitchFamily="18" charset="0"/>
                      </a:endParaRPr>
                    </a:p>
                    <a:p>
                      <a:pPr indent="0" algn="just">
                        <a:spcAft>
                          <a:spcPts val="0"/>
                        </a:spcAft>
                      </a:pPr>
                      <a:r>
                        <a:rPr lang="en-US" sz="2200" kern="10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--- 2004::2 ping statistics ---</a:t>
                      </a:r>
                      <a:endParaRPr lang="zh-CN" sz="2200" kern="100" dirty="0">
                        <a:effectLst/>
                        <a:latin typeface="Huawei Sans" panose="020C0503030203020204" pitchFamily="34" charset="0"/>
                        <a:ea typeface="宋体" panose="02010600030101010101" pitchFamily="2" charset="-122"/>
                        <a:cs typeface="Times New Roman" panose="02020603050405020304" pitchFamily="18" charset="0"/>
                      </a:endParaRPr>
                    </a:p>
                    <a:p>
                      <a:pPr indent="0" algn="just">
                        <a:spcAft>
                          <a:spcPts val="0"/>
                        </a:spcAft>
                      </a:pPr>
                      <a:r>
                        <a:rPr lang="en-US" sz="2200" kern="10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  5 packet(s) transmitted</a:t>
                      </a:r>
                      <a:endParaRPr lang="zh-CN" sz="2200" kern="100" dirty="0">
                        <a:effectLst/>
                        <a:latin typeface="Huawei Sans" panose="020C0503030203020204" pitchFamily="34" charset="0"/>
                        <a:ea typeface="宋体" panose="02010600030101010101" pitchFamily="2" charset="-122"/>
                        <a:cs typeface="Times New Roman" panose="02020603050405020304" pitchFamily="18" charset="0"/>
                      </a:endParaRPr>
                    </a:p>
                    <a:p>
                      <a:pPr indent="0" algn="just">
                        <a:spcAft>
                          <a:spcPts val="0"/>
                        </a:spcAft>
                      </a:pPr>
                      <a:r>
                        <a:rPr lang="en-US" sz="2200" kern="10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  5 packet(s) received</a:t>
                      </a:r>
                      <a:endParaRPr lang="zh-CN" sz="2200" kern="100" dirty="0">
                        <a:effectLst/>
                        <a:latin typeface="Huawei Sans" panose="020C0503030203020204" pitchFamily="34" charset="0"/>
                        <a:ea typeface="宋体" panose="02010600030101010101" pitchFamily="2" charset="-122"/>
                        <a:cs typeface="Times New Roman" panose="02020603050405020304" pitchFamily="18" charset="0"/>
                      </a:endParaRPr>
                    </a:p>
                    <a:p>
                      <a:pPr indent="0" algn="just">
                        <a:spcAft>
                          <a:spcPts val="0"/>
                        </a:spcAft>
                      </a:pPr>
                      <a:r>
                        <a:rPr lang="en-US" sz="2200" kern="10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  0.00% packet loss</a:t>
                      </a:r>
                      <a:endParaRPr lang="zh-CN" sz="2200" kern="100" dirty="0">
                        <a:effectLst/>
                        <a:latin typeface="Huawei Sans" panose="020C0503030203020204" pitchFamily="34" charset="0"/>
                        <a:ea typeface="宋体" panose="02010600030101010101" pitchFamily="2" charset="-122"/>
                        <a:cs typeface="Times New Roman" panose="02020603050405020304" pitchFamily="18" charset="0"/>
                      </a:endParaRPr>
                    </a:p>
                    <a:p>
                      <a:pPr indent="0" algn="just">
                        <a:spcAft>
                          <a:spcPts val="0"/>
                        </a:spcAft>
                      </a:pPr>
                      <a:r>
                        <a:rPr lang="en-US" sz="2200" kern="10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  round-trip min/avg/max = 15/25/32 </a:t>
                      </a:r>
                      <a:r>
                        <a:rPr lang="en-US" sz="2200" kern="100" dirty="0" err="1">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ms</a:t>
                      </a:r>
                      <a:endParaRPr lang="zh-CN" sz="2200" kern="100" dirty="0">
                        <a:effectLst/>
                        <a:latin typeface="Huawei Sans" panose="020C050303020302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solidFill>
                      <a:srgbClr val="F2F2F2"/>
                    </a:solidFill>
                  </a:tcPr>
                </a:tc>
                <a:extLst>
                  <a:ext uri="{0D108BD9-81ED-4DB2-BD59-A6C34878D82A}">
                    <a16:rowId xmlns="" xmlns:a16="http://schemas.microsoft.com/office/drawing/2014/main" val="2923909102"/>
                  </a:ext>
                </a:extLst>
              </a:tr>
            </a:tbl>
          </a:graphicData>
        </a:graphic>
      </p:graphicFrame>
    </p:spTree>
    <p:extLst>
      <p:ext uri="{BB962C8B-B14F-4D97-AF65-F5344CB8AC3E}">
        <p14:creationId xmlns:p14="http://schemas.microsoft.com/office/powerpoint/2010/main" val="3938463616"/>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 xmlns:a16="http://schemas.microsoft.com/office/drawing/2014/main" id="{8896FBDC-CCE2-4BF1-9696-0ECD474C8395}"/>
              </a:ext>
            </a:extLst>
          </p:cNvPr>
          <p:cNvSpPr>
            <a:spLocks noGrp="1"/>
          </p:cNvSpPr>
          <p:nvPr>
            <p:ph type="title"/>
          </p:nvPr>
        </p:nvSpPr>
        <p:spPr/>
        <p:txBody>
          <a:bodyPr/>
          <a:lstStyle/>
          <a:p>
            <a:r>
              <a:rPr lang="zh-CN" altLang="en-US" dirty="0"/>
              <a:t>十、</a:t>
            </a:r>
            <a:r>
              <a:rPr lang="en-US" altLang="zh-CN" dirty="0"/>
              <a:t>IPv6</a:t>
            </a:r>
            <a:r>
              <a:rPr lang="zh-CN" altLang="en-US" dirty="0"/>
              <a:t>汇总路由的配置</a:t>
            </a:r>
          </a:p>
        </p:txBody>
      </p:sp>
      <p:sp>
        <p:nvSpPr>
          <p:cNvPr id="5" name="文本占位符 4">
            <a:extLst>
              <a:ext uri="{FF2B5EF4-FFF2-40B4-BE49-F238E27FC236}">
                <a16:creationId xmlns="" xmlns:a16="http://schemas.microsoft.com/office/drawing/2014/main" id="{5D61FF61-DB21-4070-807A-A862A9984BC8}"/>
              </a:ext>
            </a:extLst>
          </p:cNvPr>
          <p:cNvSpPr>
            <a:spLocks noGrp="1"/>
          </p:cNvSpPr>
          <p:nvPr>
            <p:ph type="body" sz="quarter" idx="10"/>
          </p:nvPr>
        </p:nvSpPr>
        <p:spPr>
          <a:xfrm>
            <a:off x="444603" y="1247556"/>
            <a:ext cx="11307600" cy="4680000"/>
          </a:xfrm>
        </p:spPr>
        <p:txBody>
          <a:bodyPr/>
          <a:lstStyle/>
          <a:p>
            <a:r>
              <a:rPr lang="zh-CN" altLang="en-US" dirty="0"/>
              <a:t>案例</a:t>
            </a:r>
            <a:r>
              <a:rPr lang="en-US" altLang="zh-CN" dirty="0"/>
              <a:t>7-4</a:t>
            </a:r>
            <a:r>
              <a:rPr lang="zh-CN" altLang="en-US" dirty="0"/>
              <a:t>：</a:t>
            </a:r>
            <a:r>
              <a:rPr lang="en-US" altLang="zh-CN" dirty="0"/>
              <a:t>IPv6</a:t>
            </a:r>
            <a:r>
              <a:rPr lang="zh-CN" altLang="en-US" dirty="0"/>
              <a:t>汇总路由的配置</a:t>
            </a:r>
            <a:endParaRPr lang="en-US" altLang="zh-CN" dirty="0"/>
          </a:p>
          <a:p>
            <a:pPr lvl="1"/>
            <a:r>
              <a:rPr lang="zh-CN" altLang="en-US" dirty="0"/>
              <a:t>在</a:t>
            </a:r>
            <a:r>
              <a:rPr lang="en-US" altLang="zh-CN" dirty="0"/>
              <a:t>IPv6</a:t>
            </a:r>
            <a:r>
              <a:rPr lang="zh-CN" altLang="en-US" dirty="0"/>
              <a:t>网络中，当多条路由的下一跳地址相同，且存在相同的前缀时，可以将路由进行汇总。</a:t>
            </a:r>
            <a:endParaRPr lang="en-US" altLang="zh-CN" dirty="0"/>
          </a:p>
          <a:p>
            <a:pPr lvl="2"/>
            <a:r>
              <a:rPr lang="zh-CN" altLang="zh-CN" dirty="0"/>
              <a:t>（</a:t>
            </a:r>
            <a:r>
              <a:rPr lang="en-US" altLang="zh-CN" dirty="0"/>
              <a:t>1</a:t>
            </a:r>
            <a:r>
              <a:rPr lang="zh-CN" altLang="zh-CN" dirty="0"/>
              <a:t>）创建</a:t>
            </a:r>
            <a:r>
              <a:rPr lang="en-US" altLang="zh-CN" dirty="0"/>
              <a:t>VLAN</a:t>
            </a:r>
            <a:r>
              <a:rPr lang="zh-CN" altLang="zh-CN" dirty="0"/>
              <a:t>并将接口加入</a:t>
            </a:r>
            <a:r>
              <a:rPr lang="en-US" altLang="zh-CN" dirty="0"/>
              <a:t>VLAN</a:t>
            </a:r>
            <a:r>
              <a:rPr lang="zh-CN" altLang="zh-CN" dirty="0"/>
              <a:t>。</a:t>
            </a:r>
          </a:p>
          <a:p>
            <a:pPr lvl="2"/>
            <a:r>
              <a:rPr lang="zh-CN" altLang="zh-CN" dirty="0"/>
              <a:t>（</a:t>
            </a:r>
            <a:r>
              <a:rPr lang="en-US" altLang="zh-CN" dirty="0"/>
              <a:t>2</a:t>
            </a:r>
            <a:r>
              <a:rPr lang="zh-CN" altLang="zh-CN" dirty="0"/>
              <a:t>）所有设备启用</a:t>
            </a:r>
            <a:r>
              <a:rPr lang="en-US" altLang="zh-CN" dirty="0"/>
              <a:t>IPv6</a:t>
            </a:r>
            <a:r>
              <a:rPr lang="zh-CN" altLang="zh-CN" dirty="0"/>
              <a:t>功能。</a:t>
            </a:r>
          </a:p>
          <a:p>
            <a:pPr lvl="2"/>
            <a:r>
              <a:rPr lang="zh-CN" altLang="zh-CN" dirty="0"/>
              <a:t>（</a:t>
            </a:r>
            <a:r>
              <a:rPr lang="en-US" altLang="zh-CN" dirty="0"/>
              <a:t>3</a:t>
            </a:r>
            <a:r>
              <a:rPr lang="zh-CN" altLang="zh-CN" dirty="0"/>
              <a:t>）并配置</a:t>
            </a:r>
            <a:r>
              <a:rPr lang="en-US" altLang="zh-CN" dirty="0"/>
              <a:t>IPv6</a:t>
            </a:r>
            <a:r>
              <a:rPr lang="zh-CN" altLang="zh-CN" dirty="0"/>
              <a:t>地址。</a:t>
            </a:r>
          </a:p>
          <a:p>
            <a:pPr lvl="2"/>
            <a:r>
              <a:rPr lang="zh-CN" altLang="zh-CN" dirty="0"/>
              <a:t>（</a:t>
            </a:r>
            <a:r>
              <a:rPr lang="en-US" altLang="zh-CN" dirty="0"/>
              <a:t>4</a:t>
            </a:r>
            <a:r>
              <a:rPr lang="zh-CN" altLang="zh-CN" dirty="0"/>
              <a:t>）配置</a:t>
            </a:r>
            <a:r>
              <a:rPr lang="en-US" altLang="zh-CN" dirty="0"/>
              <a:t>IPv6</a:t>
            </a:r>
            <a:r>
              <a:rPr lang="zh-CN" altLang="zh-CN" dirty="0"/>
              <a:t>路由。</a:t>
            </a:r>
          </a:p>
          <a:p>
            <a:pPr lvl="1"/>
            <a:endParaRPr lang="zh-CN" altLang="en-US" dirty="0"/>
          </a:p>
        </p:txBody>
      </p:sp>
      <p:pic>
        <p:nvPicPr>
          <p:cNvPr id="6" name="图片 5">
            <a:extLst>
              <a:ext uri="{FF2B5EF4-FFF2-40B4-BE49-F238E27FC236}">
                <a16:creationId xmlns="" xmlns:a16="http://schemas.microsoft.com/office/drawing/2014/main" id="{8114C21F-FBBD-49E7-849A-09AE2FEBCF47}"/>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3542544" y="2492969"/>
            <a:ext cx="5577705" cy="3760057"/>
          </a:xfrm>
          <a:prstGeom prst="rect">
            <a:avLst/>
          </a:prstGeom>
          <a:noFill/>
          <a:ln>
            <a:noFill/>
          </a:ln>
        </p:spPr>
      </p:pic>
    </p:spTree>
    <p:extLst>
      <p:ext uri="{BB962C8B-B14F-4D97-AF65-F5344CB8AC3E}">
        <p14:creationId xmlns:p14="http://schemas.microsoft.com/office/powerpoint/2010/main" val="3375234695"/>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AA8A99D9-0B5E-4F4F-B5C5-79C055D86B64}"/>
              </a:ext>
            </a:extLst>
          </p:cNvPr>
          <p:cNvSpPr>
            <a:spLocks noGrp="1"/>
          </p:cNvSpPr>
          <p:nvPr>
            <p:ph type="title"/>
          </p:nvPr>
        </p:nvSpPr>
        <p:spPr/>
        <p:txBody>
          <a:bodyPr/>
          <a:lstStyle/>
          <a:p>
            <a:r>
              <a:rPr lang="zh-CN" altLang="zh-CN" sz="3499" b="1" kern="1200" baseline="0" dirty="0">
                <a:solidFill>
                  <a:schemeClr val="tx1"/>
                </a:solidFill>
                <a:effectLst/>
                <a:latin typeface="Huawei Sans" panose="020C0503030203020204" pitchFamily="34" charset="0"/>
                <a:ea typeface="方正兰亭黑简体" panose="02000000000000000000" pitchFamily="2" charset="-122"/>
                <a:cs typeface="+mj-cs"/>
              </a:rPr>
              <a:t>十、</a:t>
            </a:r>
            <a:r>
              <a:rPr lang="en-US" altLang="zh-CN" dirty="0"/>
              <a:t>IPv6</a:t>
            </a:r>
            <a:r>
              <a:rPr lang="zh-CN" altLang="en-US" dirty="0"/>
              <a:t>汇总路由的配置</a:t>
            </a:r>
          </a:p>
        </p:txBody>
      </p:sp>
      <p:sp>
        <p:nvSpPr>
          <p:cNvPr id="3" name="文本占位符 2">
            <a:extLst>
              <a:ext uri="{FF2B5EF4-FFF2-40B4-BE49-F238E27FC236}">
                <a16:creationId xmlns="" xmlns:a16="http://schemas.microsoft.com/office/drawing/2014/main" id="{FDD86EBA-20F5-4E52-948D-137E69B81F4E}"/>
              </a:ext>
            </a:extLst>
          </p:cNvPr>
          <p:cNvSpPr>
            <a:spLocks noGrp="1"/>
          </p:cNvSpPr>
          <p:nvPr>
            <p:ph type="body" sz="quarter" idx="10"/>
          </p:nvPr>
        </p:nvSpPr>
        <p:spPr>
          <a:xfrm>
            <a:off x="444603" y="1247556"/>
            <a:ext cx="11307600" cy="4680000"/>
          </a:xfrm>
        </p:spPr>
        <p:txBody>
          <a:bodyPr/>
          <a:lstStyle/>
          <a:p>
            <a:r>
              <a:rPr lang="zh-CN" altLang="en-US" dirty="0"/>
              <a:t>案例</a:t>
            </a:r>
            <a:r>
              <a:rPr lang="en-US" altLang="zh-CN" dirty="0"/>
              <a:t>7-4</a:t>
            </a:r>
            <a:r>
              <a:rPr lang="zh-CN" altLang="en-US" dirty="0"/>
              <a:t>配置步骤</a:t>
            </a:r>
            <a:r>
              <a:rPr lang="en-US" altLang="zh-CN" dirty="0"/>
              <a:t>1</a:t>
            </a:r>
          </a:p>
          <a:p>
            <a:pPr lvl="1"/>
            <a:r>
              <a:rPr lang="zh-CN" altLang="zh-CN" dirty="0"/>
              <a:t>在交换机</a:t>
            </a:r>
            <a:r>
              <a:rPr lang="en-US" altLang="zh-CN" dirty="0"/>
              <a:t>S1</a:t>
            </a:r>
            <a:r>
              <a:rPr lang="zh-CN" altLang="zh-CN" dirty="0"/>
              <a:t>上创建</a:t>
            </a:r>
            <a:r>
              <a:rPr lang="en-US" altLang="zh-CN" dirty="0"/>
              <a:t>VLAN10\20\30\100</a:t>
            </a:r>
            <a:r>
              <a:rPr lang="zh-CN" altLang="zh-CN" dirty="0"/>
              <a:t>，并将接口分别加入到</a:t>
            </a:r>
            <a:r>
              <a:rPr lang="en-US" altLang="zh-CN" dirty="0"/>
              <a:t>VLAN10\20\30\100</a:t>
            </a:r>
            <a:r>
              <a:rPr lang="zh-CN" altLang="zh-CN" dirty="0"/>
              <a:t>。</a:t>
            </a:r>
            <a:endParaRPr lang="zh-CN" altLang="en-US" dirty="0"/>
          </a:p>
        </p:txBody>
      </p:sp>
      <p:graphicFrame>
        <p:nvGraphicFramePr>
          <p:cNvPr id="4" name="表格 3">
            <a:extLst>
              <a:ext uri="{FF2B5EF4-FFF2-40B4-BE49-F238E27FC236}">
                <a16:creationId xmlns="" xmlns:a16="http://schemas.microsoft.com/office/drawing/2014/main" id="{9D5C3612-E1FB-4393-89EA-70DDAC07E3EA}"/>
              </a:ext>
            </a:extLst>
          </p:cNvPr>
          <p:cNvGraphicFramePr>
            <a:graphicFrameLocks noGrp="1"/>
          </p:cNvGraphicFramePr>
          <p:nvPr>
            <p:extLst>
              <p:ext uri="{D42A27DB-BD31-4B8C-83A1-F6EECF244321}">
                <p14:modId xmlns:p14="http://schemas.microsoft.com/office/powerpoint/2010/main" val="711323865"/>
              </p:ext>
            </p:extLst>
          </p:nvPr>
        </p:nvGraphicFramePr>
        <p:xfrm>
          <a:off x="2818289" y="2574756"/>
          <a:ext cx="6555423" cy="3352800"/>
        </p:xfrm>
        <a:graphic>
          <a:graphicData uri="http://schemas.openxmlformats.org/drawingml/2006/table">
            <a:tbl>
              <a:tblPr firstRow="1" firstCol="1" bandRow="1"/>
              <a:tblGrid>
                <a:gridCol w="6555423">
                  <a:extLst>
                    <a:ext uri="{9D8B030D-6E8A-4147-A177-3AD203B41FA5}">
                      <a16:colId xmlns="" xmlns:a16="http://schemas.microsoft.com/office/drawing/2014/main" val="2366520496"/>
                    </a:ext>
                  </a:extLst>
                </a:gridCol>
              </a:tblGrid>
              <a:tr h="0">
                <a:tc>
                  <a:txBody>
                    <a:bodyPr/>
                    <a:lstStyle/>
                    <a:p>
                      <a:pPr algn="just">
                        <a:spcAft>
                          <a:spcPts val="0"/>
                        </a:spcAft>
                      </a:pPr>
                      <a:r>
                        <a:rPr lang="en-US" sz="2200" kern="100" dirty="0">
                          <a:effectLst/>
                          <a:latin typeface="Huawei Sans" panose="020C0503030203020204" pitchFamily="34" charset="0"/>
                          <a:ea typeface="宋体" panose="02010600030101010101" pitchFamily="2" charset="-122"/>
                          <a:cs typeface="Times New Roman" panose="02020603050405020304" pitchFamily="18" charset="0"/>
                        </a:rPr>
                        <a:t>&lt;Huawei&gt;system-view </a:t>
                      </a:r>
                      <a:endParaRPr lang="zh-CN" sz="2200" kern="100" dirty="0">
                        <a:effectLst/>
                        <a:latin typeface="Huawei Sans" panose="020C0503030203020204" pitchFamily="34" charset="0"/>
                        <a:ea typeface="宋体" panose="02010600030101010101" pitchFamily="2" charset="-122"/>
                        <a:cs typeface="Times New Roman" panose="02020603050405020304" pitchFamily="18" charset="0"/>
                      </a:endParaRPr>
                    </a:p>
                    <a:p>
                      <a:pPr algn="just">
                        <a:spcAft>
                          <a:spcPts val="0"/>
                        </a:spcAft>
                      </a:pPr>
                      <a:r>
                        <a:rPr lang="en-US" sz="2200" kern="10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[Huawei]</a:t>
                      </a:r>
                      <a:r>
                        <a:rPr lang="en-US" sz="2200" kern="100" dirty="0" err="1">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sysname</a:t>
                      </a:r>
                      <a:r>
                        <a:rPr lang="en-US" sz="2200" kern="10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 R1</a:t>
                      </a:r>
                      <a:endParaRPr lang="zh-CN" sz="2200" kern="100" dirty="0">
                        <a:effectLst/>
                        <a:latin typeface="Huawei Sans" panose="020C0503030203020204" pitchFamily="34" charset="0"/>
                        <a:ea typeface="宋体" panose="02010600030101010101" pitchFamily="2" charset="-122"/>
                        <a:cs typeface="Times New Roman" panose="02020603050405020304" pitchFamily="18" charset="0"/>
                      </a:endParaRPr>
                    </a:p>
                    <a:p>
                      <a:pPr algn="just">
                        <a:spcAft>
                          <a:spcPts val="0"/>
                        </a:spcAft>
                      </a:pPr>
                      <a:r>
                        <a:rPr lang="en-US" sz="2200" kern="10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[R1]ipv6</a:t>
                      </a:r>
                      <a:endParaRPr lang="zh-CN" sz="2200" kern="100" dirty="0">
                        <a:effectLst/>
                        <a:latin typeface="Huawei Sans" panose="020C0503030203020204" pitchFamily="34" charset="0"/>
                        <a:ea typeface="宋体" panose="02010600030101010101" pitchFamily="2" charset="-122"/>
                        <a:cs typeface="Times New Roman" panose="02020603050405020304" pitchFamily="18" charset="0"/>
                      </a:endParaRPr>
                    </a:p>
                    <a:p>
                      <a:pPr algn="just">
                        <a:spcAft>
                          <a:spcPts val="0"/>
                        </a:spcAft>
                      </a:pPr>
                      <a:r>
                        <a:rPr lang="en-US" sz="2200" kern="10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[R1]interface </a:t>
                      </a:r>
                      <a:r>
                        <a:rPr lang="en-US" sz="2200" kern="100" dirty="0" err="1">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GigabitEthernet</a:t>
                      </a:r>
                      <a:r>
                        <a:rPr lang="en-US" sz="2200" kern="10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 0/0/1</a:t>
                      </a:r>
                      <a:endParaRPr lang="zh-CN" sz="2200" kern="100" dirty="0">
                        <a:effectLst/>
                        <a:latin typeface="Huawei Sans" panose="020C0503030203020204" pitchFamily="34" charset="0"/>
                        <a:ea typeface="宋体" panose="02010600030101010101" pitchFamily="2" charset="-122"/>
                        <a:cs typeface="Times New Roman" panose="02020603050405020304" pitchFamily="18" charset="0"/>
                      </a:endParaRPr>
                    </a:p>
                    <a:p>
                      <a:pPr algn="just">
                        <a:spcAft>
                          <a:spcPts val="0"/>
                        </a:spcAft>
                      </a:pPr>
                      <a:r>
                        <a:rPr lang="en-US" sz="2200" kern="10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[R1-GigabitEthernet0/0/1]ipv6 enable </a:t>
                      </a:r>
                      <a:endParaRPr lang="zh-CN" sz="2200" kern="100" dirty="0">
                        <a:effectLst/>
                        <a:latin typeface="Huawei Sans" panose="020C0503030203020204" pitchFamily="34" charset="0"/>
                        <a:ea typeface="宋体" panose="02010600030101010101" pitchFamily="2" charset="-122"/>
                        <a:cs typeface="Times New Roman" panose="02020603050405020304" pitchFamily="18" charset="0"/>
                      </a:endParaRPr>
                    </a:p>
                    <a:p>
                      <a:pPr algn="just">
                        <a:spcAft>
                          <a:spcPts val="0"/>
                        </a:spcAft>
                      </a:pPr>
                      <a:r>
                        <a:rPr lang="en-US" sz="2200" kern="10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[R1-GigabitEthernet0/0/1]ipv6 address 2001::1/64</a:t>
                      </a:r>
                      <a:endParaRPr lang="zh-CN" sz="2200" kern="100" dirty="0">
                        <a:effectLst/>
                        <a:latin typeface="Huawei Sans" panose="020C0503030203020204" pitchFamily="34" charset="0"/>
                        <a:ea typeface="宋体" panose="02010600030101010101" pitchFamily="2" charset="-122"/>
                        <a:cs typeface="Times New Roman" panose="02020603050405020304" pitchFamily="18" charset="0"/>
                      </a:endParaRPr>
                    </a:p>
                    <a:p>
                      <a:pPr algn="just">
                        <a:spcAft>
                          <a:spcPts val="0"/>
                        </a:spcAft>
                      </a:pPr>
                      <a:r>
                        <a:rPr lang="en-US" sz="2200" kern="10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[R1]interface </a:t>
                      </a:r>
                      <a:r>
                        <a:rPr lang="en-US" sz="2200" kern="100" dirty="0" err="1">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GigabitEthernet</a:t>
                      </a:r>
                      <a:r>
                        <a:rPr lang="en-US" sz="2200" kern="10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 0/0/2</a:t>
                      </a:r>
                      <a:endParaRPr lang="zh-CN" sz="2200" kern="100" dirty="0">
                        <a:effectLst/>
                        <a:latin typeface="Huawei Sans" panose="020C0503030203020204" pitchFamily="34" charset="0"/>
                        <a:ea typeface="宋体" panose="02010600030101010101" pitchFamily="2" charset="-122"/>
                        <a:cs typeface="Times New Roman" panose="02020603050405020304" pitchFamily="18" charset="0"/>
                      </a:endParaRPr>
                    </a:p>
                    <a:p>
                      <a:pPr algn="just">
                        <a:spcAft>
                          <a:spcPts val="0"/>
                        </a:spcAft>
                      </a:pPr>
                      <a:r>
                        <a:rPr lang="en-US" sz="2200" kern="10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[R1-GigabitEthernet0/0/2]ipv6 enable </a:t>
                      </a:r>
                      <a:endParaRPr lang="zh-CN" sz="2200" kern="100" dirty="0">
                        <a:effectLst/>
                        <a:latin typeface="Huawei Sans" panose="020C0503030203020204" pitchFamily="34" charset="0"/>
                        <a:ea typeface="宋体" panose="02010600030101010101" pitchFamily="2" charset="-122"/>
                        <a:cs typeface="Times New Roman" panose="02020603050405020304" pitchFamily="18" charset="0"/>
                      </a:endParaRPr>
                    </a:p>
                    <a:p>
                      <a:pPr algn="just">
                        <a:spcAft>
                          <a:spcPts val="0"/>
                        </a:spcAft>
                      </a:pPr>
                      <a:r>
                        <a:rPr lang="en-US" sz="2200" kern="10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[R1-GigabitEthernet0/0/2]ipv6 address 2003::1/64</a:t>
                      </a:r>
                      <a:endParaRPr lang="zh-CN" sz="2200" kern="100" dirty="0">
                        <a:effectLst/>
                        <a:latin typeface="Huawei Sans" panose="020C0503030203020204" pitchFamily="34" charset="0"/>
                        <a:ea typeface="宋体" panose="02010600030101010101" pitchFamily="2" charset="-122"/>
                        <a:cs typeface="Times New Roman" panose="02020603050405020304" pitchFamily="18" charset="0"/>
                      </a:endParaRPr>
                    </a:p>
                    <a:p>
                      <a:pPr indent="266700" algn="just">
                        <a:spcAft>
                          <a:spcPts val="0"/>
                        </a:spcAft>
                      </a:pPr>
                      <a:r>
                        <a:rPr lang="en-US" sz="2200" kern="100" dirty="0">
                          <a:effectLst/>
                          <a:latin typeface="Huawei Sans" panose="020C0503030203020204" pitchFamily="34" charset="0"/>
                          <a:ea typeface="宋体" panose="02010600030101010101" pitchFamily="2" charset="-122"/>
                          <a:cs typeface="Times New Roman" panose="02020603050405020304" pitchFamily="18" charset="0"/>
                        </a:rPr>
                        <a:t> </a:t>
                      </a:r>
                      <a:endParaRPr lang="zh-CN" sz="2200" kern="100" dirty="0">
                        <a:effectLst/>
                        <a:latin typeface="Huawei Sans" panose="020C050303020302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solidFill>
                      <a:srgbClr val="F2F2F2"/>
                    </a:solidFill>
                  </a:tcPr>
                </a:tc>
                <a:extLst>
                  <a:ext uri="{0D108BD9-81ED-4DB2-BD59-A6C34878D82A}">
                    <a16:rowId xmlns="" xmlns:a16="http://schemas.microsoft.com/office/drawing/2014/main" val="1291276375"/>
                  </a:ext>
                </a:extLst>
              </a:tr>
            </a:tbl>
          </a:graphicData>
        </a:graphic>
      </p:graphicFrame>
    </p:spTree>
    <p:extLst>
      <p:ext uri="{BB962C8B-B14F-4D97-AF65-F5344CB8AC3E}">
        <p14:creationId xmlns:p14="http://schemas.microsoft.com/office/powerpoint/2010/main" val="338574101"/>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D0789736-C28C-433E-B246-FFAD4D1C66EA}"/>
              </a:ext>
            </a:extLst>
          </p:cNvPr>
          <p:cNvSpPr>
            <a:spLocks noGrp="1"/>
          </p:cNvSpPr>
          <p:nvPr>
            <p:ph type="title"/>
          </p:nvPr>
        </p:nvSpPr>
        <p:spPr/>
        <p:txBody>
          <a:bodyPr/>
          <a:lstStyle/>
          <a:p>
            <a:r>
              <a:rPr lang="zh-CN" altLang="zh-CN" sz="3499" b="1" kern="1200" baseline="0" dirty="0">
                <a:solidFill>
                  <a:schemeClr val="tx1"/>
                </a:solidFill>
                <a:effectLst/>
                <a:latin typeface="Huawei Sans" panose="020C0503030203020204" pitchFamily="34" charset="0"/>
                <a:ea typeface="方正兰亭黑简体" panose="02000000000000000000" pitchFamily="2" charset="-122"/>
                <a:cs typeface="+mj-cs"/>
              </a:rPr>
              <a:t>十、</a:t>
            </a:r>
            <a:r>
              <a:rPr lang="en-US" altLang="zh-CN" dirty="0"/>
              <a:t>IPv6</a:t>
            </a:r>
            <a:r>
              <a:rPr lang="zh-CN" altLang="en-US" dirty="0"/>
              <a:t>汇总路由的配置</a:t>
            </a:r>
          </a:p>
        </p:txBody>
      </p:sp>
      <p:sp>
        <p:nvSpPr>
          <p:cNvPr id="3" name="文本占位符 2">
            <a:extLst>
              <a:ext uri="{FF2B5EF4-FFF2-40B4-BE49-F238E27FC236}">
                <a16:creationId xmlns="" xmlns:a16="http://schemas.microsoft.com/office/drawing/2014/main" id="{C7CD3E03-DCBF-410F-87BB-E8C7E814290B}"/>
              </a:ext>
            </a:extLst>
          </p:cNvPr>
          <p:cNvSpPr>
            <a:spLocks noGrp="1"/>
          </p:cNvSpPr>
          <p:nvPr>
            <p:ph type="body" sz="quarter" idx="10"/>
          </p:nvPr>
        </p:nvSpPr>
        <p:spPr>
          <a:xfrm>
            <a:off x="444603" y="1247556"/>
            <a:ext cx="11307600" cy="4680000"/>
          </a:xfrm>
        </p:spPr>
        <p:txBody>
          <a:bodyPr/>
          <a:lstStyle/>
          <a:p>
            <a:r>
              <a:rPr lang="zh-CN" altLang="en-US" dirty="0"/>
              <a:t>案例</a:t>
            </a:r>
            <a:r>
              <a:rPr lang="en-US" altLang="zh-CN" dirty="0"/>
              <a:t>7-4</a:t>
            </a:r>
            <a:r>
              <a:rPr lang="zh-CN" altLang="en-US" dirty="0"/>
              <a:t>配置步骤</a:t>
            </a:r>
            <a:r>
              <a:rPr lang="en-US" altLang="zh-CN" dirty="0"/>
              <a:t>2</a:t>
            </a:r>
          </a:p>
          <a:p>
            <a:pPr lvl="1"/>
            <a:r>
              <a:rPr lang="zh-CN" altLang="zh-CN" dirty="0"/>
              <a:t>在交换机</a:t>
            </a:r>
            <a:r>
              <a:rPr lang="en-US" altLang="zh-CN" dirty="0"/>
              <a:t>S1</a:t>
            </a:r>
            <a:r>
              <a:rPr lang="zh-CN" altLang="zh-CN" dirty="0"/>
              <a:t>的接口上启用</a:t>
            </a:r>
            <a:r>
              <a:rPr lang="en-US" altLang="zh-CN" dirty="0"/>
              <a:t>IPv6</a:t>
            </a:r>
            <a:r>
              <a:rPr lang="zh-CN" altLang="zh-CN" dirty="0"/>
              <a:t>功能，并配置</a:t>
            </a:r>
            <a:r>
              <a:rPr lang="en-US" altLang="zh-CN" dirty="0"/>
              <a:t>IPv6</a:t>
            </a:r>
            <a:r>
              <a:rPr lang="zh-CN" altLang="zh-CN" dirty="0"/>
              <a:t>地址。</a:t>
            </a:r>
          </a:p>
        </p:txBody>
      </p:sp>
      <p:graphicFrame>
        <p:nvGraphicFramePr>
          <p:cNvPr id="8" name="表格 7">
            <a:extLst>
              <a:ext uri="{FF2B5EF4-FFF2-40B4-BE49-F238E27FC236}">
                <a16:creationId xmlns="" xmlns:a16="http://schemas.microsoft.com/office/drawing/2014/main" id="{FB312E40-24CB-4354-847A-40683AD608B2}"/>
              </a:ext>
            </a:extLst>
          </p:cNvPr>
          <p:cNvGraphicFramePr>
            <a:graphicFrameLocks noGrp="1"/>
          </p:cNvGraphicFramePr>
          <p:nvPr>
            <p:extLst>
              <p:ext uri="{D42A27DB-BD31-4B8C-83A1-F6EECF244321}">
                <p14:modId xmlns:p14="http://schemas.microsoft.com/office/powerpoint/2010/main" val="1137788076"/>
              </p:ext>
            </p:extLst>
          </p:nvPr>
        </p:nvGraphicFramePr>
        <p:xfrm>
          <a:off x="439737" y="2582764"/>
          <a:ext cx="5707063" cy="3017520"/>
        </p:xfrm>
        <a:graphic>
          <a:graphicData uri="http://schemas.openxmlformats.org/drawingml/2006/table">
            <a:tbl>
              <a:tblPr firstRow="1" firstCol="1" bandRow="1"/>
              <a:tblGrid>
                <a:gridCol w="5707063">
                  <a:extLst>
                    <a:ext uri="{9D8B030D-6E8A-4147-A177-3AD203B41FA5}">
                      <a16:colId xmlns="" xmlns:a16="http://schemas.microsoft.com/office/drawing/2014/main" val="3343220809"/>
                    </a:ext>
                  </a:extLst>
                </a:gridCol>
              </a:tblGrid>
              <a:tr h="0">
                <a:tc>
                  <a:txBody>
                    <a:bodyPr/>
                    <a:lstStyle/>
                    <a:p>
                      <a:pPr indent="0" algn="just">
                        <a:spcAft>
                          <a:spcPts val="0"/>
                        </a:spcAft>
                      </a:pPr>
                      <a:r>
                        <a:rPr lang="en-US" sz="2200" kern="100" dirty="0">
                          <a:effectLst/>
                          <a:latin typeface="Huawei Sans" panose="020C0503030203020204" pitchFamily="34" charset="0"/>
                          <a:ea typeface="宋体" panose="02010600030101010101" pitchFamily="2" charset="-122"/>
                          <a:cs typeface="Times New Roman" panose="02020603050405020304" pitchFamily="18" charset="0"/>
                        </a:rPr>
                        <a:t>[S1]ipv6</a:t>
                      </a:r>
                      <a:endParaRPr lang="zh-CN" sz="2200" kern="100" dirty="0">
                        <a:effectLst/>
                        <a:latin typeface="Huawei Sans" panose="020C0503030203020204" pitchFamily="34" charset="0"/>
                        <a:ea typeface="宋体" panose="02010600030101010101" pitchFamily="2" charset="-122"/>
                        <a:cs typeface="Times New Roman" panose="02020603050405020304" pitchFamily="18" charset="0"/>
                      </a:endParaRPr>
                    </a:p>
                    <a:p>
                      <a:pPr indent="0" algn="just">
                        <a:spcAft>
                          <a:spcPts val="0"/>
                        </a:spcAft>
                      </a:pPr>
                      <a:r>
                        <a:rPr lang="en-US" sz="2200" kern="10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[S1]int </a:t>
                      </a:r>
                      <a:r>
                        <a:rPr lang="en-US" sz="2200" kern="100" dirty="0" err="1">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Vlanif</a:t>
                      </a:r>
                      <a:r>
                        <a:rPr lang="en-US" sz="2200" kern="10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 10</a:t>
                      </a:r>
                      <a:endParaRPr lang="zh-CN" sz="2200" kern="100" dirty="0">
                        <a:effectLst/>
                        <a:latin typeface="Huawei Sans" panose="020C0503030203020204" pitchFamily="34" charset="0"/>
                        <a:ea typeface="宋体" panose="02010600030101010101" pitchFamily="2" charset="-122"/>
                        <a:cs typeface="Times New Roman" panose="02020603050405020304" pitchFamily="18" charset="0"/>
                      </a:endParaRPr>
                    </a:p>
                    <a:p>
                      <a:pPr indent="0" algn="just">
                        <a:spcAft>
                          <a:spcPts val="0"/>
                        </a:spcAft>
                      </a:pPr>
                      <a:r>
                        <a:rPr lang="en-US" sz="2200" kern="10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[S1-Vlanif10]ipv6 enable </a:t>
                      </a:r>
                      <a:endParaRPr lang="zh-CN" sz="2200" kern="100" dirty="0">
                        <a:effectLst/>
                        <a:latin typeface="Huawei Sans" panose="020C0503030203020204" pitchFamily="34" charset="0"/>
                        <a:ea typeface="宋体" panose="02010600030101010101" pitchFamily="2" charset="-122"/>
                        <a:cs typeface="Times New Roman" panose="02020603050405020304" pitchFamily="18" charset="0"/>
                      </a:endParaRPr>
                    </a:p>
                    <a:p>
                      <a:pPr indent="0" algn="just">
                        <a:spcAft>
                          <a:spcPts val="0"/>
                        </a:spcAft>
                      </a:pPr>
                      <a:r>
                        <a:rPr lang="en-US" sz="2200" kern="10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[S1-Vlanif10]ipv6 address 2001:0:10::1/64</a:t>
                      </a:r>
                      <a:endParaRPr lang="zh-CN" sz="2200" kern="100" dirty="0">
                        <a:effectLst/>
                        <a:latin typeface="Huawei Sans" panose="020C0503030203020204" pitchFamily="34" charset="0"/>
                        <a:ea typeface="宋体" panose="02010600030101010101" pitchFamily="2" charset="-122"/>
                        <a:cs typeface="Times New Roman" panose="02020603050405020304" pitchFamily="18" charset="0"/>
                      </a:endParaRPr>
                    </a:p>
                    <a:p>
                      <a:pPr indent="0" algn="just">
                        <a:spcAft>
                          <a:spcPts val="0"/>
                        </a:spcAft>
                      </a:pPr>
                      <a:r>
                        <a:rPr lang="en-US" sz="2200" kern="10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[S1-Vlanif10]quit</a:t>
                      </a:r>
                      <a:endParaRPr lang="zh-CN" sz="2200" kern="100" dirty="0">
                        <a:effectLst/>
                        <a:latin typeface="Huawei Sans" panose="020C0503030203020204" pitchFamily="34" charset="0"/>
                        <a:ea typeface="宋体" panose="02010600030101010101" pitchFamily="2" charset="-122"/>
                        <a:cs typeface="Times New Roman" panose="02020603050405020304" pitchFamily="18" charset="0"/>
                      </a:endParaRPr>
                    </a:p>
                    <a:p>
                      <a:pPr indent="0" algn="just">
                        <a:spcAft>
                          <a:spcPts val="0"/>
                        </a:spcAft>
                      </a:pPr>
                      <a:r>
                        <a:rPr lang="en-US" sz="2200" kern="10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[S1]interface </a:t>
                      </a:r>
                      <a:r>
                        <a:rPr lang="en-US" sz="2200" kern="100" dirty="0" err="1">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vlan</a:t>
                      </a:r>
                      <a:r>
                        <a:rPr lang="en-US" sz="2200" kern="10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 20</a:t>
                      </a:r>
                      <a:endParaRPr lang="zh-CN" sz="2200" kern="100" dirty="0">
                        <a:effectLst/>
                        <a:latin typeface="Huawei Sans" panose="020C0503030203020204" pitchFamily="34" charset="0"/>
                        <a:ea typeface="宋体" panose="02010600030101010101" pitchFamily="2" charset="-122"/>
                        <a:cs typeface="Times New Roman" panose="02020603050405020304" pitchFamily="18" charset="0"/>
                      </a:endParaRPr>
                    </a:p>
                    <a:p>
                      <a:pPr indent="0" algn="just">
                        <a:spcAft>
                          <a:spcPts val="0"/>
                        </a:spcAft>
                      </a:pPr>
                      <a:r>
                        <a:rPr lang="en-US" sz="2200" kern="10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[S1-Vlanif20]ipv6 enable </a:t>
                      </a:r>
                      <a:endParaRPr lang="zh-CN" sz="2200" kern="100" dirty="0">
                        <a:effectLst/>
                        <a:latin typeface="Huawei Sans" panose="020C0503030203020204" pitchFamily="34" charset="0"/>
                        <a:ea typeface="宋体" panose="02010600030101010101" pitchFamily="2" charset="-122"/>
                        <a:cs typeface="Times New Roman" panose="02020603050405020304" pitchFamily="18" charset="0"/>
                      </a:endParaRPr>
                    </a:p>
                    <a:p>
                      <a:pPr indent="0" algn="just">
                        <a:spcAft>
                          <a:spcPts val="0"/>
                        </a:spcAft>
                      </a:pPr>
                      <a:r>
                        <a:rPr lang="en-US" sz="2200" kern="10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[S1-Vlanif20]ipv6 address 2001:0:20::1/64</a:t>
                      </a:r>
                      <a:endParaRPr lang="zh-CN" sz="2200" kern="100" dirty="0">
                        <a:effectLst/>
                        <a:latin typeface="Huawei Sans" panose="020C0503030203020204" pitchFamily="34" charset="0"/>
                        <a:ea typeface="宋体" panose="02010600030101010101" pitchFamily="2" charset="-122"/>
                        <a:cs typeface="Times New Roman" panose="02020603050405020304" pitchFamily="18" charset="0"/>
                      </a:endParaRPr>
                    </a:p>
                    <a:p>
                      <a:pPr indent="0" algn="just">
                        <a:spcAft>
                          <a:spcPts val="0"/>
                        </a:spcAft>
                      </a:pPr>
                      <a:r>
                        <a:rPr lang="en-US" sz="2200" kern="10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[S1-Vlanif20]quit</a:t>
                      </a:r>
                    </a:p>
                  </a:txBody>
                  <a:tcPr marL="68580" marR="68580" marT="0" marB="0">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solidFill>
                      <a:srgbClr val="F2F2F2"/>
                    </a:solidFill>
                  </a:tcPr>
                </a:tc>
                <a:extLst>
                  <a:ext uri="{0D108BD9-81ED-4DB2-BD59-A6C34878D82A}">
                    <a16:rowId xmlns="" xmlns:a16="http://schemas.microsoft.com/office/drawing/2014/main" val="3203833311"/>
                  </a:ext>
                </a:extLst>
              </a:tr>
            </a:tbl>
          </a:graphicData>
        </a:graphic>
      </p:graphicFrame>
      <p:graphicFrame>
        <p:nvGraphicFramePr>
          <p:cNvPr id="15" name="表格 14">
            <a:extLst>
              <a:ext uri="{FF2B5EF4-FFF2-40B4-BE49-F238E27FC236}">
                <a16:creationId xmlns="" xmlns:a16="http://schemas.microsoft.com/office/drawing/2014/main" id="{A40C2AE5-5CEC-464F-ACEE-0A5868C121AF}"/>
              </a:ext>
            </a:extLst>
          </p:cNvPr>
          <p:cNvGraphicFramePr>
            <a:graphicFrameLocks noGrp="1"/>
          </p:cNvGraphicFramePr>
          <p:nvPr>
            <p:extLst>
              <p:ext uri="{D42A27DB-BD31-4B8C-83A1-F6EECF244321}">
                <p14:modId xmlns:p14="http://schemas.microsoft.com/office/powerpoint/2010/main" val="1857333256"/>
              </p:ext>
            </p:extLst>
          </p:nvPr>
        </p:nvGraphicFramePr>
        <p:xfrm>
          <a:off x="6269037" y="2750404"/>
          <a:ext cx="5707063" cy="2682240"/>
        </p:xfrm>
        <a:graphic>
          <a:graphicData uri="http://schemas.openxmlformats.org/drawingml/2006/table">
            <a:tbl>
              <a:tblPr firstRow="1" firstCol="1" bandRow="1"/>
              <a:tblGrid>
                <a:gridCol w="5707063">
                  <a:extLst>
                    <a:ext uri="{9D8B030D-6E8A-4147-A177-3AD203B41FA5}">
                      <a16:colId xmlns="" xmlns:a16="http://schemas.microsoft.com/office/drawing/2014/main" val="3343220809"/>
                    </a:ext>
                  </a:extLst>
                </a:gridCol>
              </a:tblGrid>
              <a:tr h="0">
                <a:tc>
                  <a:txBody>
                    <a:bodyPr/>
                    <a:lstStyle/>
                    <a:p>
                      <a:pPr indent="0" algn="just">
                        <a:spcAft>
                          <a:spcPts val="0"/>
                        </a:spcAft>
                      </a:pPr>
                      <a:r>
                        <a:rPr lang="en-US" sz="2200" kern="10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[S1]interface </a:t>
                      </a:r>
                      <a:r>
                        <a:rPr lang="en-US" sz="2200" kern="100" dirty="0" err="1">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Vlanif</a:t>
                      </a:r>
                      <a:r>
                        <a:rPr lang="en-US" sz="2200" kern="10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 30</a:t>
                      </a:r>
                      <a:endParaRPr lang="zh-CN" sz="2200" kern="100" dirty="0">
                        <a:effectLst/>
                        <a:latin typeface="Huawei Sans" panose="020C0503030203020204" pitchFamily="34" charset="0"/>
                        <a:ea typeface="宋体" panose="02010600030101010101" pitchFamily="2" charset="-122"/>
                        <a:cs typeface="Times New Roman" panose="02020603050405020304" pitchFamily="18" charset="0"/>
                      </a:endParaRPr>
                    </a:p>
                    <a:p>
                      <a:pPr indent="0" algn="just">
                        <a:spcAft>
                          <a:spcPts val="0"/>
                        </a:spcAft>
                      </a:pPr>
                      <a:r>
                        <a:rPr lang="en-US" sz="2200" kern="10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[S1-Vlanif30]ipv6 enable </a:t>
                      </a:r>
                      <a:endParaRPr lang="zh-CN" sz="2200" kern="100" dirty="0">
                        <a:effectLst/>
                        <a:latin typeface="Huawei Sans" panose="020C0503030203020204" pitchFamily="34" charset="0"/>
                        <a:ea typeface="宋体" panose="02010600030101010101" pitchFamily="2" charset="-122"/>
                        <a:cs typeface="Times New Roman" panose="02020603050405020304" pitchFamily="18" charset="0"/>
                      </a:endParaRPr>
                    </a:p>
                    <a:p>
                      <a:pPr indent="0" algn="just">
                        <a:spcAft>
                          <a:spcPts val="0"/>
                        </a:spcAft>
                      </a:pPr>
                      <a:r>
                        <a:rPr lang="en-US" sz="2200" kern="10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[S1-Vlanif30]ipv6 address 2001:0:30::1/64</a:t>
                      </a:r>
                      <a:endParaRPr lang="zh-CN" sz="2200" kern="100" dirty="0">
                        <a:effectLst/>
                        <a:latin typeface="Huawei Sans" panose="020C0503030203020204" pitchFamily="34" charset="0"/>
                        <a:ea typeface="宋体" panose="02010600030101010101" pitchFamily="2" charset="-122"/>
                        <a:cs typeface="Times New Roman" panose="02020603050405020304" pitchFamily="18" charset="0"/>
                      </a:endParaRPr>
                    </a:p>
                    <a:p>
                      <a:pPr indent="0" algn="just">
                        <a:spcAft>
                          <a:spcPts val="0"/>
                        </a:spcAft>
                      </a:pPr>
                      <a:r>
                        <a:rPr lang="en-US" sz="2200" kern="10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[S1-Vlanif30]quit</a:t>
                      </a:r>
                      <a:endParaRPr lang="zh-CN" sz="2200" kern="100" dirty="0">
                        <a:effectLst/>
                        <a:latin typeface="Huawei Sans" panose="020C0503030203020204" pitchFamily="34" charset="0"/>
                        <a:ea typeface="宋体" panose="02010600030101010101" pitchFamily="2" charset="-122"/>
                        <a:cs typeface="Times New Roman" panose="02020603050405020304" pitchFamily="18" charset="0"/>
                      </a:endParaRPr>
                    </a:p>
                    <a:p>
                      <a:pPr indent="0" algn="just">
                        <a:spcAft>
                          <a:spcPts val="0"/>
                        </a:spcAft>
                      </a:pPr>
                      <a:r>
                        <a:rPr lang="en-US" sz="2200" kern="10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[S1]int </a:t>
                      </a:r>
                      <a:r>
                        <a:rPr lang="en-US" sz="2200" kern="100" dirty="0" err="1">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Vlanif</a:t>
                      </a:r>
                      <a:r>
                        <a:rPr lang="en-US" sz="2200" kern="10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 100</a:t>
                      </a:r>
                      <a:endParaRPr lang="zh-CN" sz="2200" kern="100" dirty="0">
                        <a:effectLst/>
                        <a:latin typeface="Huawei Sans" panose="020C0503030203020204" pitchFamily="34" charset="0"/>
                        <a:ea typeface="宋体" panose="02010600030101010101" pitchFamily="2" charset="-122"/>
                        <a:cs typeface="Times New Roman" panose="02020603050405020304" pitchFamily="18" charset="0"/>
                      </a:endParaRPr>
                    </a:p>
                    <a:p>
                      <a:pPr indent="0" algn="just">
                        <a:spcAft>
                          <a:spcPts val="0"/>
                        </a:spcAft>
                      </a:pPr>
                      <a:r>
                        <a:rPr lang="en-US" sz="2200" kern="10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[S1-Vlanif100]ipv6 enable </a:t>
                      </a:r>
                      <a:endParaRPr lang="zh-CN" sz="2200" kern="100" dirty="0">
                        <a:effectLst/>
                        <a:latin typeface="Huawei Sans" panose="020C0503030203020204" pitchFamily="34" charset="0"/>
                        <a:ea typeface="宋体" panose="02010600030101010101" pitchFamily="2" charset="-122"/>
                        <a:cs typeface="Times New Roman" panose="02020603050405020304" pitchFamily="18" charset="0"/>
                      </a:endParaRPr>
                    </a:p>
                    <a:p>
                      <a:pPr indent="0" algn="just">
                        <a:spcAft>
                          <a:spcPts val="0"/>
                        </a:spcAft>
                      </a:pPr>
                      <a:r>
                        <a:rPr lang="en-US" sz="2200" kern="10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[S1-Vlanif100]ipv6 address 2001::1/64	</a:t>
                      </a:r>
                      <a:endParaRPr lang="zh-CN" sz="2200" kern="100" dirty="0">
                        <a:effectLst/>
                        <a:latin typeface="Huawei Sans" panose="020C0503030203020204" pitchFamily="34" charset="0"/>
                        <a:ea typeface="宋体" panose="02010600030101010101" pitchFamily="2" charset="-122"/>
                        <a:cs typeface="Times New Roman" panose="02020603050405020304" pitchFamily="18" charset="0"/>
                      </a:endParaRPr>
                    </a:p>
                    <a:p>
                      <a:pPr indent="0" algn="just">
                        <a:spcAft>
                          <a:spcPts val="0"/>
                        </a:spcAft>
                      </a:pPr>
                      <a:r>
                        <a:rPr lang="en-US" sz="2200" kern="10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[S1-Vlanif100]quit</a:t>
                      </a:r>
                      <a:endParaRPr lang="zh-CN" sz="2200" kern="100" dirty="0">
                        <a:effectLst/>
                        <a:latin typeface="Huawei Sans" panose="020C050303020302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solidFill>
                      <a:srgbClr val="F2F2F2"/>
                    </a:solidFill>
                  </a:tcPr>
                </a:tc>
                <a:extLst>
                  <a:ext uri="{0D108BD9-81ED-4DB2-BD59-A6C34878D82A}">
                    <a16:rowId xmlns="" xmlns:a16="http://schemas.microsoft.com/office/drawing/2014/main" val="3203833311"/>
                  </a:ext>
                </a:extLst>
              </a:tr>
            </a:tbl>
          </a:graphicData>
        </a:graphic>
      </p:graphicFrame>
    </p:spTree>
    <p:extLst>
      <p:ext uri="{BB962C8B-B14F-4D97-AF65-F5344CB8AC3E}">
        <p14:creationId xmlns:p14="http://schemas.microsoft.com/office/powerpoint/2010/main" val="203460495"/>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AEACC885-C260-4B8C-BF27-D6586B991B21}"/>
              </a:ext>
            </a:extLst>
          </p:cNvPr>
          <p:cNvSpPr>
            <a:spLocks noGrp="1"/>
          </p:cNvSpPr>
          <p:nvPr>
            <p:ph type="title"/>
          </p:nvPr>
        </p:nvSpPr>
        <p:spPr/>
        <p:txBody>
          <a:bodyPr/>
          <a:lstStyle/>
          <a:p>
            <a:r>
              <a:rPr lang="zh-CN" altLang="zh-CN" sz="3499" b="1" kern="1200" baseline="0" dirty="0">
                <a:solidFill>
                  <a:schemeClr val="tx1"/>
                </a:solidFill>
                <a:effectLst/>
                <a:latin typeface="Huawei Sans" panose="020C0503030203020204" pitchFamily="34" charset="0"/>
                <a:ea typeface="方正兰亭黑简体" panose="02000000000000000000" pitchFamily="2" charset="-122"/>
                <a:cs typeface="+mj-cs"/>
              </a:rPr>
              <a:t>十、</a:t>
            </a:r>
            <a:r>
              <a:rPr lang="en-US" altLang="zh-CN" dirty="0"/>
              <a:t>IPv6</a:t>
            </a:r>
            <a:r>
              <a:rPr lang="zh-CN" altLang="en-US" dirty="0"/>
              <a:t>汇总路由的配置</a:t>
            </a:r>
          </a:p>
        </p:txBody>
      </p:sp>
      <p:sp>
        <p:nvSpPr>
          <p:cNvPr id="3" name="文本占位符 2">
            <a:extLst>
              <a:ext uri="{FF2B5EF4-FFF2-40B4-BE49-F238E27FC236}">
                <a16:creationId xmlns="" xmlns:a16="http://schemas.microsoft.com/office/drawing/2014/main" id="{D8F1B270-E741-4C31-AD42-DCD60A6C036B}"/>
              </a:ext>
            </a:extLst>
          </p:cNvPr>
          <p:cNvSpPr>
            <a:spLocks noGrp="1"/>
          </p:cNvSpPr>
          <p:nvPr>
            <p:ph type="body" sz="quarter" idx="10"/>
          </p:nvPr>
        </p:nvSpPr>
        <p:spPr>
          <a:xfrm>
            <a:off x="444603" y="1247556"/>
            <a:ext cx="11307600" cy="4680000"/>
          </a:xfrm>
        </p:spPr>
        <p:txBody>
          <a:bodyPr/>
          <a:lstStyle/>
          <a:p>
            <a:r>
              <a:rPr lang="zh-CN" altLang="en-US" dirty="0"/>
              <a:t>案例</a:t>
            </a:r>
            <a:r>
              <a:rPr lang="en-US" altLang="zh-CN" dirty="0"/>
              <a:t>7-4</a:t>
            </a:r>
            <a:r>
              <a:rPr lang="zh-CN" altLang="en-US" dirty="0"/>
              <a:t>配置步骤</a:t>
            </a:r>
            <a:r>
              <a:rPr lang="en-US" altLang="zh-CN" dirty="0"/>
              <a:t>3</a:t>
            </a:r>
          </a:p>
          <a:p>
            <a:pPr lvl="1"/>
            <a:r>
              <a:rPr lang="zh-CN" altLang="zh-CN" dirty="0"/>
              <a:t>在路由器</a:t>
            </a:r>
            <a:r>
              <a:rPr lang="en-US" altLang="zh-CN" dirty="0"/>
              <a:t>R1</a:t>
            </a:r>
            <a:r>
              <a:rPr lang="zh-CN" altLang="zh-CN" dirty="0"/>
              <a:t>的接口上启用</a:t>
            </a:r>
            <a:r>
              <a:rPr lang="en-US" altLang="zh-CN" dirty="0"/>
              <a:t>IPv6</a:t>
            </a:r>
            <a:r>
              <a:rPr lang="zh-CN" altLang="zh-CN" dirty="0"/>
              <a:t>功能，并配置</a:t>
            </a:r>
            <a:r>
              <a:rPr lang="en-US" altLang="zh-CN" dirty="0"/>
              <a:t>IPv6</a:t>
            </a:r>
            <a:r>
              <a:rPr lang="zh-CN" altLang="zh-CN" dirty="0"/>
              <a:t>地址。</a:t>
            </a:r>
            <a:endParaRPr lang="en-US" altLang="zh-CN" dirty="0"/>
          </a:p>
          <a:p>
            <a:pPr lvl="1"/>
            <a:endParaRPr lang="en-US" altLang="zh-CN" dirty="0"/>
          </a:p>
        </p:txBody>
      </p:sp>
      <p:graphicFrame>
        <p:nvGraphicFramePr>
          <p:cNvPr id="7" name="表格 6">
            <a:extLst>
              <a:ext uri="{FF2B5EF4-FFF2-40B4-BE49-F238E27FC236}">
                <a16:creationId xmlns="" xmlns:a16="http://schemas.microsoft.com/office/drawing/2014/main" id="{8C29CFE0-B4CC-4A81-A935-26AC0B3D8929}"/>
              </a:ext>
            </a:extLst>
          </p:cNvPr>
          <p:cNvGraphicFramePr>
            <a:graphicFrameLocks noGrp="1"/>
          </p:cNvGraphicFramePr>
          <p:nvPr>
            <p:extLst>
              <p:ext uri="{D42A27DB-BD31-4B8C-83A1-F6EECF244321}">
                <p14:modId xmlns:p14="http://schemas.microsoft.com/office/powerpoint/2010/main" val="1117900184"/>
              </p:ext>
            </p:extLst>
          </p:nvPr>
        </p:nvGraphicFramePr>
        <p:xfrm>
          <a:off x="2818289" y="2701290"/>
          <a:ext cx="6555423" cy="2011680"/>
        </p:xfrm>
        <a:graphic>
          <a:graphicData uri="http://schemas.openxmlformats.org/drawingml/2006/table">
            <a:tbl>
              <a:tblPr firstRow="1" firstCol="1" bandRow="1"/>
              <a:tblGrid>
                <a:gridCol w="6555423">
                  <a:extLst>
                    <a:ext uri="{9D8B030D-6E8A-4147-A177-3AD203B41FA5}">
                      <a16:colId xmlns="" xmlns:a16="http://schemas.microsoft.com/office/drawing/2014/main" val="2294415016"/>
                    </a:ext>
                  </a:extLst>
                </a:gridCol>
              </a:tblGrid>
              <a:tr h="0">
                <a:tc>
                  <a:txBody>
                    <a:bodyPr/>
                    <a:lstStyle/>
                    <a:p>
                      <a:pPr indent="0" algn="just">
                        <a:spcAft>
                          <a:spcPts val="0"/>
                        </a:spcAft>
                      </a:pPr>
                      <a:r>
                        <a:rPr lang="en-US" sz="2200" kern="100" dirty="0">
                          <a:effectLst/>
                          <a:latin typeface="Huawei Sans" panose="020C0503030203020204" pitchFamily="34" charset="0"/>
                          <a:ea typeface="宋体" panose="02010600030101010101" pitchFamily="2" charset="-122"/>
                          <a:cs typeface="Times New Roman" panose="02020603050405020304" pitchFamily="18" charset="0"/>
                        </a:rPr>
                        <a:t>&lt;Huawei&gt;system-view </a:t>
                      </a:r>
                      <a:endParaRPr lang="zh-CN" sz="2200" kern="100" dirty="0">
                        <a:effectLst/>
                        <a:latin typeface="Huawei Sans" panose="020C0503030203020204" pitchFamily="34" charset="0"/>
                        <a:ea typeface="宋体" panose="02010600030101010101" pitchFamily="2" charset="-122"/>
                        <a:cs typeface="Times New Roman" panose="02020603050405020304" pitchFamily="18" charset="0"/>
                      </a:endParaRPr>
                    </a:p>
                    <a:p>
                      <a:pPr indent="0" algn="just">
                        <a:spcAft>
                          <a:spcPts val="0"/>
                        </a:spcAft>
                      </a:pPr>
                      <a:r>
                        <a:rPr lang="en-US" sz="2200" kern="10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[Huawei]</a:t>
                      </a:r>
                      <a:r>
                        <a:rPr lang="en-US" sz="2200" kern="100" dirty="0" err="1">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sysname</a:t>
                      </a:r>
                      <a:r>
                        <a:rPr lang="en-US" sz="2200" kern="10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 R1</a:t>
                      </a:r>
                      <a:endParaRPr lang="zh-CN" sz="2200" kern="100" dirty="0">
                        <a:effectLst/>
                        <a:latin typeface="Huawei Sans" panose="020C0503030203020204" pitchFamily="34" charset="0"/>
                        <a:ea typeface="宋体" panose="02010600030101010101" pitchFamily="2" charset="-122"/>
                        <a:cs typeface="Times New Roman" panose="02020603050405020304" pitchFamily="18" charset="0"/>
                      </a:endParaRPr>
                    </a:p>
                    <a:p>
                      <a:pPr indent="0" algn="just">
                        <a:spcAft>
                          <a:spcPts val="0"/>
                        </a:spcAft>
                      </a:pPr>
                      <a:r>
                        <a:rPr lang="en-US" sz="2200" kern="10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[R1]ipv6</a:t>
                      </a:r>
                      <a:endParaRPr lang="zh-CN" sz="2200" kern="100" dirty="0">
                        <a:effectLst/>
                        <a:latin typeface="Huawei Sans" panose="020C0503030203020204" pitchFamily="34" charset="0"/>
                        <a:ea typeface="宋体" panose="02010600030101010101" pitchFamily="2" charset="-122"/>
                        <a:cs typeface="Times New Roman" panose="02020603050405020304" pitchFamily="18" charset="0"/>
                      </a:endParaRPr>
                    </a:p>
                    <a:p>
                      <a:pPr indent="0" algn="just">
                        <a:spcAft>
                          <a:spcPts val="0"/>
                        </a:spcAft>
                      </a:pPr>
                      <a:r>
                        <a:rPr lang="en-US" sz="2200" kern="10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[R1]interface </a:t>
                      </a:r>
                      <a:r>
                        <a:rPr lang="en-US" sz="2200" kern="100" dirty="0" err="1">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GigabitEthernet</a:t>
                      </a:r>
                      <a:r>
                        <a:rPr lang="en-US" sz="2200" kern="10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 0/0/1</a:t>
                      </a:r>
                      <a:endParaRPr lang="zh-CN" sz="2200" kern="100" dirty="0">
                        <a:effectLst/>
                        <a:latin typeface="Huawei Sans" panose="020C0503030203020204" pitchFamily="34" charset="0"/>
                        <a:ea typeface="宋体" panose="02010600030101010101" pitchFamily="2" charset="-122"/>
                        <a:cs typeface="Times New Roman" panose="02020603050405020304" pitchFamily="18" charset="0"/>
                      </a:endParaRPr>
                    </a:p>
                    <a:p>
                      <a:pPr indent="0" algn="just">
                        <a:spcAft>
                          <a:spcPts val="0"/>
                        </a:spcAft>
                      </a:pPr>
                      <a:r>
                        <a:rPr lang="en-US" sz="2200" kern="10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[R1-GigabitEthernet0/0/1]ipv6 enable </a:t>
                      </a:r>
                      <a:endParaRPr lang="zh-CN" sz="2200" kern="100" dirty="0">
                        <a:effectLst/>
                        <a:latin typeface="Huawei Sans" panose="020C0503030203020204" pitchFamily="34" charset="0"/>
                        <a:ea typeface="宋体" panose="02010600030101010101" pitchFamily="2" charset="-122"/>
                        <a:cs typeface="Times New Roman" panose="02020603050405020304" pitchFamily="18" charset="0"/>
                      </a:endParaRPr>
                    </a:p>
                    <a:p>
                      <a:pPr indent="0" algn="just">
                        <a:spcAft>
                          <a:spcPts val="0"/>
                        </a:spcAft>
                      </a:pPr>
                      <a:r>
                        <a:rPr lang="en-US" sz="2200" kern="10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[R1-GigabitEthernet0/0/1]ipv6 address 2001::2/64</a:t>
                      </a:r>
                      <a:endParaRPr lang="zh-CN" sz="2200" kern="100" dirty="0">
                        <a:effectLst/>
                        <a:latin typeface="Huawei Sans" panose="020C050303020302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solidFill>
                      <a:srgbClr val="F2F2F2"/>
                    </a:solidFill>
                  </a:tcPr>
                </a:tc>
                <a:extLst>
                  <a:ext uri="{0D108BD9-81ED-4DB2-BD59-A6C34878D82A}">
                    <a16:rowId xmlns="" xmlns:a16="http://schemas.microsoft.com/office/drawing/2014/main" val="1458070711"/>
                  </a:ext>
                </a:extLst>
              </a:tr>
            </a:tbl>
          </a:graphicData>
        </a:graphic>
      </p:graphicFrame>
    </p:spTree>
    <p:extLst>
      <p:ext uri="{BB962C8B-B14F-4D97-AF65-F5344CB8AC3E}">
        <p14:creationId xmlns:p14="http://schemas.microsoft.com/office/powerpoint/2010/main" val="1307135795"/>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6CCBFAE4-B51D-45C8-AE91-2D909116E49B}"/>
              </a:ext>
            </a:extLst>
          </p:cNvPr>
          <p:cNvSpPr>
            <a:spLocks noGrp="1"/>
          </p:cNvSpPr>
          <p:nvPr>
            <p:ph type="title"/>
          </p:nvPr>
        </p:nvSpPr>
        <p:spPr/>
        <p:txBody>
          <a:bodyPr/>
          <a:lstStyle/>
          <a:p>
            <a:r>
              <a:rPr lang="zh-CN" altLang="zh-CN" sz="3499" b="1" kern="1200" baseline="0" dirty="0">
                <a:solidFill>
                  <a:schemeClr val="tx1"/>
                </a:solidFill>
                <a:effectLst/>
                <a:latin typeface="Huawei Sans" panose="020C0503030203020204" pitchFamily="34" charset="0"/>
                <a:ea typeface="方正兰亭黑简体" panose="02000000000000000000" pitchFamily="2" charset="-122"/>
                <a:cs typeface="+mj-cs"/>
              </a:rPr>
              <a:t>十、</a:t>
            </a:r>
            <a:r>
              <a:rPr lang="en-US" altLang="zh-CN" dirty="0"/>
              <a:t>IPv6</a:t>
            </a:r>
            <a:r>
              <a:rPr lang="zh-CN" altLang="en-US" dirty="0"/>
              <a:t>汇总路由的配置</a:t>
            </a:r>
          </a:p>
        </p:txBody>
      </p:sp>
      <p:sp>
        <p:nvSpPr>
          <p:cNvPr id="11" name="文本占位符 10">
            <a:extLst>
              <a:ext uri="{FF2B5EF4-FFF2-40B4-BE49-F238E27FC236}">
                <a16:creationId xmlns="" xmlns:a16="http://schemas.microsoft.com/office/drawing/2014/main" id="{65A6E72D-1032-42C0-91E0-DBC9E58554B1}"/>
              </a:ext>
            </a:extLst>
          </p:cNvPr>
          <p:cNvSpPr>
            <a:spLocks noGrp="1"/>
          </p:cNvSpPr>
          <p:nvPr>
            <p:ph type="body" sz="quarter" idx="10"/>
          </p:nvPr>
        </p:nvSpPr>
        <p:spPr>
          <a:xfrm>
            <a:off x="444603" y="1247556"/>
            <a:ext cx="11307600" cy="4680000"/>
          </a:xfrm>
        </p:spPr>
        <p:txBody>
          <a:bodyPr/>
          <a:lstStyle/>
          <a:p>
            <a:pPr lvl="0"/>
            <a:r>
              <a:rPr lang="zh-CN" altLang="en-US" dirty="0"/>
              <a:t>案例</a:t>
            </a:r>
            <a:r>
              <a:rPr lang="en-US" altLang="zh-CN" dirty="0"/>
              <a:t>7-4</a:t>
            </a:r>
            <a:r>
              <a:rPr lang="zh-CN" altLang="en-US" dirty="0"/>
              <a:t>配置步骤</a:t>
            </a:r>
            <a:r>
              <a:rPr lang="en-US" altLang="zh-CN" dirty="0"/>
              <a:t>4</a:t>
            </a:r>
          </a:p>
          <a:p>
            <a:pPr lvl="1"/>
            <a:r>
              <a:rPr lang="zh-CN" altLang="zh-CN" dirty="0"/>
              <a:t>（</a:t>
            </a:r>
            <a:r>
              <a:rPr lang="en-US" altLang="zh-CN" dirty="0"/>
              <a:t>4</a:t>
            </a:r>
            <a:r>
              <a:rPr lang="zh-CN" altLang="en-US" dirty="0"/>
              <a:t>）在交换机</a:t>
            </a:r>
            <a:r>
              <a:rPr lang="en-US" altLang="zh-CN" dirty="0"/>
              <a:t>S1</a:t>
            </a:r>
            <a:r>
              <a:rPr lang="zh-CN" altLang="en-US" dirty="0"/>
              <a:t>上配置默认路由，下一跳指向</a:t>
            </a:r>
            <a:r>
              <a:rPr lang="en-US" altLang="zh-CN" dirty="0"/>
              <a:t>2001::2</a:t>
            </a:r>
            <a:r>
              <a:rPr lang="zh-CN" altLang="en-US" dirty="0"/>
              <a:t>。</a:t>
            </a:r>
            <a:endParaRPr lang="en-US" altLang="zh-CN" dirty="0"/>
          </a:p>
          <a:p>
            <a:pPr lvl="1"/>
            <a:endParaRPr lang="en-US" altLang="zh-CN" dirty="0"/>
          </a:p>
          <a:p>
            <a:pPr lvl="1"/>
            <a:endParaRPr lang="zh-CN" altLang="en-US" dirty="0"/>
          </a:p>
          <a:p>
            <a:pPr lvl="1"/>
            <a:r>
              <a:rPr lang="zh-CN" altLang="en-US" dirty="0"/>
              <a:t>（</a:t>
            </a:r>
            <a:r>
              <a:rPr lang="en-US" altLang="zh-CN" dirty="0"/>
              <a:t>5</a:t>
            </a:r>
            <a:r>
              <a:rPr lang="zh-CN" altLang="en-US" dirty="0"/>
              <a:t>）在路由器</a:t>
            </a:r>
            <a:r>
              <a:rPr lang="en-US" altLang="zh-CN" dirty="0"/>
              <a:t>R1</a:t>
            </a:r>
            <a:r>
              <a:rPr lang="zh-CN" altLang="en-US" dirty="0"/>
              <a:t>上配置汇总后的静态路由，下一跳指向</a:t>
            </a:r>
            <a:r>
              <a:rPr lang="en-US" altLang="zh-CN" dirty="0"/>
              <a:t>2002::1</a:t>
            </a:r>
            <a:r>
              <a:rPr lang="zh-CN" altLang="en-US" dirty="0"/>
              <a:t>。</a:t>
            </a:r>
          </a:p>
          <a:p>
            <a:pPr lvl="1"/>
            <a:endParaRPr lang="zh-CN" altLang="en-US" dirty="0"/>
          </a:p>
        </p:txBody>
      </p:sp>
      <p:graphicFrame>
        <p:nvGraphicFramePr>
          <p:cNvPr id="3" name="表格 2">
            <a:extLst>
              <a:ext uri="{FF2B5EF4-FFF2-40B4-BE49-F238E27FC236}">
                <a16:creationId xmlns="" xmlns:a16="http://schemas.microsoft.com/office/drawing/2014/main" id="{9AAB9537-58D8-4ED0-996D-7B59A6B07EC8}"/>
              </a:ext>
            </a:extLst>
          </p:cNvPr>
          <p:cNvGraphicFramePr>
            <a:graphicFrameLocks noGrp="1"/>
          </p:cNvGraphicFramePr>
          <p:nvPr>
            <p:extLst>
              <p:ext uri="{D42A27DB-BD31-4B8C-83A1-F6EECF244321}">
                <p14:modId xmlns:p14="http://schemas.microsoft.com/office/powerpoint/2010/main" val="360459065"/>
              </p:ext>
            </p:extLst>
          </p:nvPr>
        </p:nvGraphicFramePr>
        <p:xfrm>
          <a:off x="3910489" y="2364740"/>
          <a:ext cx="4371023" cy="335280"/>
        </p:xfrm>
        <a:graphic>
          <a:graphicData uri="http://schemas.openxmlformats.org/drawingml/2006/table">
            <a:tbl>
              <a:tblPr firstRow="1" firstCol="1" bandRow="1"/>
              <a:tblGrid>
                <a:gridCol w="4371023">
                  <a:extLst>
                    <a:ext uri="{9D8B030D-6E8A-4147-A177-3AD203B41FA5}">
                      <a16:colId xmlns="" xmlns:a16="http://schemas.microsoft.com/office/drawing/2014/main" val="761851256"/>
                    </a:ext>
                  </a:extLst>
                </a:gridCol>
              </a:tblGrid>
              <a:tr h="0">
                <a:tc>
                  <a:txBody>
                    <a:bodyPr/>
                    <a:lstStyle/>
                    <a:p>
                      <a:pPr algn="just">
                        <a:spcAft>
                          <a:spcPts val="0"/>
                        </a:spcAft>
                      </a:pPr>
                      <a:r>
                        <a:rPr lang="en-US" sz="2200" kern="100" dirty="0">
                          <a:effectLst/>
                          <a:latin typeface="Huawei Sans" panose="020C0503030203020204" pitchFamily="34" charset="0"/>
                          <a:ea typeface="宋体" panose="02010600030101010101" pitchFamily="2" charset="-122"/>
                          <a:cs typeface="Times New Roman" panose="02020603050405020304" pitchFamily="18" charset="0"/>
                        </a:rPr>
                        <a:t>[</a:t>
                      </a:r>
                      <a:r>
                        <a:rPr lang="en-US" sz="2200" kern="10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S1] ipv6 route-static :: 0 2001::2</a:t>
                      </a:r>
                      <a:endParaRPr lang="zh-CN" sz="2200" kern="100" dirty="0">
                        <a:effectLst/>
                        <a:latin typeface="Huawei Sans" panose="020C050303020302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solidFill>
                      <a:srgbClr val="F2F2F2"/>
                    </a:solidFill>
                  </a:tcPr>
                </a:tc>
                <a:extLst>
                  <a:ext uri="{0D108BD9-81ED-4DB2-BD59-A6C34878D82A}">
                    <a16:rowId xmlns="" xmlns:a16="http://schemas.microsoft.com/office/drawing/2014/main" val="1886150310"/>
                  </a:ext>
                </a:extLst>
              </a:tr>
            </a:tbl>
          </a:graphicData>
        </a:graphic>
      </p:graphicFrame>
      <p:graphicFrame>
        <p:nvGraphicFramePr>
          <p:cNvPr id="7" name="表格 6">
            <a:extLst>
              <a:ext uri="{FF2B5EF4-FFF2-40B4-BE49-F238E27FC236}">
                <a16:creationId xmlns="" xmlns:a16="http://schemas.microsoft.com/office/drawing/2014/main" id="{18FC500E-63D4-4E25-A37C-E8445BB9CF82}"/>
              </a:ext>
            </a:extLst>
          </p:cNvPr>
          <p:cNvGraphicFramePr>
            <a:graphicFrameLocks noGrp="1"/>
          </p:cNvGraphicFramePr>
          <p:nvPr>
            <p:extLst>
              <p:ext uri="{D42A27DB-BD31-4B8C-83A1-F6EECF244321}">
                <p14:modId xmlns:p14="http://schemas.microsoft.com/office/powerpoint/2010/main" val="2524601042"/>
              </p:ext>
            </p:extLst>
          </p:nvPr>
        </p:nvGraphicFramePr>
        <p:xfrm>
          <a:off x="3462020" y="4333241"/>
          <a:ext cx="5267960" cy="335280"/>
        </p:xfrm>
        <a:graphic>
          <a:graphicData uri="http://schemas.openxmlformats.org/drawingml/2006/table">
            <a:tbl>
              <a:tblPr firstRow="1" firstCol="1" bandRow="1"/>
              <a:tblGrid>
                <a:gridCol w="5267960">
                  <a:extLst>
                    <a:ext uri="{9D8B030D-6E8A-4147-A177-3AD203B41FA5}">
                      <a16:colId xmlns="" xmlns:a16="http://schemas.microsoft.com/office/drawing/2014/main" val="2825530534"/>
                    </a:ext>
                  </a:extLst>
                </a:gridCol>
              </a:tblGrid>
              <a:tr h="0">
                <a:tc>
                  <a:txBody>
                    <a:bodyPr/>
                    <a:lstStyle/>
                    <a:p>
                      <a:pPr algn="just">
                        <a:spcAft>
                          <a:spcPts val="0"/>
                        </a:spcAft>
                      </a:pPr>
                      <a:r>
                        <a:rPr lang="en-US" sz="2200" kern="100" dirty="0">
                          <a:effectLst/>
                          <a:latin typeface="Huawei Sans" panose="020C0503030203020204" pitchFamily="34" charset="0"/>
                          <a:ea typeface="宋体" panose="02010600030101010101" pitchFamily="2" charset="-122"/>
                          <a:cs typeface="Times New Roman" panose="02020603050405020304" pitchFamily="18" charset="0"/>
                        </a:rPr>
                        <a:t>[</a:t>
                      </a:r>
                      <a:r>
                        <a:rPr lang="en-US" sz="2200" kern="100" dirty="0">
                          <a:solidFill>
                            <a:srgbClr val="000000"/>
                          </a:solidFill>
                          <a:effectLst/>
                          <a:latin typeface="Huawei Sans" panose="020C0503030203020204" pitchFamily="34" charset="0"/>
                          <a:ea typeface="宋体" panose="02010600030101010101" pitchFamily="2" charset="-122"/>
                          <a:cs typeface="Times New Roman" panose="02020603050405020304" pitchFamily="18" charset="0"/>
                        </a:rPr>
                        <a:t>R1] ipv6 route-static 2001:: 32 2001::1</a:t>
                      </a:r>
                      <a:endParaRPr lang="zh-CN" sz="2200" kern="100" dirty="0">
                        <a:effectLst/>
                        <a:latin typeface="Huawei Sans" panose="020C050303020302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solidFill>
                      <a:srgbClr val="F2F2F2"/>
                    </a:solidFill>
                  </a:tcPr>
                </a:tc>
                <a:extLst>
                  <a:ext uri="{0D108BD9-81ED-4DB2-BD59-A6C34878D82A}">
                    <a16:rowId xmlns="" xmlns:a16="http://schemas.microsoft.com/office/drawing/2014/main" val="678582926"/>
                  </a:ext>
                </a:extLst>
              </a:tr>
            </a:tbl>
          </a:graphicData>
        </a:graphic>
      </p:graphicFrame>
    </p:spTree>
    <p:extLst>
      <p:ext uri="{BB962C8B-B14F-4D97-AF65-F5344CB8AC3E}">
        <p14:creationId xmlns:p14="http://schemas.microsoft.com/office/powerpoint/2010/main" val="802855362"/>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012C0D05-9552-4B87-AF31-A4678B3B8AA4}"/>
              </a:ext>
            </a:extLst>
          </p:cNvPr>
          <p:cNvSpPr>
            <a:spLocks noGrp="1"/>
          </p:cNvSpPr>
          <p:nvPr>
            <p:ph type="title"/>
          </p:nvPr>
        </p:nvSpPr>
        <p:spPr/>
        <p:txBody>
          <a:bodyPr/>
          <a:lstStyle/>
          <a:p>
            <a:r>
              <a:rPr lang="zh-CN" altLang="zh-CN" sz="3499" b="1" kern="1200" baseline="0" dirty="0">
                <a:solidFill>
                  <a:schemeClr val="tx1"/>
                </a:solidFill>
                <a:effectLst/>
                <a:latin typeface="Huawei Sans" panose="020C0503030203020204" pitchFamily="34" charset="0"/>
                <a:ea typeface="方正兰亭黑简体" panose="02000000000000000000" pitchFamily="2" charset="-122"/>
                <a:cs typeface="+mj-cs"/>
              </a:rPr>
              <a:t>十、</a:t>
            </a:r>
            <a:r>
              <a:rPr lang="en-US" altLang="zh-CN" dirty="0"/>
              <a:t>IPv6</a:t>
            </a:r>
            <a:r>
              <a:rPr lang="zh-CN" altLang="en-US" dirty="0"/>
              <a:t>汇总路由的配置</a:t>
            </a:r>
          </a:p>
        </p:txBody>
      </p:sp>
      <p:sp>
        <p:nvSpPr>
          <p:cNvPr id="3" name="文本占位符 2">
            <a:extLst>
              <a:ext uri="{FF2B5EF4-FFF2-40B4-BE49-F238E27FC236}">
                <a16:creationId xmlns="" xmlns:a16="http://schemas.microsoft.com/office/drawing/2014/main" id="{65CC054C-8D52-4E57-B269-B35B3D409FEC}"/>
              </a:ext>
            </a:extLst>
          </p:cNvPr>
          <p:cNvSpPr>
            <a:spLocks noGrp="1"/>
          </p:cNvSpPr>
          <p:nvPr>
            <p:ph type="body" sz="quarter" idx="10"/>
          </p:nvPr>
        </p:nvSpPr>
        <p:spPr>
          <a:xfrm>
            <a:off x="444603" y="1247556"/>
            <a:ext cx="11307600" cy="4680000"/>
          </a:xfrm>
        </p:spPr>
        <p:txBody>
          <a:bodyPr/>
          <a:lstStyle/>
          <a:p>
            <a:r>
              <a:rPr lang="zh-CN" altLang="en-US" dirty="0"/>
              <a:t>案例</a:t>
            </a:r>
            <a:r>
              <a:rPr lang="en-US" altLang="zh-CN" dirty="0"/>
              <a:t>7-4</a:t>
            </a:r>
            <a:r>
              <a:rPr lang="zh-CN" altLang="en-US" dirty="0"/>
              <a:t>案例验证</a:t>
            </a:r>
            <a:r>
              <a:rPr lang="en-US" altLang="zh-CN" dirty="0"/>
              <a:t>1</a:t>
            </a:r>
          </a:p>
          <a:p>
            <a:pPr lvl="1"/>
            <a:r>
              <a:rPr lang="zh-CN" altLang="zh-CN" dirty="0"/>
              <a:t>配置完成后，可以在</a:t>
            </a:r>
            <a:r>
              <a:rPr lang="en-US" altLang="zh-CN" dirty="0"/>
              <a:t>R1</a:t>
            </a:r>
            <a:r>
              <a:rPr lang="zh-CN" altLang="zh-CN" dirty="0"/>
              <a:t>上使用【</a:t>
            </a:r>
            <a:r>
              <a:rPr lang="en-US" altLang="zh-CN" dirty="0"/>
              <a:t>display ipv6 routing-table</a:t>
            </a:r>
            <a:r>
              <a:rPr lang="zh-CN" altLang="zh-CN" dirty="0"/>
              <a:t>】命令查看</a:t>
            </a:r>
            <a:r>
              <a:rPr lang="en-US" altLang="zh-CN" dirty="0"/>
              <a:t>IPv6</a:t>
            </a:r>
            <a:r>
              <a:rPr lang="zh-CN" altLang="zh-CN" dirty="0"/>
              <a:t>路由表信息。</a:t>
            </a:r>
            <a:endParaRPr lang="zh-CN" altLang="en-US" dirty="0"/>
          </a:p>
        </p:txBody>
      </p:sp>
      <p:graphicFrame>
        <p:nvGraphicFramePr>
          <p:cNvPr id="6" name="表格 5">
            <a:extLst>
              <a:ext uri="{FF2B5EF4-FFF2-40B4-BE49-F238E27FC236}">
                <a16:creationId xmlns="" xmlns:a16="http://schemas.microsoft.com/office/drawing/2014/main" id="{73080754-C955-48D8-B9DD-33B06C0D744E}"/>
              </a:ext>
            </a:extLst>
          </p:cNvPr>
          <p:cNvGraphicFramePr>
            <a:graphicFrameLocks noGrp="1"/>
          </p:cNvGraphicFramePr>
          <p:nvPr>
            <p:extLst>
              <p:ext uri="{D42A27DB-BD31-4B8C-83A1-F6EECF244321}">
                <p14:modId xmlns:p14="http://schemas.microsoft.com/office/powerpoint/2010/main" val="734257205"/>
              </p:ext>
            </p:extLst>
          </p:nvPr>
        </p:nvGraphicFramePr>
        <p:xfrm>
          <a:off x="2153942" y="2374900"/>
          <a:ext cx="7884116" cy="4480560"/>
        </p:xfrm>
        <a:graphic>
          <a:graphicData uri="http://schemas.openxmlformats.org/drawingml/2006/table">
            <a:tbl>
              <a:tblPr firstRow="1" firstCol="1" bandRow="1"/>
              <a:tblGrid>
                <a:gridCol w="7884116">
                  <a:extLst>
                    <a:ext uri="{9D8B030D-6E8A-4147-A177-3AD203B41FA5}">
                      <a16:colId xmlns="" xmlns:a16="http://schemas.microsoft.com/office/drawing/2014/main" val="2027960153"/>
                    </a:ext>
                  </a:extLst>
                </a:gridCol>
              </a:tblGrid>
              <a:tr h="3885565">
                <a:tc>
                  <a:txBody>
                    <a:bodyPr/>
                    <a:lstStyle/>
                    <a:p>
                      <a:pPr indent="0" algn="just">
                        <a:spcAft>
                          <a:spcPts val="0"/>
                        </a:spcAft>
                      </a:pPr>
                      <a:r>
                        <a:rPr lang="en-US" altLang="zh-CN" sz="1400" kern="100" dirty="0">
                          <a:effectLst/>
                          <a:latin typeface="Huawei Sans" panose="020C0503030203020204" pitchFamily="34" charset="0"/>
                          <a:ea typeface="宋体" panose="02010600030101010101" pitchFamily="2" charset="-122"/>
                          <a:cs typeface="Times New Roman" panose="02020603050405020304" pitchFamily="18" charset="0"/>
                        </a:rPr>
                        <a:t>[R1]display ipv6 routing-table </a:t>
                      </a:r>
                    </a:p>
                    <a:p>
                      <a:pPr indent="0" algn="just">
                        <a:spcAft>
                          <a:spcPts val="0"/>
                        </a:spcAft>
                      </a:pPr>
                      <a:r>
                        <a:rPr lang="en-US" altLang="zh-CN" sz="1400" kern="100" dirty="0">
                          <a:effectLst/>
                          <a:latin typeface="Huawei Sans" panose="020C0503030203020204" pitchFamily="34" charset="0"/>
                          <a:ea typeface="宋体" panose="02010600030101010101" pitchFamily="2" charset="-122"/>
                          <a:cs typeface="Times New Roman" panose="02020603050405020304" pitchFamily="18" charset="0"/>
                        </a:rPr>
                        <a:t>Routing Table : Public</a:t>
                      </a:r>
                    </a:p>
                    <a:p>
                      <a:pPr indent="0" algn="just">
                        <a:spcAft>
                          <a:spcPts val="0"/>
                        </a:spcAft>
                      </a:pPr>
                      <a:r>
                        <a:rPr lang="en-US" altLang="zh-CN" sz="1400" kern="100" dirty="0">
                          <a:effectLst/>
                          <a:latin typeface="Huawei Sans" panose="020C0503030203020204" pitchFamily="34" charset="0"/>
                          <a:ea typeface="宋体" panose="02010600030101010101" pitchFamily="2" charset="-122"/>
                          <a:cs typeface="Times New Roman" panose="02020603050405020304" pitchFamily="18" charset="0"/>
                        </a:rPr>
                        <a:t>	Destinations : 5	Routes : 5</a:t>
                      </a:r>
                    </a:p>
                    <a:p>
                      <a:pPr indent="0" algn="just">
                        <a:spcAft>
                          <a:spcPts val="0"/>
                        </a:spcAft>
                      </a:pPr>
                      <a:r>
                        <a:rPr lang="en-US" altLang="zh-CN" sz="1400" kern="100" dirty="0">
                          <a:effectLst/>
                          <a:latin typeface="Huawei Sans" panose="020C0503030203020204" pitchFamily="34" charset="0"/>
                          <a:ea typeface="宋体" panose="02010600030101010101" pitchFamily="2" charset="-122"/>
                          <a:cs typeface="Times New Roman" panose="02020603050405020304" pitchFamily="18" charset="0"/>
                        </a:rPr>
                        <a:t> </a:t>
                      </a:r>
                    </a:p>
                    <a:p>
                      <a:pPr indent="0" algn="just">
                        <a:spcAft>
                          <a:spcPts val="0"/>
                        </a:spcAft>
                      </a:pPr>
                      <a:r>
                        <a:rPr lang="en-US" altLang="zh-CN" sz="1400" kern="100" dirty="0">
                          <a:effectLst/>
                          <a:latin typeface="Huawei Sans" panose="020C0503030203020204" pitchFamily="34" charset="0"/>
                          <a:ea typeface="宋体" panose="02010600030101010101" pitchFamily="2" charset="-122"/>
                          <a:cs typeface="Times New Roman" panose="02020603050405020304" pitchFamily="18" charset="0"/>
                        </a:rPr>
                        <a:t> Destination	: 2001::				</a:t>
                      </a:r>
                      <a:r>
                        <a:rPr lang="en-US" altLang="zh-CN" sz="1400" kern="100" dirty="0" err="1">
                          <a:effectLst/>
                          <a:latin typeface="Huawei Sans" panose="020C0503030203020204" pitchFamily="34" charset="0"/>
                          <a:ea typeface="宋体" panose="02010600030101010101" pitchFamily="2" charset="-122"/>
                          <a:cs typeface="Times New Roman" panose="02020603050405020304" pitchFamily="18" charset="0"/>
                        </a:rPr>
                        <a:t>PrefixLength</a:t>
                      </a:r>
                      <a:r>
                        <a:rPr lang="en-US" altLang="zh-CN" sz="1400" kern="100" dirty="0">
                          <a:effectLst/>
                          <a:latin typeface="Huawei Sans" panose="020C0503030203020204" pitchFamily="34" charset="0"/>
                          <a:ea typeface="宋体" panose="02010600030101010101" pitchFamily="2" charset="-122"/>
                          <a:cs typeface="Times New Roman" panose="02020603050405020304" pitchFamily="18" charset="0"/>
                        </a:rPr>
                        <a:t>	: 32</a:t>
                      </a:r>
                    </a:p>
                    <a:p>
                      <a:pPr indent="0" algn="just">
                        <a:spcAft>
                          <a:spcPts val="0"/>
                        </a:spcAft>
                      </a:pPr>
                      <a:r>
                        <a:rPr lang="en-US" altLang="zh-CN" sz="1400" kern="100" dirty="0">
                          <a:effectLst/>
                          <a:latin typeface="Huawei Sans" panose="020C0503030203020204" pitchFamily="34" charset="0"/>
                          <a:ea typeface="宋体" panose="02010600030101010101" pitchFamily="2" charset="-122"/>
                          <a:cs typeface="Times New Roman" panose="02020603050405020304" pitchFamily="18" charset="0"/>
                        </a:rPr>
                        <a:t> </a:t>
                      </a:r>
                      <a:r>
                        <a:rPr lang="en-US" altLang="zh-CN" sz="1400" kern="100" dirty="0" err="1">
                          <a:effectLst/>
                          <a:latin typeface="Huawei Sans" panose="020C0503030203020204" pitchFamily="34" charset="0"/>
                          <a:ea typeface="宋体" panose="02010600030101010101" pitchFamily="2" charset="-122"/>
                          <a:cs typeface="Times New Roman" panose="02020603050405020304" pitchFamily="18" charset="0"/>
                        </a:rPr>
                        <a:t>NextHop</a:t>
                      </a:r>
                      <a:r>
                        <a:rPr lang="en-US" altLang="zh-CN" sz="1400" kern="100" dirty="0">
                          <a:effectLst/>
                          <a:latin typeface="Huawei Sans" panose="020C0503030203020204" pitchFamily="34" charset="0"/>
                          <a:ea typeface="宋体" panose="02010600030101010101" pitchFamily="2" charset="-122"/>
                          <a:cs typeface="Times New Roman" panose="02020603050405020304" pitchFamily="18" charset="0"/>
                        </a:rPr>
                        <a:t>	: 2001::1				Preference	: 60</a:t>
                      </a:r>
                    </a:p>
                    <a:p>
                      <a:pPr indent="0" algn="just">
                        <a:spcAft>
                          <a:spcPts val="0"/>
                        </a:spcAft>
                      </a:pPr>
                      <a:r>
                        <a:rPr lang="en-US" altLang="zh-CN" sz="1400" kern="100" dirty="0">
                          <a:effectLst/>
                          <a:latin typeface="Huawei Sans" panose="020C0503030203020204" pitchFamily="34" charset="0"/>
                          <a:ea typeface="宋体" panose="02010600030101010101" pitchFamily="2" charset="-122"/>
                          <a:cs typeface="Times New Roman" panose="02020603050405020304" pitchFamily="18" charset="0"/>
                        </a:rPr>
                        <a:t> Cost		: 0				Protocol	: Static</a:t>
                      </a:r>
                    </a:p>
                    <a:p>
                      <a:pPr indent="0" algn="just">
                        <a:spcAft>
                          <a:spcPts val="0"/>
                        </a:spcAft>
                      </a:pPr>
                      <a:r>
                        <a:rPr lang="en-US" altLang="zh-CN" sz="1400" kern="100" dirty="0">
                          <a:effectLst/>
                          <a:latin typeface="Huawei Sans" panose="020C0503030203020204" pitchFamily="34" charset="0"/>
                          <a:ea typeface="宋体" panose="02010600030101010101" pitchFamily="2" charset="-122"/>
                          <a:cs typeface="Times New Roman" panose="02020603050405020304" pitchFamily="18" charset="0"/>
                        </a:rPr>
                        <a:t> </a:t>
                      </a:r>
                      <a:r>
                        <a:rPr lang="en-US" altLang="zh-CN" sz="1400" kern="100" dirty="0" err="1">
                          <a:effectLst/>
                          <a:latin typeface="Huawei Sans" panose="020C0503030203020204" pitchFamily="34" charset="0"/>
                          <a:ea typeface="宋体" panose="02010600030101010101" pitchFamily="2" charset="-122"/>
                          <a:cs typeface="Times New Roman" panose="02020603050405020304" pitchFamily="18" charset="0"/>
                        </a:rPr>
                        <a:t>RelayNextHop</a:t>
                      </a:r>
                      <a:r>
                        <a:rPr lang="en-US" altLang="zh-CN" sz="1400" kern="100" dirty="0">
                          <a:effectLst/>
                          <a:latin typeface="Huawei Sans" panose="020C0503030203020204" pitchFamily="34" charset="0"/>
                          <a:ea typeface="宋体" panose="02010600030101010101" pitchFamily="2" charset="-122"/>
                          <a:cs typeface="Times New Roman" panose="02020603050405020304" pitchFamily="18" charset="0"/>
                        </a:rPr>
                        <a:t>	: ::				</a:t>
                      </a:r>
                      <a:r>
                        <a:rPr lang="en-US" altLang="zh-CN" sz="1400" kern="100" dirty="0" err="1">
                          <a:effectLst/>
                          <a:latin typeface="Huawei Sans" panose="020C0503030203020204" pitchFamily="34" charset="0"/>
                          <a:ea typeface="宋体" panose="02010600030101010101" pitchFamily="2" charset="-122"/>
                          <a:cs typeface="Times New Roman" panose="02020603050405020304" pitchFamily="18" charset="0"/>
                        </a:rPr>
                        <a:t>TunnelID</a:t>
                      </a:r>
                      <a:r>
                        <a:rPr lang="en-US" altLang="zh-CN" sz="1400" kern="100" dirty="0">
                          <a:effectLst/>
                          <a:latin typeface="Huawei Sans" panose="020C0503030203020204" pitchFamily="34" charset="0"/>
                          <a:ea typeface="宋体" panose="02010600030101010101" pitchFamily="2" charset="-122"/>
                          <a:cs typeface="Times New Roman" panose="02020603050405020304" pitchFamily="18" charset="0"/>
                        </a:rPr>
                        <a:t>	: 0x0</a:t>
                      </a:r>
                    </a:p>
                    <a:p>
                      <a:pPr indent="0" algn="just">
                        <a:spcAft>
                          <a:spcPts val="0"/>
                        </a:spcAft>
                      </a:pPr>
                      <a:r>
                        <a:rPr lang="en-US" altLang="zh-CN" sz="1400" kern="100" dirty="0">
                          <a:effectLst/>
                          <a:latin typeface="Huawei Sans" panose="020C0503030203020204" pitchFamily="34" charset="0"/>
                          <a:ea typeface="宋体" panose="02010600030101010101" pitchFamily="2" charset="-122"/>
                          <a:cs typeface="Times New Roman" panose="02020603050405020304" pitchFamily="18" charset="0"/>
                        </a:rPr>
                        <a:t> Interface	: GigabitEthernet0/0/1	Flags		: RD</a:t>
                      </a:r>
                    </a:p>
                    <a:p>
                      <a:pPr indent="0" algn="just">
                        <a:spcAft>
                          <a:spcPts val="0"/>
                        </a:spcAft>
                      </a:pPr>
                      <a:r>
                        <a:rPr lang="en-US" altLang="zh-CN" sz="1400" kern="100" dirty="0">
                          <a:effectLst/>
                          <a:latin typeface="Huawei Sans" panose="020C0503030203020204" pitchFamily="34" charset="0"/>
                          <a:ea typeface="宋体" panose="02010600030101010101" pitchFamily="2" charset="-122"/>
                          <a:cs typeface="Times New Roman" panose="02020603050405020304" pitchFamily="18" charset="0"/>
                        </a:rPr>
                        <a:t> </a:t>
                      </a:r>
                    </a:p>
                    <a:p>
                      <a:pPr indent="0" algn="just">
                        <a:spcAft>
                          <a:spcPts val="0"/>
                        </a:spcAft>
                      </a:pPr>
                      <a:r>
                        <a:rPr lang="en-US" altLang="zh-CN" sz="1400" kern="100" dirty="0">
                          <a:effectLst/>
                          <a:latin typeface="Huawei Sans" panose="020C0503030203020204" pitchFamily="34" charset="0"/>
                          <a:ea typeface="宋体" panose="02010600030101010101" pitchFamily="2" charset="-122"/>
                          <a:cs typeface="Times New Roman" panose="02020603050405020304" pitchFamily="18" charset="0"/>
                        </a:rPr>
                        <a:t> Destination	: 2001::				</a:t>
                      </a:r>
                      <a:r>
                        <a:rPr lang="en-US" altLang="zh-CN" sz="1400" kern="100" dirty="0" err="1">
                          <a:effectLst/>
                          <a:latin typeface="Huawei Sans" panose="020C0503030203020204" pitchFamily="34" charset="0"/>
                          <a:ea typeface="宋体" panose="02010600030101010101" pitchFamily="2" charset="-122"/>
                          <a:cs typeface="Times New Roman" panose="02020603050405020304" pitchFamily="18" charset="0"/>
                        </a:rPr>
                        <a:t>PrefixLength</a:t>
                      </a:r>
                      <a:r>
                        <a:rPr lang="en-US" altLang="zh-CN" sz="1400" kern="100" dirty="0">
                          <a:effectLst/>
                          <a:latin typeface="Huawei Sans" panose="020C0503030203020204" pitchFamily="34" charset="0"/>
                          <a:ea typeface="宋体" panose="02010600030101010101" pitchFamily="2" charset="-122"/>
                          <a:cs typeface="Times New Roman" panose="02020603050405020304" pitchFamily="18" charset="0"/>
                        </a:rPr>
                        <a:t>	: 64</a:t>
                      </a:r>
                    </a:p>
                    <a:p>
                      <a:pPr indent="0" algn="just">
                        <a:spcAft>
                          <a:spcPts val="0"/>
                        </a:spcAft>
                      </a:pPr>
                      <a:r>
                        <a:rPr lang="en-US" altLang="zh-CN" sz="1400" kern="100" dirty="0">
                          <a:effectLst/>
                          <a:latin typeface="Huawei Sans" panose="020C0503030203020204" pitchFamily="34" charset="0"/>
                          <a:ea typeface="宋体" panose="02010600030101010101" pitchFamily="2" charset="-122"/>
                          <a:cs typeface="Times New Roman" panose="02020603050405020304" pitchFamily="18" charset="0"/>
                        </a:rPr>
                        <a:t> </a:t>
                      </a:r>
                      <a:r>
                        <a:rPr lang="en-US" altLang="zh-CN" sz="1400" kern="100" dirty="0" err="1">
                          <a:effectLst/>
                          <a:latin typeface="Huawei Sans" panose="020C0503030203020204" pitchFamily="34" charset="0"/>
                          <a:ea typeface="宋体" panose="02010600030101010101" pitchFamily="2" charset="-122"/>
                          <a:cs typeface="Times New Roman" panose="02020603050405020304" pitchFamily="18" charset="0"/>
                        </a:rPr>
                        <a:t>NextHop</a:t>
                      </a:r>
                      <a:r>
                        <a:rPr lang="en-US" altLang="zh-CN" sz="1400" kern="100" dirty="0">
                          <a:effectLst/>
                          <a:latin typeface="Huawei Sans" panose="020C0503030203020204" pitchFamily="34" charset="0"/>
                          <a:ea typeface="宋体" panose="02010600030101010101" pitchFamily="2" charset="-122"/>
                          <a:cs typeface="Times New Roman" panose="02020603050405020304" pitchFamily="18" charset="0"/>
                        </a:rPr>
                        <a:t>	: 2001::2				Preference	: 0</a:t>
                      </a:r>
                    </a:p>
                    <a:p>
                      <a:pPr indent="0" algn="just">
                        <a:spcAft>
                          <a:spcPts val="0"/>
                        </a:spcAft>
                      </a:pPr>
                      <a:r>
                        <a:rPr lang="en-US" altLang="zh-CN" sz="1400" kern="100" dirty="0">
                          <a:effectLst/>
                          <a:latin typeface="Huawei Sans" panose="020C0503030203020204" pitchFamily="34" charset="0"/>
                          <a:ea typeface="宋体" panose="02010600030101010101" pitchFamily="2" charset="-122"/>
                          <a:cs typeface="Times New Roman" panose="02020603050405020304" pitchFamily="18" charset="0"/>
                        </a:rPr>
                        <a:t> Cost		: 0				Protocol	: Direct</a:t>
                      </a:r>
                    </a:p>
                    <a:p>
                      <a:pPr indent="0" algn="just">
                        <a:spcAft>
                          <a:spcPts val="0"/>
                        </a:spcAft>
                      </a:pPr>
                      <a:r>
                        <a:rPr lang="en-US" altLang="zh-CN" sz="1400" kern="100" dirty="0">
                          <a:effectLst/>
                          <a:latin typeface="Huawei Sans" panose="020C0503030203020204" pitchFamily="34" charset="0"/>
                          <a:ea typeface="宋体" panose="02010600030101010101" pitchFamily="2" charset="-122"/>
                          <a:cs typeface="Times New Roman" panose="02020603050405020304" pitchFamily="18" charset="0"/>
                        </a:rPr>
                        <a:t> </a:t>
                      </a:r>
                      <a:r>
                        <a:rPr lang="en-US" altLang="zh-CN" sz="1400" kern="100" dirty="0" err="1">
                          <a:effectLst/>
                          <a:latin typeface="Huawei Sans" panose="020C0503030203020204" pitchFamily="34" charset="0"/>
                          <a:ea typeface="宋体" panose="02010600030101010101" pitchFamily="2" charset="-122"/>
                          <a:cs typeface="Times New Roman" panose="02020603050405020304" pitchFamily="18" charset="0"/>
                        </a:rPr>
                        <a:t>RelayNextHop</a:t>
                      </a:r>
                      <a:r>
                        <a:rPr lang="en-US" altLang="zh-CN" sz="1400" kern="100" dirty="0">
                          <a:effectLst/>
                          <a:latin typeface="Huawei Sans" panose="020C0503030203020204" pitchFamily="34" charset="0"/>
                          <a:ea typeface="宋体" panose="02010600030101010101" pitchFamily="2" charset="-122"/>
                          <a:cs typeface="Times New Roman" panose="02020603050405020304" pitchFamily="18" charset="0"/>
                        </a:rPr>
                        <a:t>	: ::				</a:t>
                      </a:r>
                      <a:r>
                        <a:rPr lang="en-US" altLang="zh-CN" sz="1400" kern="100" dirty="0" err="1">
                          <a:effectLst/>
                          <a:latin typeface="Huawei Sans" panose="020C0503030203020204" pitchFamily="34" charset="0"/>
                          <a:ea typeface="宋体" panose="02010600030101010101" pitchFamily="2" charset="-122"/>
                          <a:cs typeface="Times New Roman" panose="02020603050405020304" pitchFamily="18" charset="0"/>
                        </a:rPr>
                        <a:t>TunnelID</a:t>
                      </a:r>
                      <a:r>
                        <a:rPr lang="en-US" altLang="zh-CN" sz="1400" kern="100" dirty="0">
                          <a:effectLst/>
                          <a:latin typeface="Huawei Sans" panose="020C0503030203020204" pitchFamily="34" charset="0"/>
                          <a:ea typeface="宋体" panose="02010600030101010101" pitchFamily="2" charset="-122"/>
                          <a:cs typeface="Times New Roman" panose="02020603050405020304" pitchFamily="18" charset="0"/>
                        </a:rPr>
                        <a:t>	: 0x0</a:t>
                      </a:r>
                    </a:p>
                    <a:p>
                      <a:pPr indent="0" algn="just">
                        <a:spcAft>
                          <a:spcPts val="0"/>
                        </a:spcAft>
                      </a:pPr>
                      <a:r>
                        <a:rPr lang="en-US" altLang="zh-CN" sz="1400" kern="100" dirty="0">
                          <a:effectLst/>
                          <a:latin typeface="Huawei Sans" panose="020C0503030203020204" pitchFamily="34" charset="0"/>
                          <a:ea typeface="宋体" panose="02010600030101010101" pitchFamily="2" charset="-122"/>
                          <a:cs typeface="Times New Roman" panose="02020603050405020304" pitchFamily="18" charset="0"/>
                        </a:rPr>
                        <a:t> Interface	: GigabitEthernet0/0/1	Flags		: D</a:t>
                      </a:r>
                    </a:p>
                    <a:p>
                      <a:pPr indent="0" algn="just">
                        <a:spcAft>
                          <a:spcPts val="0"/>
                        </a:spcAft>
                      </a:pPr>
                      <a:r>
                        <a:rPr lang="en-US" altLang="zh-CN" sz="1400" kern="100" dirty="0">
                          <a:effectLst/>
                          <a:latin typeface="Huawei Sans" panose="020C0503030203020204" pitchFamily="34" charset="0"/>
                          <a:ea typeface="宋体" panose="02010600030101010101" pitchFamily="2" charset="-122"/>
                          <a:cs typeface="Times New Roman" panose="02020603050405020304" pitchFamily="18" charset="0"/>
                        </a:rPr>
                        <a:t> </a:t>
                      </a:r>
                    </a:p>
                    <a:p>
                      <a:pPr indent="0" algn="just">
                        <a:spcAft>
                          <a:spcPts val="0"/>
                        </a:spcAft>
                      </a:pPr>
                      <a:r>
                        <a:rPr lang="en-US" altLang="zh-CN" sz="1400" kern="100" dirty="0">
                          <a:effectLst/>
                          <a:latin typeface="Huawei Sans" panose="020C0503030203020204" pitchFamily="34" charset="0"/>
                          <a:ea typeface="宋体" panose="02010600030101010101" pitchFamily="2" charset="-122"/>
                          <a:cs typeface="Times New Roman" panose="02020603050405020304" pitchFamily="18" charset="0"/>
                        </a:rPr>
                        <a:t> Destination	: 2001::2				</a:t>
                      </a:r>
                      <a:r>
                        <a:rPr lang="en-US" altLang="zh-CN" sz="1400" kern="100" dirty="0" err="1">
                          <a:effectLst/>
                          <a:latin typeface="Huawei Sans" panose="020C0503030203020204" pitchFamily="34" charset="0"/>
                          <a:ea typeface="宋体" panose="02010600030101010101" pitchFamily="2" charset="-122"/>
                          <a:cs typeface="Times New Roman" panose="02020603050405020304" pitchFamily="18" charset="0"/>
                        </a:rPr>
                        <a:t>PrefixLength</a:t>
                      </a:r>
                      <a:r>
                        <a:rPr lang="en-US" altLang="zh-CN" sz="1400" kern="100" dirty="0">
                          <a:effectLst/>
                          <a:latin typeface="Huawei Sans" panose="020C0503030203020204" pitchFamily="34" charset="0"/>
                          <a:ea typeface="宋体" panose="02010600030101010101" pitchFamily="2" charset="-122"/>
                          <a:cs typeface="Times New Roman" panose="02020603050405020304" pitchFamily="18" charset="0"/>
                        </a:rPr>
                        <a:t>	: 128</a:t>
                      </a:r>
                    </a:p>
                    <a:p>
                      <a:pPr indent="0" algn="just">
                        <a:spcAft>
                          <a:spcPts val="0"/>
                        </a:spcAft>
                      </a:pPr>
                      <a:r>
                        <a:rPr lang="en-US" altLang="zh-CN" sz="1400" kern="100" dirty="0">
                          <a:effectLst/>
                          <a:latin typeface="Huawei Sans" panose="020C0503030203020204" pitchFamily="34" charset="0"/>
                          <a:ea typeface="宋体" panose="02010600030101010101" pitchFamily="2" charset="-122"/>
                          <a:cs typeface="Times New Roman" panose="02020603050405020304" pitchFamily="18" charset="0"/>
                        </a:rPr>
                        <a:t> </a:t>
                      </a:r>
                      <a:r>
                        <a:rPr lang="en-US" altLang="zh-CN" sz="1400" kern="100" dirty="0" err="1">
                          <a:effectLst/>
                          <a:latin typeface="Huawei Sans" panose="020C0503030203020204" pitchFamily="34" charset="0"/>
                          <a:ea typeface="宋体" panose="02010600030101010101" pitchFamily="2" charset="-122"/>
                          <a:cs typeface="Times New Roman" panose="02020603050405020304" pitchFamily="18" charset="0"/>
                        </a:rPr>
                        <a:t>NextHop</a:t>
                      </a:r>
                      <a:r>
                        <a:rPr lang="en-US" altLang="zh-CN" sz="1400" kern="100" dirty="0">
                          <a:effectLst/>
                          <a:latin typeface="Huawei Sans" panose="020C0503030203020204" pitchFamily="34" charset="0"/>
                          <a:ea typeface="宋体" panose="02010600030101010101" pitchFamily="2" charset="-122"/>
                          <a:cs typeface="Times New Roman" panose="02020603050405020304" pitchFamily="18" charset="0"/>
                        </a:rPr>
                        <a:t>	: ::1				Preference	: 0</a:t>
                      </a:r>
                    </a:p>
                    <a:p>
                      <a:pPr indent="0" algn="just">
                        <a:spcAft>
                          <a:spcPts val="0"/>
                        </a:spcAft>
                      </a:pPr>
                      <a:r>
                        <a:rPr lang="en-US" altLang="zh-CN" sz="1400" kern="100" dirty="0">
                          <a:effectLst/>
                          <a:latin typeface="Huawei Sans" panose="020C0503030203020204" pitchFamily="34" charset="0"/>
                          <a:ea typeface="宋体" panose="02010600030101010101" pitchFamily="2" charset="-122"/>
                          <a:cs typeface="Times New Roman" panose="02020603050405020304" pitchFamily="18" charset="0"/>
                        </a:rPr>
                        <a:t> Cost		: 0				Protocol	: Direct</a:t>
                      </a:r>
                    </a:p>
                    <a:p>
                      <a:pPr indent="0" algn="just">
                        <a:spcAft>
                          <a:spcPts val="0"/>
                        </a:spcAft>
                      </a:pPr>
                      <a:r>
                        <a:rPr lang="en-US" altLang="zh-CN" sz="1400" kern="100" dirty="0">
                          <a:effectLst/>
                          <a:latin typeface="Huawei Sans" panose="020C0503030203020204" pitchFamily="34" charset="0"/>
                          <a:ea typeface="宋体" panose="02010600030101010101" pitchFamily="2" charset="-122"/>
                          <a:cs typeface="Times New Roman" panose="02020603050405020304" pitchFamily="18" charset="0"/>
                        </a:rPr>
                        <a:t> </a:t>
                      </a:r>
                      <a:r>
                        <a:rPr lang="en-US" altLang="zh-CN" sz="1400" kern="100" dirty="0" err="1">
                          <a:effectLst/>
                          <a:latin typeface="Huawei Sans" panose="020C0503030203020204" pitchFamily="34" charset="0"/>
                          <a:ea typeface="宋体" panose="02010600030101010101" pitchFamily="2" charset="-122"/>
                          <a:cs typeface="Times New Roman" panose="02020603050405020304" pitchFamily="18" charset="0"/>
                        </a:rPr>
                        <a:t>RelayNextHop</a:t>
                      </a:r>
                      <a:r>
                        <a:rPr lang="en-US" altLang="zh-CN" sz="1400" kern="100" dirty="0">
                          <a:effectLst/>
                          <a:latin typeface="Huawei Sans" panose="020C0503030203020204" pitchFamily="34" charset="0"/>
                          <a:ea typeface="宋体" panose="02010600030101010101" pitchFamily="2" charset="-122"/>
                          <a:cs typeface="Times New Roman" panose="02020603050405020304" pitchFamily="18" charset="0"/>
                        </a:rPr>
                        <a:t>	: ::				</a:t>
                      </a:r>
                      <a:r>
                        <a:rPr lang="en-US" altLang="zh-CN" sz="1400" kern="100" dirty="0" err="1">
                          <a:effectLst/>
                          <a:latin typeface="Huawei Sans" panose="020C0503030203020204" pitchFamily="34" charset="0"/>
                          <a:ea typeface="宋体" panose="02010600030101010101" pitchFamily="2" charset="-122"/>
                          <a:cs typeface="Times New Roman" panose="02020603050405020304" pitchFamily="18" charset="0"/>
                        </a:rPr>
                        <a:t>TunnelID</a:t>
                      </a:r>
                      <a:r>
                        <a:rPr lang="en-US" altLang="zh-CN" sz="1400" kern="100" dirty="0">
                          <a:effectLst/>
                          <a:latin typeface="Huawei Sans" panose="020C0503030203020204" pitchFamily="34" charset="0"/>
                          <a:ea typeface="宋体" panose="02010600030101010101" pitchFamily="2" charset="-122"/>
                          <a:cs typeface="Times New Roman" panose="02020603050405020304" pitchFamily="18" charset="0"/>
                        </a:rPr>
                        <a:t>	: 0x0</a:t>
                      </a:r>
                    </a:p>
                    <a:p>
                      <a:pPr indent="0" algn="just">
                        <a:spcAft>
                          <a:spcPts val="0"/>
                        </a:spcAft>
                      </a:pPr>
                      <a:r>
                        <a:rPr lang="en-US" altLang="zh-CN" sz="1400" kern="100" dirty="0">
                          <a:effectLst/>
                          <a:latin typeface="Huawei Sans" panose="020C0503030203020204" pitchFamily="34" charset="0"/>
                          <a:ea typeface="宋体" panose="02010600030101010101" pitchFamily="2" charset="-122"/>
                          <a:cs typeface="Times New Roman" panose="02020603050405020304" pitchFamily="18" charset="0"/>
                        </a:rPr>
                        <a:t> Interface	: GigabitEthernet0/0/1	Flags		: D</a:t>
                      </a:r>
                    </a:p>
                  </a:txBody>
                  <a:tcPr marL="60779" marR="60779" marT="0" marB="0">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solidFill>
                      <a:srgbClr val="F2F2F2"/>
                    </a:solidFill>
                  </a:tcPr>
                </a:tc>
                <a:extLst>
                  <a:ext uri="{0D108BD9-81ED-4DB2-BD59-A6C34878D82A}">
                    <a16:rowId xmlns="" xmlns:a16="http://schemas.microsoft.com/office/drawing/2014/main" val="2579108308"/>
                  </a:ext>
                </a:extLst>
              </a:tr>
            </a:tbl>
          </a:graphicData>
        </a:graphic>
      </p:graphicFrame>
    </p:spTree>
    <p:extLst>
      <p:ext uri="{BB962C8B-B14F-4D97-AF65-F5344CB8AC3E}">
        <p14:creationId xmlns:p14="http://schemas.microsoft.com/office/powerpoint/2010/main" val="3512960189"/>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43C792BA-7B17-4ADC-A4E3-4EF3CEEA22A2}"/>
              </a:ext>
            </a:extLst>
          </p:cNvPr>
          <p:cNvSpPr>
            <a:spLocks noGrp="1"/>
          </p:cNvSpPr>
          <p:nvPr>
            <p:ph type="title"/>
          </p:nvPr>
        </p:nvSpPr>
        <p:spPr/>
        <p:txBody>
          <a:bodyPr/>
          <a:lstStyle/>
          <a:p>
            <a:r>
              <a:rPr lang="zh-CN" altLang="en-US" dirty="0"/>
              <a:t>本章总结</a:t>
            </a:r>
          </a:p>
        </p:txBody>
      </p:sp>
      <p:sp>
        <p:nvSpPr>
          <p:cNvPr id="3" name="文本占位符 2">
            <a:extLst>
              <a:ext uri="{FF2B5EF4-FFF2-40B4-BE49-F238E27FC236}">
                <a16:creationId xmlns="" xmlns:a16="http://schemas.microsoft.com/office/drawing/2014/main" id="{91C89B88-5F39-4A52-BE63-68550BD10E3E}"/>
              </a:ext>
            </a:extLst>
          </p:cNvPr>
          <p:cNvSpPr>
            <a:spLocks noGrp="1"/>
          </p:cNvSpPr>
          <p:nvPr>
            <p:ph type="body" sz="quarter" idx="10"/>
          </p:nvPr>
        </p:nvSpPr>
        <p:spPr>
          <a:xfrm>
            <a:off x="444603" y="1247556"/>
            <a:ext cx="11307600" cy="4680000"/>
          </a:xfrm>
        </p:spPr>
        <p:txBody>
          <a:bodyPr/>
          <a:lstStyle/>
          <a:p>
            <a:r>
              <a:rPr lang="zh-CN" altLang="en-US" dirty="0"/>
              <a:t>本章首先介绍了</a:t>
            </a:r>
            <a:r>
              <a:rPr lang="en-US" altLang="zh-CN" dirty="0"/>
              <a:t>IPv6</a:t>
            </a:r>
            <a:r>
              <a:rPr lang="zh-CN" altLang="en-US" dirty="0"/>
              <a:t>协议概述、</a:t>
            </a:r>
            <a:r>
              <a:rPr lang="en-US" altLang="zh-CN" dirty="0"/>
              <a:t>IPv4</a:t>
            </a:r>
            <a:r>
              <a:rPr lang="zh-CN" altLang="en-US" dirty="0"/>
              <a:t>的缺陷与</a:t>
            </a:r>
            <a:r>
              <a:rPr lang="en-US" altLang="zh-CN" dirty="0"/>
              <a:t>IPv6</a:t>
            </a:r>
            <a:r>
              <a:rPr lang="zh-CN" altLang="en-US" dirty="0"/>
              <a:t>的优势、</a:t>
            </a:r>
            <a:r>
              <a:rPr lang="en-US" altLang="zh-CN" dirty="0"/>
              <a:t>IPv6</a:t>
            </a:r>
            <a:r>
              <a:rPr lang="zh-CN" altLang="en-US" dirty="0"/>
              <a:t>的数据包封装、</a:t>
            </a:r>
            <a:r>
              <a:rPr lang="en-US" altLang="zh-CN" dirty="0"/>
              <a:t>IPv6</a:t>
            </a:r>
            <a:r>
              <a:rPr lang="zh-CN" altLang="en-US" dirty="0"/>
              <a:t>地址的表示方式，然后讲解了</a:t>
            </a:r>
            <a:r>
              <a:rPr lang="en-US" altLang="zh-CN" dirty="0"/>
              <a:t>IPv6</a:t>
            </a:r>
            <a:r>
              <a:rPr lang="zh-CN" altLang="en-US" dirty="0"/>
              <a:t>地址分类、</a:t>
            </a:r>
            <a:r>
              <a:rPr lang="en-US" altLang="zh-CN" dirty="0"/>
              <a:t>IPV6</a:t>
            </a:r>
            <a:r>
              <a:rPr lang="zh-CN" altLang="en-US" dirty="0"/>
              <a:t>地址结构，最后通过</a:t>
            </a:r>
            <a:r>
              <a:rPr lang="en-US" altLang="zh-CN" dirty="0"/>
              <a:t>IPv6</a:t>
            </a:r>
            <a:r>
              <a:rPr lang="zh-CN" altLang="en-US" dirty="0"/>
              <a:t>路由的配置，对</a:t>
            </a:r>
            <a:r>
              <a:rPr lang="en-US" altLang="zh-CN" dirty="0"/>
              <a:t>IPv6</a:t>
            </a:r>
            <a:r>
              <a:rPr lang="zh-CN" altLang="en-US" dirty="0"/>
              <a:t>进行了基本配置与验证。</a:t>
            </a:r>
          </a:p>
          <a:p>
            <a:r>
              <a:rPr lang="zh-CN" altLang="en-US" dirty="0"/>
              <a:t>通过本章的学习，读者应该对</a:t>
            </a:r>
            <a:r>
              <a:rPr lang="en-US" altLang="zh-CN" dirty="0"/>
              <a:t>IPv6</a:t>
            </a:r>
            <a:r>
              <a:rPr lang="zh-CN" altLang="en-US" dirty="0"/>
              <a:t>有一定的了解，能够充分理解</a:t>
            </a:r>
            <a:r>
              <a:rPr lang="en-US" altLang="zh-CN" dirty="0"/>
              <a:t>IPv6</a:t>
            </a:r>
            <a:r>
              <a:rPr lang="zh-CN" altLang="en-US" dirty="0"/>
              <a:t>的地址分类和地址结构，可以熟练地配置</a:t>
            </a:r>
            <a:r>
              <a:rPr lang="en-US" altLang="zh-CN" dirty="0"/>
              <a:t>IPv6</a:t>
            </a:r>
            <a:r>
              <a:rPr lang="zh-CN" altLang="en-US" dirty="0"/>
              <a:t>静态路由、默认路由和汇总路由。</a:t>
            </a:r>
          </a:p>
          <a:p>
            <a:endParaRPr lang="zh-CN" altLang="en-US" dirty="0"/>
          </a:p>
        </p:txBody>
      </p:sp>
    </p:spTree>
    <p:extLst>
      <p:ext uri="{BB962C8B-B14F-4D97-AF65-F5344CB8AC3E}">
        <p14:creationId xmlns:p14="http://schemas.microsoft.com/office/powerpoint/2010/main" val="1601601073"/>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 xmlns:a16="http://schemas.microsoft.com/office/drawing/2014/main" id="{1075BFC3-649D-4376-AB87-F60359CC1D6C}"/>
              </a:ext>
            </a:extLst>
          </p:cNvPr>
          <p:cNvSpPr>
            <a:spLocks noGrp="1"/>
          </p:cNvSpPr>
          <p:nvPr>
            <p:ph type="body" sz="quarter" idx="11"/>
          </p:nvPr>
        </p:nvSpPr>
        <p:spPr/>
        <p:txBody>
          <a:bodyPr/>
          <a:lstStyle/>
          <a:p>
            <a:r>
              <a:rPr lang="en-US" altLang="zh-CN" dirty="0"/>
              <a:t>IPv6</a:t>
            </a:r>
            <a:r>
              <a:rPr lang="zh-CN" altLang="en-US" dirty="0"/>
              <a:t>中</a:t>
            </a:r>
            <a:r>
              <a:rPr lang="en-US" altLang="zh-CN" dirty="0"/>
              <a:t>IP</a:t>
            </a:r>
            <a:r>
              <a:rPr lang="zh-CN" altLang="en-US" dirty="0"/>
              <a:t>地址的长度为（  ） </a:t>
            </a:r>
          </a:p>
          <a:p>
            <a:pPr lvl="1"/>
            <a:r>
              <a:rPr lang="en-US" altLang="zh-CN" dirty="0"/>
              <a:t>A.32		B.64		C.96		D.128 </a:t>
            </a:r>
          </a:p>
          <a:p>
            <a:r>
              <a:rPr lang="zh-CN" altLang="en-US" dirty="0"/>
              <a:t>目前来看，下面哪些描述是</a:t>
            </a:r>
            <a:r>
              <a:rPr lang="en-US" altLang="zh-CN" dirty="0"/>
              <a:t>IPV4</a:t>
            </a:r>
            <a:r>
              <a:rPr lang="zh-CN" altLang="en-US" dirty="0"/>
              <a:t>的主要不足（  ） </a:t>
            </a:r>
          </a:p>
          <a:p>
            <a:pPr lvl="1"/>
            <a:r>
              <a:rPr lang="en-US" altLang="zh-CN" dirty="0"/>
              <a:t>A.</a:t>
            </a:r>
            <a:r>
              <a:rPr lang="zh-CN" altLang="en-US" dirty="0"/>
              <a:t>地址即将用完	</a:t>
            </a:r>
            <a:r>
              <a:rPr lang="en-US" altLang="zh-CN" dirty="0"/>
              <a:t>B.</a:t>
            </a:r>
            <a:r>
              <a:rPr lang="zh-CN" altLang="en-US" dirty="0"/>
              <a:t>路由表急剧膨胀 </a:t>
            </a:r>
            <a:r>
              <a:rPr lang="en-US" altLang="zh-CN" dirty="0"/>
              <a:t>	C.</a:t>
            </a:r>
            <a:r>
              <a:rPr lang="zh-CN" altLang="en-US" dirty="0"/>
              <a:t>无法提供多样的</a:t>
            </a:r>
            <a:r>
              <a:rPr lang="en-US" altLang="zh-CN" dirty="0"/>
              <a:t>QOS		D.</a:t>
            </a:r>
            <a:r>
              <a:rPr lang="zh-CN" altLang="en-US" dirty="0"/>
              <a:t>网络安全不行</a:t>
            </a:r>
          </a:p>
          <a:p>
            <a:r>
              <a:rPr lang="en-US" altLang="zh-CN" dirty="0"/>
              <a:t>IPv6</a:t>
            </a:r>
            <a:r>
              <a:rPr lang="zh-CN" altLang="en-US" dirty="0"/>
              <a:t>基本报头的长度是固定的，包括（  ）个字节。</a:t>
            </a:r>
          </a:p>
          <a:p>
            <a:pPr lvl="1"/>
            <a:r>
              <a:rPr lang="en-US" altLang="zh-CN" dirty="0"/>
              <a:t>A.20   	B.40		C.60		D.80</a:t>
            </a:r>
          </a:p>
          <a:p>
            <a:r>
              <a:rPr lang="zh-CN" altLang="en-US" dirty="0"/>
              <a:t>下列哪一个</a:t>
            </a:r>
            <a:r>
              <a:rPr lang="en-US" altLang="zh-CN" dirty="0"/>
              <a:t>IPv6</a:t>
            </a:r>
            <a:r>
              <a:rPr lang="zh-CN" altLang="en-US" dirty="0"/>
              <a:t>地址是错误地址（  ）。</a:t>
            </a:r>
          </a:p>
          <a:p>
            <a:pPr lvl="1"/>
            <a:r>
              <a:rPr lang="en-US" altLang="zh-CN" dirty="0"/>
              <a:t>A</a:t>
            </a:r>
            <a:r>
              <a:rPr lang="zh-CN" altLang="en-US" dirty="0"/>
              <a:t>．</a:t>
            </a:r>
            <a:r>
              <a:rPr lang="en-US" altLang="zh-CN" dirty="0"/>
              <a:t>::FFFF 		B</a:t>
            </a:r>
            <a:r>
              <a:rPr lang="zh-CN" altLang="en-US" dirty="0"/>
              <a:t>．</a:t>
            </a:r>
            <a:r>
              <a:rPr lang="en-US" altLang="zh-CN" dirty="0"/>
              <a:t>::1  		C</a:t>
            </a:r>
            <a:r>
              <a:rPr lang="zh-CN" altLang="en-US" dirty="0"/>
              <a:t>．</a:t>
            </a:r>
            <a:r>
              <a:rPr lang="en-US" altLang="zh-CN" dirty="0"/>
              <a:t>::1:FFFF		D</a:t>
            </a:r>
            <a:r>
              <a:rPr lang="zh-CN" altLang="en-US" dirty="0"/>
              <a:t>．</a:t>
            </a:r>
            <a:r>
              <a:rPr lang="en-US" altLang="zh-CN" dirty="0"/>
              <a:t>::1::FFFF  </a:t>
            </a:r>
          </a:p>
          <a:p>
            <a:r>
              <a:rPr lang="zh-CN" altLang="en-US" dirty="0"/>
              <a:t>下列哪些地址是</a:t>
            </a:r>
            <a:r>
              <a:rPr lang="en-US" altLang="zh-CN" dirty="0"/>
              <a:t>IPv6 link-local unicast</a:t>
            </a:r>
            <a:r>
              <a:rPr lang="zh-CN" altLang="en-US" dirty="0"/>
              <a:t>地址（  ）。</a:t>
            </a:r>
          </a:p>
          <a:p>
            <a:pPr lvl="1"/>
            <a:r>
              <a:rPr lang="en-US" altLang="zh-CN" dirty="0"/>
              <a:t>A</a:t>
            </a:r>
            <a:r>
              <a:rPr lang="zh-CN" altLang="en-US" dirty="0"/>
              <a:t>．</a:t>
            </a:r>
            <a:r>
              <a:rPr lang="en-US" altLang="zh-CN" dirty="0"/>
              <a:t>FC80::FFFF	B</a:t>
            </a:r>
            <a:r>
              <a:rPr lang="zh-CN" altLang="en-US" dirty="0"/>
              <a:t>．</a:t>
            </a:r>
            <a:r>
              <a:rPr lang="en-US" altLang="zh-CN" dirty="0"/>
              <a:t>FE80::FFFF  	C</a:t>
            </a:r>
            <a:r>
              <a:rPr lang="zh-CN" altLang="en-US" dirty="0"/>
              <a:t>．</a:t>
            </a:r>
            <a:r>
              <a:rPr lang="en-US" altLang="zh-CN" dirty="0"/>
              <a:t>FE88::FFFF		D</a:t>
            </a:r>
            <a:r>
              <a:rPr lang="zh-CN" altLang="en-US" dirty="0"/>
              <a:t>．</a:t>
            </a:r>
            <a:r>
              <a:rPr lang="en-US" altLang="zh-CN" dirty="0"/>
              <a:t>FE80::1234 </a:t>
            </a:r>
            <a:endParaRPr lang="zh-CN" altLang="en-US" dirty="0"/>
          </a:p>
        </p:txBody>
      </p:sp>
    </p:spTree>
    <p:extLst>
      <p:ext uri="{BB962C8B-B14F-4D97-AF65-F5344CB8AC3E}">
        <p14:creationId xmlns:p14="http://schemas.microsoft.com/office/powerpoint/2010/main" val="4014490944"/>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 xmlns:a16="http://schemas.microsoft.com/office/drawing/2014/main" id="{F36CA0CB-193E-4D9B-A7B0-1A4BEA0DBC8A}"/>
              </a:ext>
            </a:extLst>
          </p:cNvPr>
          <p:cNvSpPr>
            <a:spLocks noGrp="1"/>
          </p:cNvSpPr>
          <p:nvPr>
            <p:ph type="body" sz="quarter" idx="11"/>
          </p:nvPr>
        </p:nvSpPr>
        <p:spPr/>
        <p:txBody>
          <a:bodyPr/>
          <a:lstStyle/>
          <a:p>
            <a:r>
              <a:rPr lang="zh-CN" altLang="en-US" dirty="0"/>
              <a:t>（多选）</a:t>
            </a:r>
            <a:r>
              <a:rPr lang="en-US" altLang="zh-CN" dirty="0"/>
              <a:t>0116:0000:0000:0116:0116:0116:0000:0016</a:t>
            </a:r>
            <a:r>
              <a:rPr lang="zh-CN" altLang="en-US" dirty="0"/>
              <a:t>，可以简化为以下哪些表示方式？</a:t>
            </a:r>
          </a:p>
          <a:p>
            <a:pPr lvl="1"/>
            <a:r>
              <a:rPr lang="zh-CN" altLang="en-US" dirty="0"/>
              <a:t>	</a:t>
            </a:r>
            <a:r>
              <a:rPr lang="en-US" altLang="zh-CN" dirty="0"/>
              <a:t>A. 0116::0116:0116:0116::0016			B. 0116::116:0116:0116:0:0016</a:t>
            </a:r>
          </a:p>
          <a:p>
            <a:pPr lvl="1"/>
            <a:r>
              <a:rPr lang="en-US" altLang="zh-CN" dirty="0"/>
              <a:t>	C. 0116:0000:0000:0116:0116:0116::16	D. 0116:0:0116:0116:0116::16</a:t>
            </a:r>
          </a:p>
          <a:p>
            <a:r>
              <a:rPr lang="zh-CN" altLang="en-US" dirty="0"/>
              <a:t>（多选）以下哪些是</a:t>
            </a:r>
            <a:r>
              <a:rPr lang="en-US" altLang="zh-CN" dirty="0"/>
              <a:t>IPv6</a:t>
            </a:r>
            <a:r>
              <a:rPr lang="zh-CN" altLang="en-US" dirty="0"/>
              <a:t>的优势？（  ）</a:t>
            </a:r>
          </a:p>
          <a:p>
            <a:pPr lvl="1"/>
            <a:r>
              <a:rPr lang="en-US" altLang="zh-CN" dirty="0"/>
              <a:t>	A.</a:t>
            </a:r>
            <a:r>
              <a:rPr lang="zh-CN" altLang="en-US" dirty="0"/>
              <a:t>地址空间巨大		</a:t>
            </a:r>
            <a:r>
              <a:rPr lang="en-US" altLang="zh-CN" dirty="0"/>
              <a:t>B.</a:t>
            </a:r>
            <a:r>
              <a:rPr lang="zh-CN" altLang="en-US" dirty="0"/>
              <a:t>层次化的路由设计		</a:t>
            </a:r>
            <a:r>
              <a:rPr lang="en-US" altLang="zh-CN" dirty="0"/>
              <a:t>C.</a:t>
            </a:r>
            <a:r>
              <a:rPr lang="zh-CN" altLang="en-US" dirty="0"/>
              <a:t>效率高，扩展灵活</a:t>
            </a:r>
          </a:p>
          <a:p>
            <a:pPr lvl="1"/>
            <a:r>
              <a:rPr lang="en-US" altLang="zh-CN" dirty="0"/>
              <a:t>	D.</a:t>
            </a:r>
            <a:r>
              <a:rPr lang="zh-CN" altLang="en-US" dirty="0"/>
              <a:t>支持即插即用		</a:t>
            </a:r>
            <a:r>
              <a:rPr lang="en-US" altLang="zh-CN" dirty="0"/>
              <a:t>E.</a:t>
            </a:r>
            <a:r>
              <a:rPr lang="zh-CN" altLang="en-US" dirty="0"/>
              <a:t>更好的安全性保障		</a:t>
            </a:r>
            <a:r>
              <a:rPr lang="en-US" altLang="zh-CN" dirty="0"/>
              <a:t>F.</a:t>
            </a:r>
            <a:r>
              <a:rPr lang="zh-CN" altLang="en-US" dirty="0"/>
              <a:t>引入了流标签的概念</a:t>
            </a:r>
          </a:p>
          <a:p>
            <a:endParaRPr lang="zh-CN" altLang="en-US" dirty="0"/>
          </a:p>
        </p:txBody>
      </p:sp>
    </p:spTree>
    <p:extLst>
      <p:ext uri="{BB962C8B-B14F-4D97-AF65-F5344CB8AC3E}">
        <p14:creationId xmlns:p14="http://schemas.microsoft.com/office/powerpoint/2010/main" val="2487959031"/>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43C792BA-7B17-4ADC-A4E3-4EF3CEEA22A2}"/>
              </a:ext>
            </a:extLst>
          </p:cNvPr>
          <p:cNvSpPr>
            <a:spLocks noGrp="1"/>
          </p:cNvSpPr>
          <p:nvPr>
            <p:ph type="title"/>
          </p:nvPr>
        </p:nvSpPr>
        <p:spPr/>
        <p:txBody>
          <a:bodyPr/>
          <a:lstStyle/>
          <a:p>
            <a:r>
              <a:rPr lang="zh-CN" altLang="en-US" dirty="0"/>
              <a:t>实践拓展</a:t>
            </a:r>
          </a:p>
        </p:txBody>
      </p:sp>
      <p:sp>
        <p:nvSpPr>
          <p:cNvPr id="3" name="文本占位符 2">
            <a:extLst>
              <a:ext uri="{FF2B5EF4-FFF2-40B4-BE49-F238E27FC236}">
                <a16:creationId xmlns="" xmlns:a16="http://schemas.microsoft.com/office/drawing/2014/main" id="{91C89B88-5F39-4A52-BE63-68550BD10E3E}"/>
              </a:ext>
            </a:extLst>
          </p:cNvPr>
          <p:cNvSpPr>
            <a:spLocks noGrp="1"/>
          </p:cNvSpPr>
          <p:nvPr>
            <p:ph type="body" sz="quarter" idx="10"/>
          </p:nvPr>
        </p:nvSpPr>
        <p:spPr>
          <a:xfrm>
            <a:off x="444603" y="1247556"/>
            <a:ext cx="11307600" cy="4680000"/>
          </a:xfrm>
        </p:spPr>
        <p:txBody>
          <a:bodyPr/>
          <a:lstStyle/>
          <a:p>
            <a:r>
              <a:rPr lang="en-US" altLang="zh-CN" b="1" dirty="0"/>
              <a:t>1.</a:t>
            </a:r>
            <a:r>
              <a:rPr lang="zh-CN" altLang="zh-CN" b="1" dirty="0"/>
              <a:t>项目背景与要求</a:t>
            </a:r>
            <a:endParaRPr lang="en-US" altLang="zh-CN" b="1" dirty="0"/>
          </a:p>
          <a:p>
            <a:r>
              <a:rPr lang="en-US" altLang="zh-CN" dirty="0"/>
              <a:t>Jan16</a:t>
            </a:r>
            <a:r>
              <a:rPr lang="zh-CN" altLang="en-US" dirty="0"/>
              <a:t>公司在</a:t>
            </a:r>
            <a:r>
              <a:rPr lang="en-US" altLang="zh-CN" dirty="0"/>
              <a:t>A</a:t>
            </a:r>
            <a:r>
              <a:rPr lang="zh-CN" altLang="en-US" dirty="0"/>
              <a:t>园区申请了一栋楼作为公司基地，公司设有财务、行政、销售</a:t>
            </a:r>
            <a:r>
              <a:rPr lang="en-US" altLang="zh-CN" dirty="0"/>
              <a:t>3</a:t>
            </a:r>
            <a:r>
              <a:rPr lang="zh-CN" altLang="en-US" dirty="0"/>
              <a:t>个部门，分别占据一个楼层，信息中心设置在</a:t>
            </a:r>
            <a:r>
              <a:rPr lang="en-US" altLang="zh-CN" dirty="0"/>
              <a:t>1</a:t>
            </a:r>
            <a:r>
              <a:rPr lang="zh-CN" altLang="en-US" dirty="0"/>
              <a:t>楼。目前计划为</a:t>
            </a:r>
            <a:r>
              <a:rPr lang="en-US" altLang="zh-CN" dirty="0"/>
              <a:t>3</a:t>
            </a:r>
            <a:r>
              <a:rPr lang="zh-CN" altLang="en-US" dirty="0"/>
              <a:t>个部门建立纯</a:t>
            </a:r>
            <a:r>
              <a:rPr lang="en-US" altLang="zh-CN" dirty="0"/>
              <a:t>IPv6</a:t>
            </a:r>
            <a:r>
              <a:rPr lang="zh-CN" altLang="en-US" dirty="0"/>
              <a:t>的网络。楼宇的网络拓扑如图</a:t>
            </a:r>
            <a:r>
              <a:rPr lang="en-US" altLang="zh-CN" dirty="0"/>
              <a:t>7-15</a:t>
            </a:r>
            <a:r>
              <a:rPr lang="zh-CN" altLang="en-US" dirty="0"/>
              <a:t>所示，具体要求如下：</a:t>
            </a:r>
          </a:p>
          <a:p>
            <a:pPr lvl="1"/>
            <a:r>
              <a:rPr lang="zh-CN" altLang="en-US" dirty="0"/>
              <a:t>（</a:t>
            </a:r>
            <a:r>
              <a:rPr lang="en-US" altLang="zh-CN" dirty="0"/>
              <a:t>1</a:t>
            </a:r>
            <a:r>
              <a:rPr lang="zh-CN" altLang="en-US" dirty="0"/>
              <a:t>）	公司分配使用的前缀为</a:t>
            </a:r>
            <a:r>
              <a:rPr lang="en-US" altLang="zh-CN" dirty="0"/>
              <a:t>【2001:X::/32】</a:t>
            </a:r>
            <a:r>
              <a:rPr lang="zh-CN" altLang="en-US" dirty="0"/>
              <a:t>，</a:t>
            </a:r>
            <a:r>
              <a:rPr lang="en-US" altLang="zh-CN" dirty="0"/>
              <a:t>X</a:t>
            </a:r>
            <a:r>
              <a:rPr lang="zh-CN" altLang="en-US" dirty="0"/>
              <a:t>为短学号；</a:t>
            </a:r>
          </a:p>
          <a:p>
            <a:pPr lvl="1"/>
            <a:r>
              <a:rPr lang="zh-CN" altLang="en-US" dirty="0"/>
              <a:t>（</a:t>
            </a:r>
            <a:r>
              <a:rPr lang="en-US" altLang="zh-CN" dirty="0"/>
              <a:t>2</a:t>
            </a:r>
            <a:r>
              <a:rPr lang="zh-CN" altLang="en-US" dirty="0"/>
              <a:t>）	计划为各个部门创建</a:t>
            </a:r>
            <a:r>
              <a:rPr lang="en-US" altLang="zh-CN" dirty="0"/>
              <a:t>VLAN</a:t>
            </a:r>
            <a:r>
              <a:rPr lang="zh-CN" altLang="en-US" dirty="0"/>
              <a:t>并划分</a:t>
            </a:r>
            <a:r>
              <a:rPr lang="en-US" altLang="zh-CN" dirty="0"/>
              <a:t>64</a:t>
            </a:r>
            <a:r>
              <a:rPr lang="zh-CN" altLang="en-US" dirty="0"/>
              <a:t>位前缀的网络，每个部门网络的网关均使用网络中的第一个</a:t>
            </a:r>
            <a:r>
              <a:rPr lang="en-US" altLang="zh-CN" dirty="0"/>
              <a:t>IP;</a:t>
            </a:r>
          </a:p>
          <a:p>
            <a:pPr lvl="1"/>
            <a:r>
              <a:rPr lang="zh-CN" altLang="en-US" dirty="0"/>
              <a:t>（</a:t>
            </a:r>
            <a:r>
              <a:rPr lang="en-US" altLang="zh-CN" dirty="0"/>
              <a:t>3</a:t>
            </a:r>
            <a:r>
              <a:rPr lang="zh-CN" altLang="en-US" dirty="0"/>
              <a:t>）	配置路由实现网络互联互通，部门交换机可以使用默认路由。</a:t>
            </a:r>
          </a:p>
        </p:txBody>
      </p:sp>
    </p:spTree>
    <p:extLst>
      <p:ext uri="{BB962C8B-B14F-4D97-AF65-F5344CB8AC3E}">
        <p14:creationId xmlns:p14="http://schemas.microsoft.com/office/powerpoint/2010/main" val="3950976393"/>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43C792BA-7B17-4ADC-A4E3-4EF3CEEA22A2}"/>
              </a:ext>
            </a:extLst>
          </p:cNvPr>
          <p:cNvSpPr>
            <a:spLocks noGrp="1"/>
          </p:cNvSpPr>
          <p:nvPr>
            <p:ph type="title"/>
          </p:nvPr>
        </p:nvSpPr>
        <p:spPr/>
        <p:txBody>
          <a:bodyPr/>
          <a:lstStyle/>
          <a:p>
            <a:r>
              <a:rPr lang="zh-CN" altLang="en-US" dirty="0"/>
              <a:t>实践拓展</a:t>
            </a:r>
          </a:p>
        </p:txBody>
      </p:sp>
      <p:sp>
        <p:nvSpPr>
          <p:cNvPr id="3" name="文本占位符 2">
            <a:extLst>
              <a:ext uri="{FF2B5EF4-FFF2-40B4-BE49-F238E27FC236}">
                <a16:creationId xmlns="" xmlns:a16="http://schemas.microsoft.com/office/drawing/2014/main" id="{91C89B88-5F39-4A52-BE63-68550BD10E3E}"/>
              </a:ext>
            </a:extLst>
          </p:cNvPr>
          <p:cNvSpPr>
            <a:spLocks noGrp="1"/>
          </p:cNvSpPr>
          <p:nvPr>
            <p:ph type="body" sz="quarter" idx="10"/>
          </p:nvPr>
        </p:nvSpPr>
        <p:spPr>
          <a:xfrm>
            <a:off x="444603" y="1247556"/>
            <a:ext cx="11307600" cy="4680000"/>
          </a:xfrm>
        </p:spPr>
        <p:txBody>
          <a:bodyPr/>
          <a:lstStyle/>
          <a:p>
            <a:r>
              <a:rPr lang="en-US" altLang="zh-CN" b="1" dirty="0"/>
              <a:t>2.</a:t>
            </a:r>
            <a:r>
              <a:rPr lang="zh-CN" altLang="zh-CN" b="1" dirty="0"/>
              <a:t>实践业务规划</a:t>
            </a:r>
            <a:endParaRPr lang="en-US" altLang="zh-CN" b="1" dirty="0"/>
          </a:p>
          <a:p>
            <a:pPr marL="0" indent="0">
              <a:buNone/>
            </a:pPr>
            <a:r>
              <a:rPr lang="en-US" altLang="zh-CN" sz="2400" dirty="0"/>
              <a:t>    </a:t>
            </a:r>
            <a:r>
              <a:rPr lang="zh-CN" altLang="zh-CN" sz="2400" dirty="0"/>
              <a:t>根据实践拓扑和需求，参考本项目的项目规划表完成规划。</a:t>
            </a:r>
          </a:p>
        </p:txBody>
      </p:sp>
      <p:pic>
        <p:nvPicPr>
          <p:cNvPr id="5" name="图片 4">
            <a:extLst>
              <a:ext uri="{FF2B5EF4-FFF2-40B4-BE49-F238E27FC236}">
                <a16:creationId xmlns="" xmlns:a16="http://schemas.microsoft.com/office/drawing/2014/main" id="{59AF4F62-70ED-4D33-B9BF-71C4837866A9}"/>
              </a:ext>
            </a:extLst>
          </p:cNvPr>
          <p:cNvPicPr/>
          <p:nvPr/>
        </p:nvPicPr>
        <p:blipFill>
          <a:blip r:embed="rId2">
            <a:extLst>
              <a:ext uri="{28A0092B-C50C-407E-A947-70E740481C1C}">
                <a14:useLocalDpi xmlns:a14="http://schemas.microsoft.com/office/drawing/2010/main" val="0"/>
              </a:ext>
            </a:extLst>
          </a:blip>
          <a:srcRect/>
          <a:stretch>
            <a:fillRect/>
          </a:stretch>
        </p:blipFill>
        <p:spPr>
          <a:xfrm>
            <a:off x="4032567" y="2940022"/>
            <a:ext cx="4126865" cy="3260090"/>
          </a:xfrm>
          <a:prstGeom prst="rect">
            <a:avLst/>
          </a:prstGeom>
          <a:noFill/>
          <a:ln>
            <a:noFill/>
          </a:ln>
        </p:spPr>
      </p:pic>
    </p:spTree>
    <p:extLst>
      <p:ext uri="{BB962C8B-B14F-4D97-AF65-F5344CB8AC3E}">
        <p14:creationId xmlns:p14="http://schemas.microsoft.com/office/powerpoint/2010/main" val="1564039047"/>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43C792BA-7B17-4ADC-A4E3-4EF3CEEA22A2}"/>
              </a:ext>
            </a:extLst>
          </p:cNvPr>
          <p:cNvSpPr>
            <a:spLocks noGrp="1"/>
          </p:cNvSpPr>
          <p:nvPr>
            <p:ph type="title"/>
          </p:nvPr>
        </p:nvSpPr>
        <p:spPr/>
        <p:txBody>
          <a:bodyPr/>
          <a:lstStyle/>
          <a:p>
            <a:r>
              <a:rPr lang="zh-CN" altLang="en-US" dirty="0"/>
              <a:t>实践拓展</a:t>
            </a:r>
          </a:p>
        </p:txBody>
      </p:sp>
      <p:sp>
        <p:nvSpPr>
          <p:cNvPr id="3" name="文本占位符 2">
            <a:extLst>
              <a:ext uri="{FF2B5EF4-FFF2-40B4-BE49-F238E27FC236}">
                <a16:creationId xmlns="" xmlns:a16="http://schemas.microsoft.com/office/drawing/2014/main" id="{91C89B88-5F39-4A52-BE63-68550BD10E3E}"/>
              </a:ext>
            </a:extLst>
          </p:cNvPr>
          <p:cNvSpPr>
            <a:spLocks noGrp="1"/>
          </p:cNvSpPr>
          <p:nvPr>
            <p:ph type="body" sz="quarter" idx="10"/>
          </p:nvPr>
        </p:nvSpPr>
        <p:spPr>
          <a:xfrm>
            <a:off x="444603" y="1247556"/>
            <a:ext cx="11307600" cy="4680000"/>
          </a:xfrm>
        </p:spPr>
        <p:txBody>
          <a:bodyPr/>
          <a:lstStyle/>
          <a:p>
            <a:r>
              <a:rPr lang="en-US" altLang="zh-CN" b="1" dirty="0"/>
              <a:t>2.</a:t>
            </a:r>
            <a:r>
              <a:rPr lang="zh-CN" altLang="zh-CN" b="1" dirty="0"/>
              <a:t>实践业务规划</a:t>
            </a:r>
            <a:endParaRPr lang="en-US" altLang="zh-CN" b="1" dirty="0"/>
          </a:p>
          <a:p>
            <a:pPr lvl="1"/>
            <a:r>
              <a:rPr lang="en-US" altLang="zh-CN" dirty="0"/>
              <a:t>    VLAN</a:t>
            </a:r>
            <a:r>
              <a:rPr lang="zh-CN" altLang="zh-CN" dirty="0"/>
              <a:t>规划</a:t>
            </a:r>
            <a:endParaRPr lang="en-US" altLang="zh-CN" dirty="0"/>
          </a:p>
          <a:p>
            <a:pPr lvl="1"/>
            <a:endParaRPr lang="en-US" altLang="zh-CN" dirty="0"/>
          </a:p>
          <a:p>
            <a:pPr lvl="1"/>
            <a:endParaRPr lang="en-US" altLang="zh-CN" dirty="0"/>
          </a:p>
          <a:p>
            <a:pPr lvl="1"/>
            <a:endParaRPr lang="en-US" altLang="zh-CN" dirty="0"/>
          </a:p>
          <a:p>
            <a:pPr lvl="1"/>
            <a:endParaRPr lang="en-US" altLang="zh-CN" dirty="0"/>
          </a:p>
          <a:p>
            <a:pPr lvl="1"/>
            <a:endParaRPr lang="en-US" altLang="zh-CN" dirty="0"/>
          </a:p>
          <a:p>
            <a:pPr lvl="1"/>
            <a:r>
              <a:rPr lang="zh-CN" altLang="zh-CN" dirty="0"/>
              <a:t>设备管理规划</a:t>
            </a:r>
          </a:p>
          <a:p>
            <a:pPr lvl="1"/>
            <a:endParaRPr lang="zh-CN" altLang="zh-CN" dirty="0"/>
          </a:p>
        </p:txBody>
      </p:sp>
      <p:graphicFrame>
        <p:nvGraphicFramePr>
          <p:cNvPr id="10" name="表格 9">
            <a:extLst>
              <a:ext uri="{FF2B5EF4-FFF2-40B4-BE49-F238E27FC236}">
                <a16:creationId xmlns="" xmlns:a16="http://schemas.microsoft.com/office/drawing/2014/main" id="{CF6F166E-AEA7-4122-B4AC-E59366684395}"/>
              </a:ext>
            </a:extLst>
          </p:cNvPr>
          <p:cNvGraphicFramePr>
            <a:graphicFrameLocks noGrp="1"/>
          </p:cNvGraphicFramePr>
          <p:nvPr/>
        </p:nvGraphicFramePr>
        <p:xfrm>
          <a:off x="3370104" y="1976335"/>
          <a:ext cx="7253382" cy="1989085"/>
        </p:xfrm>
        <a:graphic>
          <a:graphicData uri="http://schemas.openxmlformats.org/drawingml/2006/table">
            <a:tbl>
              <a:tblPr firstRow="1" firstCol="1" bandRow="1">
                <a:tableStyleId>{ED083AE6-46FA-4A59-8FB0-9F97EB10719F}</a:tableStyleId>
              </a:tblPr>
              <a:tblGrid>
                <a:gridCol w="1125846">
                  <a:extLst>
                    <a:ext uri="{9D8B030D-6E8A-4147-A177-3AD203B41FA5}">
                      <a16:colId xmlns="" xmlns:a16="http://schemas.microsoft.com/office/drawing/2014/main" val="4278880669"/>
                    </a:ext>
                  </a:extLst>
                </a:gridCol>
                <a:gridCol w="1575812">
                  <a:extLst>
                    <a:ext uri="{9D8B030D-6E8A-4147-A177-3AD203B41FA5}">
                      <a16:colId xmlns="" xmlns:a16="http://schemas.microsoft.com/office/drawing/2014/main" val="4224718943"/>
                    </a:ext>
                  </a:extLst>
                </a:gridCol>
                <a:gridCol w="2105730">
                  <a:extLst>
                    <a:ext uri="{9D8B030D-6E8A-4147-A177-3AD203B41FA5}">
                      <a16:colId xmlns="" xmlns:a16="http://schemas.microsoft.com/office/drawing/2014/main" val="2770589863"/>
                    </a:ext>
                  </a:extLst>
                </a:gridCol>
                <a:gridCol w="2445994">
                  <a:extLst>
                    <a:ext uri="{9D8B030D-6E8A-4147-A177-3AD203B41FA5}">
                      <a16:colId xmlns="" xmlns:a16="http://schemas.microsoft.com/office/drawing/2014/main" val="662714147"/>
                    </a:ext>
                  </a:extLst>
                </a:gridCol>
              </a:tblGrid>
              <a:tr h="397817">
                <a:tc>
                  <a:txBody>
                    <a:bodyPr/>
                    <a:lstStyle/>
                    <a:p>
                      <a:pPr algn="ctr">
                        <a:spcAft>
                          <a:spcPts val="0"/>
                        </a:spcAft>
                      </a:pPr>
                      <a:r>
                        <a:rPr lang="en-US" sz="1600" b="1" kern="100" dirty="0">
                          <a:effectLst/>
                          <a:latin typeface="宋体" panose="02010600030101010101" pitchFamily="2" charset="-122"/>
                          <a:ea typeface="宋体" panose="02010600030101010101" pitchFamily="2" charset="-122"/>
                        </a:rPr>
                        <a:t>VLAN-ID</a:t>
                      </a:r>
                      <a:endParaRPr lang="zh-CN" sz="1600" b="1"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600" b="1" kern="100" dirty="0">
                          <a:effectLst/>
                          <a:latin typeface="宋体" panose="02010600030101010101" pitchFamily="2" charset="-122"/>
                          <a:ea typeface="宋体" panose="02010600030101010101" pitchFamily="2" charset="-122"/>
                        </a:rPr>
                        <a:t>VLAN</a:t>
                      </a:r>
                      <a:r>
                        <a:rPr lang="zh-CN" sz="1600" b="1" kern="100" dirty="0">
                          <a:effectLst/>
                          <a:latin typeface="宋体" panose="02010600030101010101" pitchFamily="2" charset="-122"/>
                          <a:ea typeface="宋体" panose="02010600030101010101" pitchFamily="2" charset="-122"/>
                        </a:rPr>
                        <a:t>命名</a:t>
                      </a:r>
                      <a:endParaRPr lang="zh-CN" sz="1600" b="1"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600" b="1" kern="100" dirty="0">
                          <a:effectLst/>
                          <a:latin typeface="宋体" panose="02010600030101010101" pitchFamily="2" charset="-122"/>
                          <a:ea typeface="宋体" panose="02010600030101010101" pitchFamily="2" charset="-122"/>
                        </a:rPr>
                        <a:t>网段</a:t>
                      </a:r>
                      <a:endParaRPr lang="zh-CN" sz="1600" b="1"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600" b="1" kern="100" dirty="0">
                          <a:effectLst/>
                          <a:latin typeface="宋体" panose="02010600030101010101" pitchFamily="2" charset="-122"/>
                          <a:ea typeface="宋体" panose="02010600030101010101" pitchFamily="2" charset="-122"/>
                        </a:rPr>
                        <a:t>用途</a:t>
                      </a:r>
                      <a:endParaRPr lang="zh-CN" sz="1600" b="1"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 xmlns:a16="http://schemas.microsoft.com/office/drawing/2014/main" val="4210792706"/>
                  </a:ext>
                </a:extLst>
              </a:tr>
              <a:tr h="397817">
                <a:tc>
                  <a:txBody>
                    <a:bodyPr/>
                    <a:lstStyle/>
                    <a:p>
                      <a:pPr algn="ctr">
                        <a:spcAft>
                          <a:spcPts val="0"/>
                        </a:spcAft>
                      </a:pPr>
                      <a:r>
                        <a:rPr lang="en-US" sz="1050" kern="100">
                          <a:effectLst/>
                        </a:rPr>
                        <a:t> </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050" kern="100" dirty="0">
                          <a:effectLst/>
                        </a:rPr>
                        <a:t> </a:t>
                      </a:r>
                      <a:endParaRPr lang="zh-CN" sz="105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050" kern="100" dirty="0">
                          <a:effectLst/>
                        </a:rPr>
                        <a:t> </a:t>
                      </a:r>
                      <a:endParaRPr lang="zh-CN" sz="105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050" kern="100" dirty="0">
                          <a:effectLst/>
                        </a:rPr>
                        <a:t> </a:t>
                      </a:r>
                      <a:endParaRPr lang="zh-CN" sz="105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 xmlns:a16="http://schemas.microsoft.com/office/drawing/2014/main" val="1919476558"/>
                  </a:ext>
                </a:extLst>
              </a:tr>
              <a:tr h="397817">
                <a:tc>
                  <a:txBody>
                    <a:bodyPr/>
                    <a:lstStyle/>
                    <a:p>
                      <a:pPr algn="ctr">
                        <a:spcAft>
                          <a:spcPts val="0"/>
                        </a:spcAft>
                      </a:pPr>
                      <a:r>
                        <a:rPr lang="en-US" sz="1050" kern="100">
                          <a:effectLst/>
                        </a:rPr>
                        <a:t> </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050" kern="100">
                          <a:effectLst/>
                        </a:rPr>
                        <a:t> </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050" kern="100" dirty="0">
                          <a:effectLst/>
                        </a:rPr>
                        <a:t> </a:t>
                      </a:r>
                      <a:endParaRPr lang="zh-CN" sz="105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050" kern="100" dirty="0">
                          <a:effectLst/>
                        </a:rPr>
                        <a:t> </a:t>
                      </a:r>
                      <a:endParaRPr lang="zh-CN" sz="105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 xmlns:a16="http://schemas.microsoft.com/office/drawing/2014/main" val="1902850541"/>
                  </a:ext>
                </a:extLst>
              </a:tr>
              <a:tr h="397817">
                <a:tc>
                  <a:txBody>
                    <a:bodyPr/>
                    <a:lstStyle/>
                    <a:p>
                      <a:pPr algn="ctr">
                        <a:spcAft>
                          <a:spcPts val="0"/>
                        </a:spcAft>
                      </a:pPr>
                      <a:r>
                        <a:rPr lang="en-US" sz="1050" kern="100">
                          <a:effectLst/>
                        </a:rPr>
                        <a:t> </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050" kern="100">
                          <a:effectLst/>
                        </a:rPr>
                        <a:t> </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050" kern="100">
                          <a:effectLst/>
                        </a:rPr>
                        <a:t> </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050" kern="100" dirty="0">
                          <a:effectLst/>
                        </a:rPr>
                        <a:t> </a:t>
                      </a:r>
                      <a:endParaRPr lang="zh-CN" sz="105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 xmlns:a16="http://schemas.microsoft.com/office/drawing/2014/main" val="734164615"/>
                  </a:ext>
                </a:extLst>
              </a:tr>
              <a:tr h="397817">
                <a:tc>
                  <a:txBody>
                    <a:bodyPr/>
                    <a:lstStyle/>
                    <a:p>
                      <a:pPr algn="ctr">
                        <a:spcAft>
                          <a:spcPts val="0"/>
                        </a:spcAft>
                      </a:pPr>
                      <a:r>
                        <a:rPr lang="en-US" sz="1050" kern="100" dirty="0">
                          <a:effectLst/>
                        </a:rPr>
                        <a:t> </a:t>
                      </a:r>
                      <a:endParaRPr lang="zh-CN" sz="105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050" kern="100" dirty="0">
                          <a:effectLst/>
                        </a:rPr>
                        <a:t> </a:t>
                      </a:r>
                      <a:endParaRPr lang="zh-CN" sz="105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050" kern="100" dirty="0">
                          <a:effectLst/>
                        </a:rPr>
                        <a:t> </a:t>
                      </a:r>
                      <a:endParaRPr lang="zh-CN" sz="105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050" kern="100" dirty="0">
                          <a:effectLst/>
                        </a:rPr>
                        <a:t> </a:t>
                      </a:r>
                      <a:endParaRPr lang="zh-CN" sz="105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 xmlns:a16="http://schemas.microsoft.com/office/drawing/2014/main" val="3800440230"/>
                  </a:ext>
                </a:extLst>
              </a:tr>
            </a:tbl>
          </a:graphicData>
        </a:graphic>
      </p:graphicFrame>
      <p:graphicFrame>
        <p:nvGraphicFramePr>
          <p:cNvPr id="11" name="表格 10">
            <a:extLst>
              <a:ext uri="{FF2B5EF4-FFF2-40B4-BE49-F238E27FC236}">
                <a16:creationId xmlns="" xmlns:a16="http://schemas.microsoft.com/office/drawing/2014/main" id="{9EE0DAE0-9564-4522-9AD3-C713A5FB2C48}"/>
              </a:ext>
            </a:extLst>
          </p:cNvPr>
          <p:cNvGraphicFramePr>
            <a:graphicFrameLocks noGrp="1"/>
          </p:cNvGraphicFramePr>
          <p:nvPr/>
        </p:nvGraphicFramePr>
        <p:xfrm>
          <a:off x="3370104" y="4694199"/>
          <a:ext cx="7253383" cy="1757874"/>
        </p:xfrm>
        <a:graphic>
          <a:graphicData uri="http://schemas.openxmlformats.org/drawingml/2006/table">
            <a:tbl>
              <a:tblPr firstRow="1" firstCol="1" bandRow="1">
                <a:tableStyleId>{ED083AE6-46FA-4A59-8FB0-9F97EB10719F}</a:tableStyleId>
              </a:tblPr>
              <a:tblGrid>
                <a:gridCol w="1155545">
                  <a:extLst>
                    <a:ext uri="{9D8B030D-6E8A-4147-A177-3AD203B41FA5}">
                      <a16:colId xmlns="" xmlns:a16="http://schemas.microsoft.com/office/drawing/2014/main" val="2169125893"/>
                    </a:ext>
                  </a:extLst>
                </a:gridCol>
                <a:gridCol w="1387765">
                  <a:extLst>
                    <a:ext uri="{9D8B030D-6E8A-4147-A177-3AD203B41FA5}">
                      <a16:colId xmlns="" xmlns:a16="http://schemas.microsoft.com/office/drawing/2014/main" val="3038937673"/>
                    </a:ext>
                  </a:extLst>
                </a:gridCol>
                <a:gridCol w="1650515">
                  <a:extLst>
                    <a:ext uri="{9D8B030D-6E8A-4147-A177-3AD203B41FA5}">
                      <a16:colId xmlns="" xmlns:a16="http://schemas.microsoft.com/office/drawing/2014/main" val="2285762782"/>
                    </a:ext>
                  </a:extLst>
                </a:gridCol>
                <a:gridCol w="1341506">
                  <a:extLst>
                    <a:ext uri="{9D8B030D-6E8A-4147-A177-3AD203B41FA5}">
                      <a16:colId xmlns="" xmlns:a16="http://schemas.microsoft.com/office/drawing/2014/main" val="303846438"/>
                    </a:ext>
                  </a:extLst>
                </a:gridCol>
                <a:gridCol w="1718052">
                  <a:extLst>
                    <a:ext uri="{9D8B030D-6E8A-4147-A177-3AD203B41FA5}">
                      <a16:colId xmlns="" xmlns:a16="http://schemas.microsoft.com/office/drawing/2014/main" val="1365873677"/>
                    </a:ext>
                  </a:extLst>
                </a:gridCol>
              </a:tblGrid>
              <a:tr h="292979">
                <a:tc>
                  <a:txBody>
                    <a:bodyPr/>
                    <a:lstStyle/>
                    <a:p>
                      <a:pPr algn="ctr">
                        <a:spcAft>
                          <a:spcPts val="0"/>
                        </a:spcAft>
                      </a:pPr>
                      <a:r>
                        <a:rPr lang="zh-CN" sz="1600" b="1" kern="100" dirty="0">
                          <a:effectLst/>
                          <a:latin typeface="宋体" panose="02010600030101010101" pitchFamily="2" charset="-122"/>
                          <a:ea typeface="宋体" panose="02010600030101010101" pitchFamily="2" charset="-122"/>
                        </a:rPr>
                        <a:t>所属区域</a:t>
                      </a:r>
                      <a:endParaRPr lang="zh-CN" sz="1600" b="1"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600" b="1" kern="100" dirty="0">
                          <a:effectLst/>
                          <a:latin typeface="宋体" panose="02010600030101010101" pitchFamily="2" charset="-122"/>
                          <a:ea typeface="宋体" panose="02010600030101010101" pitchFamily="2" charset="-122"/>
                        </a:rPr>
                        <a:t>设备类型</a:t>
                      </a:r>
                      <a:endParaRPr lang="zh-CN" sz="1600" b="1"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600" b="1" kern="100" dirty="0">
                          <a:effectLst/>
                          <a:latin typeface="宋体" panose="02010600030101010101" pitchFamily="2" charset="-122"/>
                          <a:ea typeface="宋体" panose="02010600030101010101" pitchFamily="2" charset="-122"/>
                        </a:rPr>
                        <a:t>型号</a:t>
                      </a:r>
                      <a:endParaRPr lang="zh-CN" sz="1600" b="1"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600" b="1" kern="100" dirty="0">
                          <a:effectLst/>
                          <a:latin typeface="宋体" panose="02010600030101010101" pitchFamily="2" charset="-122"/>
                          <a:ea typeface="宋体" panose="02010600030101010101" pitchFamily="2" charset="-122"/>
                        </a:rPr>
                        <a:t>设备命名</a:t>
                      </a:r>
                      <a:endParaRPr lang="zh-CN" sz="1600" b="1"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600" b="1" kern="100" dirty="0">
                          <a:effectLst/>
                          <a:latin typeface="宋体" panose="02010600030101010101" pitchFamily="2" charset="-122"/>
                          <a:ea typeface="宋体" panose="02010600030101010101" pitchFamily="2" charset="-122"/>
                        </a:rPr>
                        <a:t>登录密码</a:t>
                      </a:r>
                      <a:endParaRPr lang="zh-CN" sz="1600" b="1"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 xmlns:a16="http://schemas.microsoft.com/office/drawing/2014/main" val="2633968377"/>
                  </a:ext>
                </a:extLst>
              </a:tr>
              <a:tr h="292979">
                <a:tc>
                  <a:txBody>
                    <a:bodyPr/>
                    <a:lstStyle/>
                    <a:p>
                      <a:pPr algn="ctr">
                        <a:spcAft>
                          <a:spcPts val="0"/>
                        </a:spcAft>
                      </a:pPr>
                      <a:r>
                        <a:rPr lang="en-US" sz="1600" kern="100">
                          <a:effectLst/>
                          <a:latin typeface="宋体" panose="02010600030101010101" pitchFamily="2" charset="-122"/>
                          <a:ea typeface="宋体" panose="02010600030101010101" pitchFamily="2" charset="-122"/>
                        </a:rPr>
                        <a:t> </a:t>
                      </a:r>
                      <a:endParaRPr lang="zh-CN" sz="1600" kern="10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600" kern="100">
                          <a:effectLst/>
                          <a:latin typeface="宋体" panose="02010600030101010101" pitchFamily="2" charset="-122"/>
                          <a:ea typeface="宋体" panose="02010600030101010101" pitchFamily="2" charset="-122"/>
                        </a:rPr>
                        <a:t> </a:t>
                      </a:r>
                      <a:endParaRPr lang="zh-CN" sz="1600" kern="10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600" kern="100">
                          <a:effectLst/>
                          <a:latin typeface="宋体" panose="02010600030101010101" pitchFamily="2" charset="-122"/>
                          <a:ea typeface="宋体" panose="02010600030101010101" pitchFamily="2" charset="-122"/>
                        </a:rPr>
                        <a:t> </a:t>
                      </a:r>
                      <a:endParaRPr lang="zh-CN" sz="1600" kern="10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600" kern="100">
                          <a:effectLst/>
                          <a:latin typeface="宋体" panose="02010600030101010101" pitchFamily="2" charset="-122"/>
                          <a:ea typeface="宋体" panose="02010600030101010101" pitchFamily="2" charset="-122"/>
                        </a:rPr>
                        <a:t> </a:t>
                      </a:r>
                      <a:endParaRPr lang="zh-CN" sz="1600" kern="10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600" kern="100">
                          <a:effectLst/>
                          <a:latin typeface="宋体" panose="02010600030101010101" pitchFamily="2" charset="-122"/>
                          <a:ea typeface="宋体" panose="02010600030101010101" pitchFamily="2" charset="-122"/>
                        </a:rPr>
                        <a:t> </a:t>
                      </a:r>
                      <a:endParaRPr lang="zh-CN" sz="1600" kern="10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 xmlns:a16="http://schemas.microsoft.com/office/drawing/2014/main" val="386685981"/>
                  </a:ext>
                </a:extLst>
              </a:tr>
              <a:tr h="292979">
                <a:tc>
                  <a:txBody>
                    <a:bodyPr/>
                    <a:lstStyle/>
                    <a:p>
                      <a:pPr algn="ctr">
                        <a:spcAft>
                          <a:spcPts val="0"/>
                        </a:spcAft>
                      </a:pPr>
                      <a:r>
                        <a:rPr lang="en-US" sz="1600" kern="100">
                          <a:effectLst/>
                          <a:latin typeface="宋体" panose="02010600030101010101" pitchFamily="2" charset="-122"/>
                          <a:ea typeface="宋体" panose="02010600030101010101" pitchFamily="2" charset="-122"/>
                        </a:rPr>
                        <a:t> </a:t>
                      </a:r>
                      <a:endParaRPr lang="zh-CN" sz="1600" kern="10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600" kern="100">
                          <a:effectLst/>
                          <a:latin typeface="宋体" panose="02010600030101010101" pitchFamily="2" charset="-122"/>
                          <a:ea typeface="宋体" panose="02010600030101010101" pitchFamily="2" charset="-122"/>
                        </a:rPr>
                        <a:t> </a:t>
                      </a:r>
                      <a:endParaRPr lang="zh-CN" sz="1600" kern="10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600" kern="100">
                          <a:effectLst/>
                          <a:latin typeface="宋体" panose="02010600030101010101" pitchFamily="2" charset="-122"/>
                          <a:ea typeface="宋体" panose="02010600030101010101" pitchFamily="2" charset="-122"/>
                        </a:rPr>
                        <a:t> </a:t>
                      </a:r>
                      <a:endParaRPr lang="zh-CN" sz="1600" kern="10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600" kern="100">
                          <a:effectLst/>
                          <a:latin typeface="宋体" panose="02010600030101010101" pitchFamily="2" charset="-122"/>
                          <a:ea typeface="宋体" panose="02010600030101010101" pitchFamily="2" charset="-122"/>
                        </a:rPr>
                        <a:t> </a:t>
                      </a:r>
                      <a:endParaRPr lang="zh-CN" sz="1600" kern="10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600" kern="100">
                          <a:effectLst/>
                          <a:latin typeface="宋体" panose="02010600030101010101" pitchFamily="2" charset="-122"/>
                          <a:ea typeface="宋体" panose="02010600030101010101" pitchFamily="2" charset="-122"/>
                        </a:rPr>
                        <a:t> </a:t>
                      </a:r>
                      <a:endParaRPr lang="zh-CN" sz="1600" kern="10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 xmlns:a16="http://schemas.microsoft.com/office/drawing/2014/main" val="1487468711"/>
                  </a:ext>
                </a:extLst>
              </a:tr>
              <a:tr h="292979">
                <a:tc>
                  <a:txBody>
                    <a:bodyPr/>
                    <a:lstStyle/>
                    <a:p>
                      <a:pPr algn="ctr">
                        <a:spcAft>
                          <a:spcPts val="0"/>
                        </a:spcAft>
                      </a:pPr>
                      <a:r>
                        <a:rPr lang="en-US" sz="1600" kern="100">
                          <a:effectLst/>
                          <a:latin typeface="宋体" panose="02010600030101010101" pitchFamily="2" charset="-122"/>
                          <a:ea typeface="宋体" panose="02010600030101010101" pitchFamily="2" charset="-122"/>
                        </a:rPr>
                        <a:t> </a:t>
                      </a:r>
                      <a:endParaRPr lang="zh-CN" sz="1600" kern="10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600" kern="100">
                          <a:effectLst/>
                          <a:latin typeface="宋体" panose="02010600030101010101" pitchFamily="2" charset="-122"/>
                          <a:ea typeface="宋体" panose="02010600030101010101" pitchFamily="2" charset="-122"/>
                        </a:rPr>
                        <a:t> </a:t>
                      </a:r>
                      <a:endParaRPr lang="zh-CN" sz="1600" kern="10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600" kern="100">
                          <a:effectLst/>
                          <a:latin typeface="宋体" panose="02010600030101010101" pitchFamily="2" charset="-122"/>
                          <a:ea typeface="宋体" panose="02010600030101010101" pitchFamily="2" charset="-122"/>
                        </a:rPr>
                        <a:t> </a:t>
                      </a:r>
                      <a:endParaRPr lang="zh-CN" sz="1600" kern="10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600" kern="100">
                          <a:effectLst/>
                          <a:latin typeface="宋体" panose="02010600030101010101" pitchFamily="2" charset="-122"/>
                          <a:ea typeface="宋体" panose="02010600030101010101" pitchFamily="2" charset="-122"/>
                        </a:rPr>
                        <a:t> </a:t>
                      </a:r>
                      <a:endParaRPr lang="zh-CN" sz="1600" kern="10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600" kern="100">
                          <a:effectLst/>
                          <a:latin typeface="宋体" panose="02010600030101010101" pitchFamily="2" charset="-122"/>
                          <a:ea typeface="宋体" panose="02010600030101010101" pitchFamily="2" charset="-122"/>
                        </a:rPr>
                        <a:t> </a:t>
                      </a:r>
                      <a:endParaRPr lang="zh-CN" sz="1600" kern="10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 xmlns:a16="http://schemas.microsoft.com/office/drawing/2014/main" val="2311749832"/>
                  </a:ext>
                </a:extLst>
              </a:tr>
              <a:tr h="292979">
                <a:tc>
                  <a:txBody>
                    <a:bodyPr/>
                    <a:lstStyle/>
                    <a:p>
                      <a:pPr algn="ctr">
                        <a:spcAft>
                          <a:spcPts val="0"/>
                        </a:spcAft>
                      </a:pPr>
                      <a:r>
                        <a:rPr lang="en-US" sz="1600" kern="100">
                          <a:effectLst/>
                          <a:latin typeface="宋体" panose="02010600030101010101" pitchFamily="2" charset="-122"/>
                          <a:ea typeface="宋体" panose="02010600030101010101" pitchFamily="2" charset="-122"/>
                        </a:rPr>
                        <a:t> </a:t>
                      </a:r>
                      <a:endParaRPr lang="zh-CN" sz="1600" kern="10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600" kern="100">
                          <a:effectLst/>
                          <a:latin typeface="宋体" panose="02010600030101010101" pitchFamily="2" charset="-122"/>
                          <a:ea typeface="宋体" panose="02010600030101010101" pitchFamily="2" charset="-122"/>
                        </a:rPr>
                        <a:t> </a:t>
                      </a:r>
                      <a:endParaRPr lang="zh-CN" sz="1600" kern="10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600" kern="100">
                          <a:effectLst/>
                          <a:latin typeface="宋体" panose="02010600030101010101" pitchFamily="2" charset="-122"/>
                          <a:ea typeface="宋体" panose="02010600030101010101" pitchFamily="2" charset="-122"/>
                        </a:rPr>
                        <a:t> </a:t>
                      </a:r>
                      <a:endParaRPr lang="zh-CN" sz="1600" kern="10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600" kern="100">
                          <a:effectLst/>
                          <a:latin typeface="宋体" panose="02010600030101010101" pitchFamily="2" charset="-122"/>
                          <a:ea typeface="宋体" panose="02010600030101010101" pitchFamily="2" charset="-122"/>
                        </a:rPr>
                        <a:t> </a:t>
                      </a:r>
                      <a:endParaRPr lang="zh-CN" sz="1600" kern="10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600" kern="100">
                          <a:effectLst/>
                          <a:latin typeface="宋体" panose="02010600030101010101" pitchFamily="2" charset="-122"/>
                          <a:ea typeface="宋体" panose="02010600030101010101" pitchFamily="2" charset="-122"/>
                        </a:rPr>
                        <a:t> </a:t>
                      </a:r>
                      <a:endParaRPr lang="zh-CN" sz="1600" kern="10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 xmlns:a16="http://schemas.microsoft.com/office/drawing/2014/main" val="2726255854"/>
                  </a:ext>
                </a:extLst>
              </a:tr>
              <a:tr h="292979">
                <a:tc>
                  <a:txBody>
                    <a:bodyPr/>
                    <a:lstStyle/>
                    <a:p>
                      <a:pPr algn="ctr">
                        <a:spcAft>
                          <a:spcPts val="0"/>
                        </a:spcAft>
                      </a:pPr>
                      <a:r>
                        <a:rPr lang="en-US" sz="1600" kern="100">
                          <a:effectLst/>
                          <a:latin typeface="宋体" panose="02010600030101010101" pitchFamily="2" charset="-122"/>
                          <a:ea typeface="宋体" panose="02010600030101010101" pitchFamily="2" charset="-122"/>
                        </a:rPr>
                        <a:t> </a:t>
                      </a:r>
                      <a:endParaRPr lang="zh-CN" sz="1600" kern="10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600" kern="100">
                          <a:effectLst/>
                          <a:latin typeface="宋体" panose="02010600030101010101" pitchFamily="2" charset="-122"/>
                          <a:ea typeface="宋体" panose="02010600030101010101" pitchFamily="2" charset="-122"/>
                        </a:rPr>
                        <a:t> </a:t>
                      </a:r>
                      <a:endParaRPr lang="zh-CN" sz="1600" kern="10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600" kern="100">
                          <a:effectLst/>
                          <a:latin typeface="宋体" panose="02010600030101010101" pitchFamily="2" charset="-122"/>
                          <a:ea typeface="宋体" panose="02010600030101010101" pitchFamily="2" charset="-122"/>
                        </a:rPr>
                        <a:t> </a:t>
                      </a:r>
                      <a:endParaRPr lang="zh-CN" sz="1600" kern="10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600" kern="100">
                          <a:effectLst/>
                          <a:latin typeface="宋体" panose="02010600030101010101" pitchFamily="2" charset="-122"/>
                          <a:ea typeface="宋体" panose="02010600030101010101" pitchFamily="2" charset="-122"/>
                        </a:rPr>
                        <a:t> </a:t>
                      </a:r>
                      <a:endParaRPr lang="zh-CN" sz="1600" kern="10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600" kern="100" dirty="0">
                          <a:effectLst/>
                          <a:latin typeface="宋体" panose="02010600030101010101" pitchFamily="2" charset="-122"/>
                          <a:ea typeface="宋体" panose="02010600030101010101" pitchFamily="2" charset="-122"/>
                        </a:rPr>
                        <a:t> </a:t>
                      </a:r>
                      <a:endParaRPr lang="zh-CN" sz="16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 xmlns:a16="http://schemas.microsoft.com/office/drawing/2014/main" val="3369675690"/>
                  </a:ext>
                </a:extLst>
              </a:tr>
            </a:tbl>
          </a:graphicData>
        </a:graphic>
      </p:graphicFrame>
    </p:spTree>
    <p:extLst>
      <p:ext uri="{BB962C8B-B14F-4D97-AF65-F5344CB8AC3E}">
        <p14:creationId xmlns:p14="http://schemas.microsoft.com/office/powerpoint/2010/main" val="4040469985"/>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43C792BA-7B17-4ADC-A4E3-4EF3CEEA22A2}"/>
              </a:ext>
            </a:extLst>
          </p:cNvPr>
          <p:cNvSpPr>
            <a:spLocks noGrp="1"/>
          </p:cNvSpPr>
          <p:nvPr>
            <p:ph type="title"/>
          </p:nvPr>
        </p:nvSpPr>
        <p:spPr/>
        <p:txBody>
          <a:bodyPr/>
          <a:lstStyle/>
          <a:p>
            <a:r>
              <a:rPr lang="zh-CN" altLang="en-US" dirty="0"/>
              <a:t>实践拓展</a:t>
            </a:r>
          </a:p>
        </p:txBody>
      </p:sp>
      <p:sp>
        <p:nvSpPr>
          <p:cNvPr id="3" name="文本占位符 2">
            <a:extLst>
              <a:ext uri="{FF2B5EF4-FFF2-40B4-BE49-F238E27FC236}">
                <a16:creationId xmlns="" xmlns:a16="http://schemas.microsoft.com/office/drawing/2014/main" id="{91C89B88-5F39-4A52-BE63-68550BD10E3E}"/>
              </a:ext>
            </a:extLst>
          </p:cNvPr>
          <p:cNvSpPr>
            <a:spLocks noGrp="1"/>
          </p:cNvSpPr>
          <p:nvPr>
            <p:ph type="body" sz="quarter" idx="10"/>
          </p:nvPr>
        </p:nvSpPr>
        <p:spPr>
          <a:xfrm>
            <a:off x="444603" y="1247556"/>
            <a:ext cx="11307600" cy="4680000"/>
          </a:xfrm>
        </p:spPr>
        <p:txBody>
          <a:bodyPr/>
          <a:lstStyle/>
          <a:p>
            <a:r>
              <a:rPr lang="en-US" altLang="zh-CN" b="1" dirty="0"/>
              <a:t>2.</a:t>
            </a:r>
            <a:r>
              <a:rPr lang="zh-CN" altLang="zh-CN" b="1" dirty="0"/>
              <a:t>实践业务规划</a:t>
            </a:r>
            <a:endParaRPr lang="en-US" altLang="zh-CN" b="1" dirty="0"/>
          </a:p>
          <a:p>
            <a:pPr lvl="1"/>
            <a:r>
              <a:rPr lang="en-US" altLang="zh-CN" dirty="0"/>
              <a:t>    </a:t>
            </a:r>
            <a:r>
              <a:rPr lang="zh-CN" altLang="en-US" dirty="0"/>
              <a:t>端口互联</a:t>
            </a:r>
            <a:r>
              <a:rPr lang="zh-CN" altLang="zh-CN" dirty="0"/>
              <a:t>规划</a:t>
            </a:r>
            <a:endParaRPr lang="en-US" altLang="zh-CN" dirty="0"/>
          </a:p>
          <a:p>
            <a:pPr lvl="1"/>
            <a:endParaRPr lang="en-US" altLang="zh-CN" dirty="0"/>
          </a:p>
          <a:p>
            <a:pPr lvl="1"/>
            <a:endParaRPr lang="en-US" altLang="zh-CN" dirty="0"/>
          </a:p>
          <a:p>
            <a:pPr lvl="1"/>
            <a:endParaRPr lang="en-US" altLang="zh-CN" dirty="0"/>
          </a:p>
          <a:p>
            <a:pPr lvl="1"/>
            <a:endParaRPr lang="en-US" altLang="zh-CN" dirty="0"/>
          </a:p>
          <a:p>
            <a:pPr lvl="1"/>
            <a:endParaRPr lang="en-US" altLang="zh-CN" dirty="0"/>
          </a:p>
          <a:p>
            <a:pPr lvl="1"/>
            <a:r>
              <a:rPr lang="en-US" altLang="zh-CN" dirty="0"/>
              <a:t>IP</a:t>
            </a:r>
            <a:r>
              <a:rPr lang="zh-CN" altLang="en-US" dirty="0"/>
              <a:t>地址</a:t>
            </a:r>
            <a:r>
              <a:rPr lang="zh-CN" altLang="zh-CN" dirty="0"/>
              <a:t>规划</a:t>
            </a:r>
          </a:p>
          <a:p>
            <a:pPr lvl="1"/>
            <a:endParaRPr lang="zh-CN" altLang="zh-CN" dirty="0"/>
          </a:p>
        </p:txBody>
      </p:sp>
      <p:graphicFrame>
        <p:nvGraphicFramePr>
          <p:cNvPr id="4" name="表格 3">
            <a:extLst>
              <a:ext uri="{FF2B5EF4-FFF2-40B4-BE49-F238E27FC236}">
                <a16:creationId xmlns="" xmlns:a16="http://schemas.microsoft.com/office/drawing/2014/main" id="{85F93F0E-F290-4475-B0A0-22D66D201D9A}"/>
              </a:ext>
            </a:extLst>
          </p:cNvPr>
          <p:cNvGraphicFramePr>
            <a:graphicFrameLocks noGrp="1"/>
          </p:cNvGraphicFramePr>
          <p:nvPr/>
        </p:nvGraphicFramePr>
        <p:xfrm>
          <a:off x="4010939" y="1891862"/>
          <a:ext cx="7229875" cy="2569777"/>
        </p:xfrm>
        <a:graphic>
          <a:graphicData uri="http://schemas.openxmlformats.org/drawingml/2006/table">
            <a:tbl>
              <a:tblPr firstRow="1" firstCol="1" bandRow="1">
                <a:tableStyleId>{ED083AE6-46FA-4A59-8FB0-9F97EB10719F}</a:tableStyleId>
              </a:tblPr>
              <a:tblGrid>
                <a:gridCol w="1120904">
                  <a:extLst>
                    <a:ext uri="{9D8B030D-6E8A-4147-A177-3AD203B41FA5}">
                      <a16:colId xmlns="" xmlns:a16="http://schemas.microsoft.com/office/drawing/2014/main" val="1001086651"/>
                    </a:ext>
                  </a:extLst>
                </a:gridCol>
                <a:gridCol w="1312503">
                  <a:extLst>
                    <a:ext uri="{9D8B030D-6E8A-4147-A177-3AD203B41FA5}">
                      <a16:colId xmlns="" xmlns:a16="http://schemas.microsoft.com/office/drawing/2014/main" val="2694296383"/>
                    </a:ext>
                  </a:extLst>
                </a:gridCol>
                <a:gridCol w="2492645">
                  <a:extLst>
                    <a:ext uri="{9D8B030D-6E8A-4147-A177-3AD203B41FA5}">
                      <a16:colId xmlns="" xmlns:a16="http://schemas.microsoft.com/office/drawing/2014/main" val="2952502223"/>
                    </a:ext>
                  </a:extLst>
                </a:gridCol>
                <a:gridCol w="1181068">
                  <a:extLst>
                    <a:ext uri="{9D8B030D-6E8A-4147-A177-3AD203B41FA5}">
                      <a16:colId xmlns="" xmlns:a16="http://schemas.microsoft.com/office/drawing/2014/main" val="1937142668"/>
                    </a:ext>
                  </a:extLst>
                </a:gridCol>
                <a:gridCol w="1122755">
                  <a:extLst>
                    <a:ext uri="{9D8B030D-6E8A-4147-A177-3AD203B41FA5}">
                      <a16:colId xmlns="" xmlns:a16="http://schemas.microsoft.com/office/drawing/2014/main" val="3635704692"/>
                    </a:ext>
                  </a:extLst>
                </a:gridCol>
              </a:tblGrid>
              <a:tr h="367111">
                <a:tc>
                  <a:txBody>
                    <a:bodyPr/>
                    <a:lstStyle/>
                    <a:p>
                      <a:pPr algn="ctr">
                        <a:spcAft>
                          <a:spcPts val="0"/>
                        </a:spcAft>
                      </a:pPr>
                      <a:r>
                        <a:rPr lang="zh-CN" sz="1600" b="1" kern="100" dirty="0">
                          <a:effectLst/>
                          <a:latin typeface="宋体" panose="02010600030101010101" pitchFamily="2" charset="-122"/>
                          <a:ea typeface="宋体" panose="02010600030101010101" pitchFamily="2" charset="-122"/>
                        </a:rPr>
                        <a:t>本端设备</a:t>
                      </a:r>
                      <a:endParaRPr lang="zh-CN" sz="1600" b="1"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600" b="1" kern="100" dirty="0">
                          <a:effectLst/>
                          <a:latin typeface="宋体" panose="02010600030101010101" pitchFamily="2" charset="-122"/>
                          <a:ea typeface="宋体" panose="02010600030101010101" pitchFamily="2" charset="-122"/>
                        </a:rPr>
                        <a:t>本端端口</a:t>
                      </a:r>
                      <a:endParaRPr lang="zh-CN" sz="1600" b="1"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600" b="1" kern="100" dirty="0">
                          <a:effectLst/>
                          <a:latin typeface="宋体" panose="02010600030101010101" pitchFamily="2" charset="-122"/>
                          <a:ea typeface="宋体" panose="02010600030101010101" pitchFamily="2" charset="-122"/>
                        </a:rPr>
                        <a:t>端口配置</a:t>
                      </a:r>
                      <a:endParaRPr lang="zh-CN" sz="1600" b="1"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600" b="1" kern="100" dirty="0">
                          <a:effectLst/>
                          <a:latin typeface="宋体" panose="02010600030101010101" pitchFamily="2" charset="-122"/>
                          <a:ea typeface="宋体" panose="02010600030101010101" pitchFamily="2" charset="-122"/>
                        </a:rPr>
                        <a:t>对端设备</a:t>
                      </a:r>
                      <a:endParaRPr lang="zh-CN" sz="1600" b="1"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600" b="1" kern="100" dirty="0">
                          <a:effectLst/>
                          <a:latin typeface="宋体" panose="02010600030101010101" pitchFamily="2" charset="-122"/>
                          <a:ea typeface="宋体" panose="02010600030101010101" pitchFamily="2" charset="-122"/>
                        </a:rPr>
                        <a:t>对端端口</a:t>
                      </a:r>
                      <a:endParaRPr lang="zh-CN" sz="1600" b="1"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 xmlns:a16="http://schemas.microsoft.com/office/drawing/2014/main" val="2720182526"/>
                  </a:ext>
                </a:extLst>
              </a:tr>
              <a:tr h="367111">
                <a:tc>
                  <a:txBody>
                    <a:bodyPr/>
                    <a:lstStyle/>
                    <a:p>
                      <a:pPr algn="ctr">
                        <a:spcAft>
                          <a:spcPts val="0"/>
                        </a:spcAft>
                      </a:pPr>
                      <a:r>
                        <a:rPr lang="en-US" sz="1600" b="0" kern="100">
                          <a:effectLst/>
                          <a:latin typeface="宋体" panose="02010600030101010101" pitchFamily="2" charset="-122"/>
                          <a:ea typeface="宋体" panose="02010600030101010101" pitchFamily="2" charset="-122"/>
                        </a:rPr>
                        <a:t> </a:t>
                      </a:r>
                      <a:endParaRPr lang="zh-CN" sz="1600" b="0" kern="10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600" b="0" kern="100">
                          <a:effectLst/>
                          <a:latin typeface="宋体" panose="02010600030101010101" pitchFamily="2" charset="-122"/>
                          <a:ea typeface="宋体" panose="02010600030101010101" pitchFamily="2" charset="-122"/>
                        </a:rPr>
                        <a:t> </a:t>
                      </a:r>
                      <a:endParaRPr lang="zh-CN" sz="1600" b="0" kern="10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600" b="0" kern="100">
                          <a:effectLst/>
                          <a:latin typeface="宋体" panose="02010600030101010101" pitchFamily="2" charset="-122"/>
                          <a:ea typeface="宋体" panose="02010600030101010101" pitchFamily="2" charset="-122"/>
                        </a:rPr>
                        <a:t> </a:t>
                      </a:r>
                      <a:endParaRPr lang="zh-CN" sz="1600" b="0" kern="10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600" b="0" kern="100">
                          <a:effectLst/>
                          <a:latin typeface="宋体" panose="02010600030101010101" pitchFamily="2" charset="-122"/>
                          <a:ea typeface="宋体" panose="02010600030101010101" pitchFamily="2" charset="-122"/>
                        </a:rPr>
                        <a:t> </a:t>
                      </a:r>
                      <a:endParaRPr lang="zh-CN" sz="1600" b="0" kern="10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600" b="0" kern="100">
                          <a:effectLst/>
                          <a:latin typeface="宋体" panose="02010600030101010101" pitchFamily="2" charset="-122"/>
                          <a:ea typeface="宋体" panose="02010600030101010101" pitchFamily="2" charset="-122"/>
                        </a:rPr>
                        <a:t> </a:t>
                      </a:r>
                      <a:endParaRPr lang="zh-CN" sz="1600" b="0" kern="10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tc>
                <a:extLst>
                  <a:ext uri="{0D108BD9-81ED-4DB2-BD59-A6C34878D82A}">
                    <a16:rowId xmlns="" xmlns:a16="http://schemas.microsoft.com/office/drawing/2014/main" val="3451144225"/>
                  </a:ext>
                </a:extLst>
              </a:tr>
              <a:tr h="367111">
                <a:tc>
                  <a:txBody>
                    <a:bodyPr/>
                    <a:lstStyle/>
                    <a:p>
                      <a:pPr algn="ctr">
                        <a:spcAft>
                          <a:spcPts val="0"/>
                        </a:spcAft>
                      </a:pPr>
                      <a:r>
                        <a:rPr lang="en-US" sz="1600" b="0" kern="100">
                          <a:effectLst/>
                          <a:latin typeface="宋体" panose="02010600030101010101" pitchFamily="2" charset="-122"/>
                          <a:ea typeface="宋体" panose="02010600030101010101" pitchFamily="2" charset="-122"/>
                        </a:rPr>
                        <a:t> </a:t>
                      </a:r>
                      <a:endParaRPr lang="zh-CN" sz="1600" b="0" kern="10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600" b="0" kern="100">
                          <a:effectLst/>
                          <a:latin typeface="宋体" panose="02010600030101010101" pitchFamily="2" charset="-122"/>
                          <a:ea typeface="宋体" panose="02010600030101010101" pitchFamily="2" charset="-122"/>
                        </a:rPr>
                        <a:t> </a:t>
                      </a:r>
                      <a:endParaRPr lang="zh-CN" sz="1600" b="0" kern="10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600" b="0" kern="100">
                          <a:effectLst/>
                          <a:latin typeface="宋体" panose="02010600030101010101" pitchFamily="2" charset="-122"/>
                          <a:ea typeface="宋体" panose="02010600030101010101" pitchFamily="2" charset="-122"/>
                        </a:rPr>
                        <a:t> </a:t>
                      </a:r>
                      <a:endParaRPr lang="zh-CN" sz="1600" b="0" kern="10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600" b="0" kern="100">
                          <a:effectLst/>
                          <a:latin typeface="宋体" panose="02010600030101010101" pitchFamily="2" charset="-122"/>
                          <a:ea typeface="宋体" panose="02010600030101010101" pitchFamily="2" charset="-122"/>
                        </a:rPr>
                        <a:t> </a:t>
                      </a:r>
                      <a:endParaRPr lang="zh-CN" sz="1600" b="0" kern="10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600" b="0" kern="100">
                          <a:effectLst/>
                          <a:latin typeface="宋体" panose="02010600030101010101" pitchFamily="2" charset="-122"/>
                          <a:ea typeface="宋体" panose="02010600030101010101" pitchFamily="2" charset="-122"/>
                        </a:rPr>
                        <a:t> </a:t>
                      </a:r>
                      <a:endParaRPr lang="zh-CN" sz="1600" b="0" kern="10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tc>
                <a:extLst>
                  <a:ext uri="{0D108BD9-81ED-4DB2-BD59-A6C34878D82A}">
                    <a16:rowId xmlns="" xmlns:a16="http://schemas.microsoft.com/office/drawing/2014/main" val="3493010025"/>
                  </a:ext>
                </a:extLst>
              </a:tr>
              <a:tr h="367111">
                <a:tc>
                  <a:txBody>
                    <a:bodyPr/>
                    <a:lstStyle/>
                    <a:p>
                      <a:pPr algn="ctr">
                        <a:spcAft>
                          <a:spcPts val="0"/>
                        </a:spcAft>
                      </a:pPr>
                      <a:r>
                        <a:rPr lang="en-US" sz="1600" b="0" kern="100">
                          <a:effectLst/>
                          <a:latin typeface="宋体" panose="02010600030101010101" pitchFamily="2" charset="-122"/>
                          <a:ea typeface="宋体" panose="02010600030101010101" pitchFamily="2" charset="-122"/>
                        </a:rPr>
                        <a:t> </a:t>
                      </a:r>
                      <a:endParaRPr lang="zh-CN" sz="1600" b="0" kern="10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600" b="0" kern="100">
                          <a:effectLst/>
                          <a:latin typeface="宋体" panose="02010600030101010101" pitchFamily="2" charset="-122"/>
                          <a:ea typeface="宋体" panose="02010600030101010101" pitchFamily="2" charset="-122"/>
                        </a:rPr>
                        <a:t> </a:t>
                      </a:r>
                      <a:endParaRPr lang="zh-CN" sz="1600" b="0" kern="10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600" b="0" kern="100">
                          <a:effectLst/>
                          <a:latin typeface="宋体" panose="02010600030101010101" pitchFamily="2" charset="-122"/>
                          <a:ea typeface="宋体" panose="02010600030101010101" pitchFamily="2" charset="-122"/>
                        </a:rPr>
                        <a:t> </a:t>
                      </a:r>
                      <a:endParaRPr lang="zh-CN" sz="1600" b="0" kern="10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600" b="0" kern="100">
                          <a:effectLst/>
                          <a:latin typeface="宋体" panose="02010600030101010101" pitchFamily="2" charset="-122"/>
                          <a:ea typeface="宋体" panose="02010600030101010101" pitchFamily="2" charset="-122"/>
                        </a:rPr>
                        <a:t> </a:t>
                      </a:r>
                      <a:endParaRPr lang="zh-CN" sz="1600" b="0" kern="10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600" b="0" kern="100">
                          <a:effectLst/>
                          <a:latin typeface="宋体" panose="02010600030101010101" pitchFamily="2" charset="-122"/>
                          <a:ea typeface="宋体" panose="02010600030101010101" pitchFamily="2" charset="-122"/>
                        </a:rPr>
                        <a:t> </a:t>
                      </a:r>
                      <a:endParaRPr lang="zh-CN" sz="1600" b="0" kern="10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tc>
                <a:extLst>
                  <a:ext uri="{0D108BD9-81ED-4DB2-BD59-A6C34878D82A}">
                    <a16:rowId xmlns="" xmlns:a16="http://schemas.microsoft.com/office/drawing/2014/main" val="2765661040"/>
                  </a:ext>
                </a:extLst>
              </a:tr>
              <a:tr h="367111">
                <a:tc>
                  <a:txBody>
                    <a:bodyPr/>
                    <a:lstStyle/>
                    <a:p>
                      <a:pPr algn="ctr">
                        <a:spcAft>
                          <a:spcPts val="0"/>
                        </a:spcAft>
                      </a:pPr>
                      <a:r>
                        <a:rPr lang="en-US" sz="1600" b="0" kern="100">
                          <a:effectLst/>
                          <a:latin typeface="宋体" panose="02010600030101010101" pitchFamily="2" charset="-122"/>
                          <a:ea typeface="宋体" panose="02010600030101010101" pitchFamily="2" charset="-122"/>
                        </a:rPr>
                        <a:t> </a:t>
                      </a:r>
                      <a:endParaRPr lang="zh-CN" sz="1600" b="0" kern="10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600" b="0" kern="100">
                          <a:effectLst/>
                          <a:latin typeface="宋体" panose="02010600030101010101" pitchFamily="2" charset="-122"/>
                          <a:ea typeface="宋体" panose="02010600030101010101" pitchFamily="2" charset="-122"/>
                        </a:rPr>
                        <a:t> </a:t>
                      </a:r>
                      <a:endParaRPr lang="zh-CN" sz="1600" b="0" kern="10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600" b="0" kern="100">
                          <a:effectLst/>
                          <a:latin typeface="宋体" panose="02010600030101010101" pitchFamily="2" charset="-122"/>
                          <a:ea typeface="宋体" panose="02010600030101010101" pitchFamily="2" charset="-122"/>
                        </a:rPr>
                        <a:t> </a:t>
                      </a:r>
                      <a:endParaRPr lang="zh-CN" sz="1600" b="0" kern="10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600" b="0" kern="100">
                          <a:effectLst/>
                          <a:latin typeface="宋体" panose="02010600030101010101" pitchFamily="2" charset="-122"/>
                          <a:ea typeface="宋体" panose="02010600030101010101" pitchFamily="2" charset="-122"/>
                        </a:rPr>
                        <a:t> </a:t>
                      </a:r>
                      <a:endParaRPr lang="zh-CN" sz="1600" b="0" kern="10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600" b="0" kern="100">
                          <a:effectLst/>
                          <a:latin typeface="宋体" panose="02010600030101010101" pitchFamily="2" charset="-122"/>
                          <a:ea typeface="宋体" panose="02010600030101010101" pitchFamily="2" charset="-122"/>
                        </a:rPr>
                        <a:t> </a:t>
                      </a:r>
                      <a:endParaRPr lang="zh-CN" sz="1600" b="0" kern="10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tc>
                <a:extLst>
                  <a:ext uri="{0D108BD9-81ED-4DB2-BD59-A6C34878D82A}">
                    <a16:rowId xmlns="" xmlns:a16="http://schemas.microsoft.com/office/drawing/2014/main" val="3555727982"/>
                  </a:ext>
                </a:extLst>
              </a:tr>
              <a:tr h="367111">
                <a:tc>
                  <a:txBody>
                    <a:bodyPr/>
                    <a:lstStyle/>
                    <a:p>
                      <a:pPr algn="ctr">
                        <a:spcAft>
                          <a:spcPts val="0"/>
                        </a:spcAft>
                      </a:pPr>
                      <a:r>
                        <a:rPr lang="en-US" sz="1600" b="0" kern="100">
                          <a:effectLst/>
                          <a:latin typeface="宋体" panose="02010600030101010101" pitchFamily="2" charset="-122"/>
                          <a:ea typeface="宋体" panose="02010600030101010101" pitchFamily="2" charset="-122"/>
                        </a:rPr>
                        <a:t> </a:t>
                      </a:r>
                      <a:endParaRPr lang="zh-CN" sz="1600" b="0" kern="10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600" b="0" kern="100">
                          <a:effectLst/>
                          <a:latin typeface="宋体" panose="02010600030101010101" pitchFamily="2" charset="-122"/>
                          <a:ea typeface="宋体" panose="02010600030101010101" pitchFamily="2" charset="-122"/>
                        </a:rPr>
                        <a:t> </a:t>
                      </a:r>
                      <a:endParaRPr lang="zh-CN" sz="1600" b="0" kern="10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600" b="0" kern="100">
                          <a:effectLst/>
                          <a:latin typeface="宋体" panose="02010600030101010101" pitchFamily="2" charset="-122"/>
                          <a:ea typeface="宋体" panose="02010600030101010101" pitchFamily="2" charset="-122"/>
                        </a:rPr>
                        <a:t> </a:t>
                      </a:r>
                      <a:endParaRPr lang="zh-CN" sz="1600" b="0" kern="10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600" b="0" kern="100">
                          <a:effectLst/>
                          <a:latin typeface="宋体" panose="02010600030101010101" pitchFamily="2" charset="-122"/>
                          <a:ea typeface="宋体" panose="02010600030101010101" pitchFamily="2" charset="-122"/>
                        </a:rPr>
                        <a:t> </a:t>
                      </a:r>
                      <a:endParaRPr lang="zh-CN" sz="1600" b="0" kern="10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600" b="0" kern="100">
                          <a:effectLst/>
                          <a:latin typeface="宋体" panose="02010600030101010101" pitchFamily="2" charset="-122"/>
                          <a:ea typeface="宋体" panose="02010600030101010101" pitchFamily="2" charset="-122"/>
                        </a:rPr>
                        <a:t> </a:t>
                      </a:r>
                      <a:endParaRPr lang="zh-CN" sz="1600" b="0" kern="10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tc>
                <a:extLst>
                  <a:ext uri="{0D108BD9-81ED-4DB2-BD59-A6C34878D82A}">
                    <a16:rowId xmlns="" xmlns:a16="http://schemas.microsoft.com/office/drawing/2014/main" val="3141300532"/>
                  </a:ext>
                </a:extLst>
              </a:tr>
              <a:tr h="367111">
                <a:tc>
                  <a:txBody>
                    <a:bodyPr/>
                    <a:lstStyle/>
                    <a:p>
                      <a:pPr algn="ctr">
                        <a:spcAft>
                          <a:spcPts val="0"/>
                        </a:spcAft>
                      </a:pPr>
                      <a:r>
                        <a:rPr lang="en-US" sz="1600" b="0" kern="100">
                          <a:effectLst/>
                          <a:latin typeface="宋体" panose="02010600030101010101" pitchFamily="2" charset="-122"/>
                          <a:ea typeface="宋体" panose="02010600030101010101" pitchFamily="2" charset="-122"/>
                        </a:rPr>
                        <a:t> </a:t>
                      </a:r>
                      <a:endParaRPr lang="zh-CN" sz="1600" b="0" kern="10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600" b="0" kern="100">
                          <a:effectLst/>
                          <a:latin typeface="宋体" panose="02010600030101010101" pitchFamily="2" charset="-122"/>
                          <a:ea typeface="宋体" panose="02010600030101010101" pitchFamily="2" charset="-122"/>
                        </a:rPr>
                        <a:t> </a:t>
                      </a:r>
                      <a:endParaRPr lang="zh-CN" sz="1600" b="0" kern="10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600" b="0" kern="100">
                          <a:effectLst/>
                          <a:latin typeface="宋体" panose="02010600030101010101" pitchFamily="2" charset="-122"/>
                          <a:ea typeface="宋体" panose="02010600030101010101" pitchFamily="2" charset="-122"/>
                        </a:rPr>
                        <a:t> </a:t>
                      </a:r>
                      <a:endParaRPr lang="zh-CN" sz="1600" b="0" kern="10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600" b="0" kern="100">
                          <a:effectLst/>
                          <a:latin typeface="宋体" panose="02010600030101010101" pitchFamily="2" charset="-122"/>
                          <a:ea typeface="宋体" panose="02010600030101010101" pitchFamily="2" charset="-122"/>
                        </a:rPr>
                        <a:t> </a:t>
                      </a:r>
                      <a:endParaRPr lang="zh-CN" sz="1600" b="0" kern="10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600" b="0" kern="100" dirty="0">
                          <a:effectLst/>
                          <a:latin typeface="宋体" panose="02010600030101010101" pitchFamily="2" charset="-122"/>
                          <a:ea typeface="宋体" panose="02010600030101010101" pitchFamily="2" charset="-122"/>
                        </a:rPr>
                        <a:t> </a:t>
                      </a:r>
                      <a:endParaRPr lang="zh-CN" sz="1600" b="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tc>
                <a:extLst>
                  <a:ext uri="{0D108BD9-81ED-4DB2-BD59-A6C34878D82A}">
                    <a16:rowId xmlns="" xmlns:a16="http://schemas.microsoft.com/office/drawing/2014/main" val="3686593898"/>
                  </a:ext>
                </a:extLst>
              </a:tr>
            </a:tbl>
          </a:graphicData>
        </a:graphic>
      </p:graphicFrame>
      <p:graphicFrame>
        <p:nvGraphicFramePr>
          <p:cNvPr id="5" name="表格 4">
            <a:extLst>
              <a:ext uri="{FF2B5EF4-FFF2-40B4-BE49-F238E27FC236}">
                <a16:creationId xmlns="" xmlns:a16="http://schemas.microsoft.com/office/drawing/2014/main" id="{EA22EA40-FC43-45D5-ACE9-8E52B9EB7B0E}"/>
              </a:ext>
            </a:extLst>
          </p:cNvPr>
          <p:cNvGraphicFramePr>
            <a:graphicFrameLocks noGrp="1"/>
          </p:cNvGraphicFramePr>
          <p:nvPr/>
        </p:nvGraphicFramePr>
        <p:xfrm>
          <a:off x="4010939" y="4761186"/>
          <a:ext cx="7229876" cy="2096815"/>
        </p:xfrm>
        <a:graphic>
          <a:graphicData uri="http://schemas.openxmlformats.org/drawingml/2006/table">
            <a:tbl>
              <a:tblPr firstRow="1" firstCol="1" bandRow="1">
                <a:tableStyleId>{ED083AE6-46FA-4A59-8FB0-9F97EB10719F}</a:tableStyleId>
              </a:tblPr>
              <a:tblGrid>
                <a:gridCol w="1120904">
                  <a:extLst>
                    <a:ext uri="{9D8B030D-6E8A-4147-A177-3AD203B41FA5}">
                      <a16:colId xmlns="" xmlns:a16="http://schemas.microsoft.com/office/drawing/2014/main" val="2427846266"/>
                    </a:ext>
                  </a:extLst>
                </a:gridCol>
                <a:gridCol w="1312503">
                  <a:extLst>
                    <a:ext uri="{9D8B030D-6E8A-4147-A177-3AD203B41FA5}">
                      <a16:colId xmlns="" xmlns:a16="http://schemas.microsoft.com/office/drawing/2014/main" val="1897360303"/>
                    </a:ext>
                  </a:extLst>
                </a:gridCol>
                <a:gridCol w="2755517">
                  <a:extLst>
                    <a:ext uri="{9D8B030D-6E8A-4147-A177-3AD203B41FA5}">
                      <a16:colId xmlns="" xmlns:a16="http://schemas.microsoft.com/office/drawing/2014/main" val="4171357361"/>
                    </a:ext>
                  </a:extLst>
                </a:gridCol>
                <a:gridCol w="2040952">
                  <a:extLst>
                    <a:ext uri="{9D8B030D-6E8A-4147-A177-3AD203B41FA5}">
                      <a16:colId xmlns="" xmlns:a16="http://schemas.microsoft.com/office/drawing/2014/main" val="1361455524"/>
                    </a:ext>
                  </a:extLst>
                </a:gridCol>
              </a:tblGrid>
              <a:tr h="419363">
                <a:tc>
                  <a:txBody>
                    <a:bodyPr/>
                    <a:lstStyle/>
                    <a:p>
                      <a:pPr algn="ctr">
                        <a:spcAft>
                          <a:spcPts val="0"/>
                        </a:spcAft>
                      </a:pPr>
                      <a:r>
                        <a:rPr lang="zh-CN" sz="1600" b="1" kern="100" dirty="0">
                          <a:effectLst/>
                          <a:latin typeface="宋体" panose="02010600030101010101" pitchFamily="2" charset="-122"/>
                          <a:ea typeface="宋体" panose="02010600030101010101" pitchFamily="2" charset="-122"/>
                        </a:rPr>
                        <a:t>设备命名</a:t>
                      </a:r>
                      <a:endParaRPr lang="zh-CN" sz="1600" b="1"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600" b="1" kern="100" dirty="0">
                          <a:effectLst/>
                          <a:latin typeface="宋体" panose="02010600030101010101" pitchFamily="2" charset="-122"/>
                          <a:ea typeface="宋体" panose="02010600030101010101" pitchFamily="2" charset="-122"/>
                        </a:rPr>
                        <a:t>端口</a:t>
                      </a:r>
                      <a:endParaRPr lang="zh-CN" sz="1600" b="1"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600" b="1" kern="100" dirty="0">
                          <a:effectLst/>
                          <a:latin typeface="宋体" panose="02010600030101010101" pitchFamily="2" charset="-122"/>
                          <a:ea typeface="宋体" panose="02010600030101010101" pitchFamily="2" charset="-122"/>
                        </a:rPr>
                        <a:t>IP</a:t>
                      </a:r>
                      <a:r>
                        <a:rPr lang="zh-CN" sz="1600" b="1" kern="100" dirty="0">
                          <a:effectLst/>
                          <a:latin typeface="宋体" panose="02010600030101010101" pitchFamily="2" charset="-122"/>
                          <a:ea typeface="宋体" panose="02010600030101010101" pitchFamily="2" charset="-122"/>
                        </a:rPr>
                        <a:t>地址</a:t>
                      </a:r>
                      <a:endParaRPr lang="zh-CN" sz="1600" b="1"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600" b="1" kern="100" dirty="0">
                          <a:effectLst/>
                          <a:latin typeface="宋体" panose="02010600030101010101" pitchFamily="2" charset="-122"/>
                          <a:ea typeface="宋体" panose="02010600030101010101" pitchFamily="2" charset="-122"/>
                        </a:rPr>
                        <a:t>用途</a:t>
                      </a:r>
                      <a:endParaRPr lang="zh-CN" sz="1600" b="1"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 xmlns:a16="http://schemas.microsoft.com/office/drawing/2014/main" val="4073219021"/>
                  </a:ext>
                </a:extLst>
              </a:tr>
              <a:tr h="419363">
                <a:tc>
                  <a:txBody>
                    <a:bodyPr/>
                    <a:lstStyle/>
                    <a:p>
                      <a:pPr algn="ctr">
                        <a:spcAft>
                          <a:spcPts val="0"/>
                        </a:spcAft>
                      </a:pPr>
                      <a:r>
                        <a:rPr lang="en-US" sz="1600" b="0" kern="100">
                          <a:effectLst/>
                          <a:latin typeface="宋体" panose="02010600030101010101" pitchFamily="2" charset="-122"/>
                          <a:ea typeface="宋体" panose="02010600030101010101" pitchFamily="2" charset="-122"/>
                        </a:rPr>
                        <a:t> </a:t>
                      </a:r>
                      <a:endParaRPr lang="zh-CN" sz="1600" b="0" kern="10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600" b="0" kern="100">
                          <a:effectLst/>
                          <a:latin typeface="宋体" panose="02010600030101010101" pitchFamily="2" charset="-122"/>
                          <a:ea typeface="宋体" panose="02010600030101010101" pitchFamily="2" charset="-122"/>
                        </a:rPr>
                        <a:t> </a:t>
                      </a:r>
                      <a:endParaRPr lang="zh-CN" sz="1600" b="0" kern="10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600" b="0" kern="100">
                          <a:effectLst/>
                          <a:latin typeface="宋体" panose="02010600030101010101" pitchFamily="2" charset="-122"/>
                          <a:ea typeface="宋体" panose="02010600030101010101" pitchFamily="2" charset="-122"/>
                        </a:rPr>
                        <a:t> </a:t>
                      </a:r>
                      <a:endParaRPr lang="zh-CN" sz="1600" b="0" kern="10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600" b="0" kern="100">
                          <a:effectLst/>
                          <a:latin typeface="宋体" panose="02010600030101010101" pitchFamily="2" charset="-122"/>
                          <a:ea typeface="宋体" panose="02010600030101010101" pitchFamily="2" charset="-122"/>
                        </a:rPr>
                        <a:t> </a:t>
                      </a:r>
                      <a:endParaRPr lang="zh-CN" sz="1600" b="0" kern="10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tc>
                <a:extLst>
                  <a:ext uri="{0D108BD9-81ED-4DB2-BD59-A6C34878D82A}">
                    <a16:rowId xmlns="" xmlns:a16="http://schemas.microsoft.com/office/drawing/2014/main" val="4200000492"/>
                  </a:ext>
                </a:extLst>
              </a:tr>
              <a:tr h="419363">
                <a:tc>
                  <a:txBody>
                    <a:bodyPr/>
                    <a:lstStyle/>
                    <a:p>
                      <a:pPr algn="ctr">
                        <a:spcAft>
                          <a:spcPts val="0"/>
                        </a:spcAft>
                      </a:pPr>
                      <a:r>
                        <a:rPr lang="en-US" sz="1600" b="0" kern="100">
                          <a:effectLst/>
                          <a:latin typeface="宋体" panose="02010600030101010101" pitchFamily="2" charset="-122"/>
                          <a:ea typeface="宋体" panose="02010600030101010101" pitchFamily="2" charset="-122"/>
                        </a:rPr>
                        <a:t> </a:t>
                      </a:r>
                      <a:endParaRPr lang="zh-CN" sz="1600" b="0" kern="10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600" b="0" kern="100">
                          <a:effectLst/>
                          <a:latin typeface="宋体" panose="02010600030101010101" pitchFamily="2" charset="-122"/>
                          <a:ea typeface="宋体" panose="02010600030101010101" pitchFamily="2" charset="-122"/>
                        </a:rPr>
                        <a:t> </a:t>
                      </a:r>
                      <a:endParaRPr lang="zh-CN" sz="1600" b="0" kern="10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600" b="0" kern="100">
                          <a:effectLst/>
                          <a:latin typeface="宋体" panose="02010600030101010101" pitchFamily="2" charset="-122"/>
                          <a:ea typeface="宋体" panose="02010600030101010101" pitchFamily="2" charset="-122"/>
                        </a:rPr>
                        <a:t> </a:t>
                      </a:r>
                      <a:endParaRPr lang="zh-CN" sz="1600" b="0" kern="10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600" b="0" kern="100">
                          <a:effectLst/>
                          <a:latin typeface="宋体" panose="02010600030101010101" pitchFamily="2" charset="-122"/>
                          <a:ea typeface="宋体" panose="02010600030101010101" pitchFamily="2" charset="-122"/>
                        </a:rPr>
                        <a:t> </a:t>
                      </a:r>
                      <a:endParaRPr lang="zh-CN" sz="1600" b="0" kern="10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tc>
                <a:extLst>
                  <a:ext uri="{0D108BD9-81ED-4DB2-BD59-A6C34878D82A}">
                    <a16:rowId xmlns="" xmlns:a16="http://schemas.microsoft.com/office/drawing/2014/main" val="387408394"/>
                  </a:ext>
                </a:extLst>
              </a:tr>
              <a:tr h="419363">
                <a:tc>
                  <a:txBody>
                    <a:bodyPr/>
                    <a:lstStyle/>
                    <a:p>
                      <a:pPr algn="ctr">
                        <a:spcAft>
                          <a:spcPts val="0"/>
                        </a:spcAft>
                      </a:pPr>
                      <a:r>
                        <a:rPr lang="en-US" sz="1600" b="0" kern="100">
                          <a:effectLst/>
                          <a:latin typeface="宋体" panose="02010600030101010101" pitchFamily="2" charset="-122"/>
                          <a:ea typeface="宋体" panose="02010600030101010101" pitchFamily="2" charset="-122"/>
                        </a:rPr>
                        <a:t> </a:t>
                      </a:r>
                      <a:endParaRPr lang="zh-CN" sz="1600" b="0" kern="10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600" b="0" kern="100">
                          <a:effectLst/>
                          <a:latin typeface="宋体" panose="02010600030101010101" pitchFamily="2" charset="-122"/>
                          <a:ea typeface="宋体" panose="02010600030101010101" pitchFamily="2" charset="-122"/>
                        </a:rPr>
                        <a:t> </a:t>
                      </a:r>
                      <a:endParaRPr lang="zh-CN" sz="1600" b="0" kern="10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600" b="0" kern="100">
                          <a:effectLst/>
                          <a:latin typeface="宋体" panose="02010600030101010101" pitchFamily="2" charset="-122"/>
                          <a:ea typeface="宋体" panose="02010600030101010101" pitchFamily="2" charset="-122"/>
                        </a:rPr>
                        <a:t> </a:t>
                      </a:r>
                      <a:endParaRPr lang="zh-CN" sz="1600" b="0" kern="10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600" b="0" kern="100">
                          <a:effectLst/>
                          <a:latin typeface="宋体" panose="02010600030101010101" pitchFamily="2" charset="-122"/>
                          <a:ea typeface="宋体" panose="02010600030101010101" pitchFamily="2" charset="-122"/>
                        </a:rPr>
                        <a:t> </a:t>
                      </a:r>
                      <a:endParaRPr lang="zh-CN" sz="1600" b="0" kern="10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tc>
                <a:extLst>
                  <a:ext uri="{0D108BD9-81ED-4DB2-BD59-A6C34878D82A}">
                    <a16:rowId xmlns="" xmlns:a16="http://schemas.microsoft.com/office/drawing/2014/main" val="3373930215"/>
                  </a:ext>
                </a:extLst>
              </a:tr>
              <a:tr h="419363">
                <a:tc>
                  <a:txBody>
                    <a:bodyPr/>
                    <a:lstStyle/>
                    <a:p>
                      <a:pPr algn="ctr">
                        <a:spcAft>
                          <a:spcPts val="0"/>
                        </a:spcAft>
                      </a:pPr>
                      <a:r>
                        <a:rPr lang="en-US" sz="1600" b="0" kern="100">
                          <a:effectLst/>
                          <a:latin typeface="宋体" panose="02010600030101010101" pitchFamily="2" charset="-122"/>
                          <a:ea typeface="宋体" panose="02010600030101010101" pitchFamily="2" charset="-122"/>
                        </a:rPr>
                        <a:t> </a:t>
                      </a:r>
                      <a:endParaRPr lang="zh-CN" sz="1600" b="0" kern="10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600" b="0" kern="100">
                          <a:effectLst/>
                          <a:latin typeface="宋体" panose="02010600030101010101" pitchFamily="2" charset="-122"/>
                          <a:ea typeface="宋体" panose="02010600030101010101" pitchFamily="2" charset="-122"/>
                        </a:rPr>
                        <a:t> </a:t>
                      </a:r>
                      <a:endParaRPr lang="zh-CN" sz="1600" b="0" kern="10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600" b="0" kern="100">
                          <a:effectLst/>
                          <a:latin typeface="宋体" panose="02010600030101010101" pitchFamily="2" charset="-122"/>
                          <a:ea typeface="宋体" panose="02010600030101010101" pitchFamily="2" charset="-122"/>
                        </a:rPr>
                        <a:t> </a:t>
                      </a:r>
                      <a:endParaRPr lang="zh-CN" sz="1600" b="0" kern="10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600" b="0" kern="100" dirty="0">
                          <a:effectLst/>
                          <a:latin typeface="宋体" panose="02010600030101010101" pitchFamily="2" charset="-122"/>
                          <a:ea typeface="宋体" panose="02010600030101010101" pitchFamily="2" charset="-122"/>
                        </a:rPr>
                        <a:t> </a:t>
                      </a:r>
                      <a:endParaRPr lang="zh-CN" sz="1600" b="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tc>
                <a:extLst>
                  <a:ext uri="{0D108BD9-81ED-4DB2-BD59-A6C34878D82A}">
                    <a16:rowId xmlns="" xmlns:a16="http://schemas.microsoft.com/office/drawing/2014/main" val="2307939735"/>
                  </a:ext>
                </a:extLst>
              </a:tr>
            </a:tbl>
          </a:graphicData>
        </a:graphic>
      </p:graphicFrame>
    </p:spTree>
    <p:extLst>
      <p:ext uri="{BB962C8B-B14F-4D97-AF65-F5344CB8AC3E}">
        <p14:creationId xmlns:p14="http://schemas.microsoft.com/office/powerpoint/2010/main" val="2703461284"/>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43C792BA-7B17-4ADC-A4E3-4EF3CEEA22A2}"/>
              </a:ext>
            </a:extLst>
          </p:cNvPr>
          <p:cNvSpPr>
            <a:spLocks noGrp="1"/>
          </p:cNvSpPr>
          <p:nvPr>
            <p:ph type="title"/>
          </p:nvPr>
        </p:nvSpPr>
        <p:spPr/>
        <p:txBody>
          <a:bodyPr/>
          <a:lstStyle/>
          <a:p>
            <a:r>
              <a:rPr lang="zh-CN" altLang="en-US"/>
              <a:t>实践拓展</a:t>
            </a:r>
            <a:endParaRPr lang="zh-CN" altLang="en-US" dirty="0"/>
          </a:p>
        </p:txBody>
      </p:sp>
      <p:sp>
        <p:nvSpPr>
          <p:cNvPr id="3" name="文本占位符 2">
            <a:extLst>
              <a:ext uri="{FF2B5EF4-FFF2-40B4-BE49-F238E27FC236}">
                <a16:creationId xmlns="" xmlns:a16="http://schemas.microsoft.com/office/drawing/2014/main" id="{91C89B88-5F39-4A52-BE63-68550BD10E3E}"/>
              </a:ext>
            </a:extLst>
          </p:cNvPr>
          <p:cNvSpPr>
            <a:spLocks noGrp="1"/>
          </p:cNvSpPr>
          <p:nvPr>
            <p:ph type="body" sz="quarter" idx="10"/>
          </p:nvPr>
        </p:nvSpPr>
        <p:spPr>
          <a:xfrm>
            <a:off x="444603" y="1247556"/>
            <a:ext cx="11307600" cy="4680000"/>
          </a:xfrm>
        </p:spPr>
        <p:txBody>
          <a:bodyPr/>
          <a:lstStyle/>
          <a:p>
            <a:r>
              <a:rPr lang="en-US" altLang="zh-CN" b="1" dirty="0"/>
              <a:t>3.</a:t>
            </a:r>
            <a:r>
              <a:rPr lang="zh-CN" altLang="zh-CN" b="1" dirty="0"/>
              <a:t>实践</a:t>
            </a:r>
            <a:r>
              <a:rPr lang="zh-CN" altLang="en-US" b="1" dirty="0"/>
              <a:t>要求</a:t>
            </a:r>
            <a:endParaRPr lang="en-US" altLang="zh-CN" b="1" dirty="0"/>
          </a:p>
          <a:p>
            <a:pPr marL="0" indent="0">
              <a:buNone/>
            </a:pPr>
            <a:r>
              <a:rPr lang="en-US" altLang="zh-CN" dirty="0"/>
              <a:t>      </a:t>
            </a:r>
            <a:r>
              <a:rPr lang="zh-CN" altLang="zh-CN" dirty="0"/>
              <a:t>完成实验后，请保存以下设备配置文件</a:t>
            </a:r>
            <a:r>
              <a:rPr lang="zh-CN" altLang="en-US" dirty="0"/>
              <a:t>：</a:t>
            </a:r>
            <a:endParaRPr lang="en-US" altLang="zh-CN" b="1" dirty="0"/>
          </a:p>
          <a:p>
            <a:pPr lvl="1"/>
            <a:r>
              <a:rPr lang="zh-CN" altLang="en-US" dirty="0"/>
              <a:t>交换机</a:t>
            </a:r>
            <a:r>
              <a:rPr lang="en-US" altLang="zh-CN" dirty="0"/>
              <a:t>SW1</a:t>
            </a:r>
            <a:r>
              <a:rPr lang="zh-CN" altLang="en-US" dirty="0"/>
              <a:t>使用</a:t>
            </a:r>
            <a:r>
              <a:rPr lang="en-US" altLang="zh-CN" dirty="0"/>
              <a:t>display current-configuration</a:t>
            </a:r>
            <a:r>
              <a:rPr lang="zh-CN" altLang="en-US" dirty="0"/>
              <a:t>，将回显内容复制粘贴到文本文档，命名为</a:t>
            </a:r>
            <a:r>
              <a:rPr lang="en-US" altLang="zh-CN" dirty="0"/>
              <a:t>【</a:t>
            </a:r>
            <a:r>
              <a:rPr lang="zh-CN" altLang="en-US" dirty="0"/>
              <a:t>长学号</a:t>
            </a:r>
            <a:r>
              <a:rPr lang="en-US" altLang="zh-CN" dirty="0"/>
              <a:t>+SW1.txt】</a:t>
            </a:r>
          </a:p>
          <a:p>
            <a:pPr lvl="1"/>
            <a:r>
              <a:rPr lang="zh-CN" altLang="en-US" dirty="0"/>
              <a:t>交换机</a:t>
            </a:r>
            <a:r>
              <a:rPr lang="en-US" altLang="zh-CN" dirty="0"/>
              <a:t>SW2</a:t>
            </a:r>
            <a:r>
              <a:rPr lang="zh-CN" altLang="en-US" dirty="0"/>
              <a:t>使用</a:t>
            </a:r>
            <a:r>
              <a:rPr lang="en-US" altLang="zh-CN" dirty="0"/>
              <a:t>display current-configuration</a:t>
            </a:r>
            <a:r>
              <a:rPr lang="zh-CN" altLang="en-US" dirty="0"/>
              <a:t>，将回显内容复制粘贴到文本文档，命名为</a:t>
            </a:r>
            <a:r>
              <a:rPr lang="en-US" altLang="zh-CN" dirty="0"/>
              <a:t>【</a:t>
            </a:r>
            <a:r>
              <a:rPr lang="zh-CN" altLang="en-US" dirty="0"/>
              <a:t>长学号</a:t>
            </a:r>
            <a:r>
              <a:rPr lang="en-US" altLang="zh-CN" dirty="0"/>
              <a:t>+SW2.txt】</a:t>
            </a:r>
          </a:p>
          <a:p>
            <a:pPr lvl="1"/>
            <a:r>
              <a:rPr lang="zh-CN" altLang="en-US" dirty="0"/>
              <a:t>交换机</a:t>
            </a:r>
            <a:r>
              <a:rPr lang="en-US" altLang="zh-CN" dirty="0"/>
              <a:t>SW3</a:t>
            </a:r>
            <a:r>
              <a:rPr lang="zh-CN" altLang="en-US" dirty="0"/>
              <a:t>使用</a:t>
            </a:r>
            <a:r>
              <a:rPr lang="en-US" altLang="zh-CN" dirty="0"/>
              <a:t>display current-configuration</a:t>
            </a:r>
            <a:r>
              <a:rPr lang="zh-CN" altLang="en-US" dirty="0"/>
              <a:t>，将回显内容复制粘贴到文本文档，命名为</a:t>
            </a:r>
            <a:r>
              <a:rPr lang="en-US" altLang="zh-CN" dirty="0"/>
              <a:t>【</a:t>
            </a:r>
            <a:r>
              <a:rPr lang="zh-CN" altLang="en-US" dirty="0"/>
              <a:t>长学号</a:t>
            </a:r>
            <a:r>
              <a:rPr lang="en-US" altLang="zh-CN" dirty="0"/>
              <a:t>+SW3.txt】</a:t>
            </a:r>
          </a:p>
          <a:p>
            <a:pPr lvl="1"/>
            <a:r>
              <a:rPr lang="zh-CN" altLang="en-US" dirty="0"/>
              <a:t>路由器</a:t>
            </a:r>
            <a:r>
              <a:rPr lang="en-US" altLang="zh-CN" dirty="0"/>
              <a:t>R1</a:t>
            </a:r>
            <a:r>
              <a:rPr lang="zh-CN" altLang="en-US" dirty="0"/>
              <a:t>使用</a:t>
            </a:r>
            <a:r>
              <a:rPr lang="en-US" altLang="zh-CN" dirty="0"/>
              <a:t>display current-configuration</a:t>
            </a:r>
            <a:r>
              <a:rPr lang="zh-CN" altLang="en-US" dirty="0"/>
              <a:t>，将回显内容复制粘贴到文本文档，命名为</a:t>
            </a:r>
            <a:r>
              <a:rPr lang="en-US" altLang="zh-CN" dirty="0"/>
              <a:t>【</a:t>
            </a:r>
            <a:r>
              <a:rPr lang="zh-CN" altLang="en-US" dirty="0"/>
              <a:t>长学号</a:t>
            </a:r>
            <a:r>
              <a:rPr lang="en-US" altLang="zh-CN" dirty="0"/>
              <a:t>+R1.txt】</a:t>
            </a:r>
          </a:p>
          <a:p>
            <a:pPr lvl="1"/>
            <a:endParaRPr lang="zh-CN" altLang="zh-CN" dirty="0"/>
          </a:p>
        </p:txBody>
      </p:sp>
    </p:spTree>
    <p:extLst>
      <p:ext uri="{BB962C8B-B14F-4D97-AF65-F5344CB8AC3E}">
        <p14:creationId xmlns:p14="http://schemas.microsoft.com/office/powerpoint/2010/main" val="289598149"/>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43C792BA-7B17-4ADC-A4E3-4EF3CEEA22A2}"/>
              </a:ext>
            </a:extLst>
          </p:cNvPr>
          <p:cNvSpPr>
            <a:spLocks noGrp="1"/>
          </p:cNvSpPr>
          <p:nvPr>
            <p:ph type="title"/>
          </p:nvPr>
        </p:nvSpPr>
        <p:spPr/>
        <p:txBody>
          <a:bodyPr/>
          <a:lstStyle/>
          <a:p>
            <a:r>
              <a:rPr lang="zh-CN" altLang="en-US" dirty="0"/>
              <a:t>实践拓展</a:t>
            </a:r>
          </a:p>
        </p:txBody>
      </p:sp>
      <p:sp>
        <p:nvSpPr>
          <p:cNvPr id="3" name="文本占位符 2">
            <a:extLst>
              <a:ext uri="{FF2B5EF4-FFF2-40B4-BE49-F238E27FC236}">
                <a16:creationId xmlns="" xmlns:a16="http://schemas.microsoft.com/office/drawing/2014/main" id="{91C89B88-5F39-4A52-BE63-68550BD10E3E}"/>
              </a:ext>
            </a:extLst>
          </p:cNvPr>
          <p:cNvSpPr>
            <a:spLocks noGrp="1"/>
          </p:cNvSpPr>
          <p:nvPr>
            <p:ph type="body" sz="quarter" idx="10"/>
          </p:nvPr>
        </p:nvSpPr>
        <p:spPr>
          <a:xfrm>
            <a:off x="444603" y="1247556"/>
            <a:ext cx="11307600" cy="4680000"/>
          </a:xfrm>
        </p:spPr>
        <p:txBody>
          <a:bodyPr/>
          <a:lstStyle/>
          <a:p>
            <a:r>
              <a:rPr lang="en-US" altLang="zh-CN" b="1" dirty="0"/>
              <a:t>3.</a:t>
            </a:r>
            <a:r>
              <a:rPr lang="zh-CN" altLang="zh-CN" b="1" dirty="0"/>
              <a:t>实践</a:t>
            </a:r>
            <a:r>
              <a:rPr lang="zh-CN" altLang="en-US" b="1" dirty="0"/>
              <a:t>要求</a:t>
            </a:r>
            <a:endParaRPr lang="en-US" altLang="zh-CN" b="1" dirty="0"/>
          </a:p>
          <a:p>
            <a:pPr marL="0" indent="0">
              <a:buNone/>
            </a:pPr>
            <a:r>
              <a:rPr lang="en-US" altLang="zh-CN" dirty="0"/>
              <a:t>      </a:t>
            </a:r>
            <a:r>
              <a:rPr lang="zh-CN" altLang="zh-CN" dirty="0"/>
              <a:t>完成实验后，请截取以下实验验证截图</a:t>
            </a:r>
            <a:r>
              <a:rPr lang="zh-CN" altLang="en-US" dirty="0"/>
              <a:t>：</a:t>
            </a:r>
            <a:endParaRPr lang="en-US" altLang="zh-CN" b="1" dirty="0"/>
          </a:p>
          <a:p>
            <a:pPr lvl="1"/>
            <a:r>
              <a:rPr lang="zh-CN" altLang="en-US" dirty="0"/>
              <a:t>交换机</a:t>
            </a:r>
            <a:r>
              <a:rPr lang="en-US" altLang="zh-CN" dirty="0"/>
              <a:t>SW1</a:t>
            </a:r>
            <a:r>
              <a:rPr lang="zh-CN" altLang="en-US" dirty="0"/>
              <a:t>使用</a:t>
            </a:r>
            <a:r>
              <a:rPr lang="en-US" altLang="zh-CN" dirty="0"/>
              <a:t>【display ipv6 interface brief】</a:t>
            </a:r>
            <a:r>
              <a:rPr lang="zh-CN" altLang="en-US" dirty="0"/>
              <a:t>命令查看</a:t>
            </a:r>
            <a:r>
              <a:rPr lang="en-US" altLang="zh-CN" dirty="0"/>
              <a:t>IPv6</a:t>
            </a:r>
            <a:r>
              <a:rPr lang="zh-CN" altLang="en-US" dirty="0"/>
              <a:t>地址配置信息；</a:t>
            </a:r>
          </a:p>
          <a:p>
            <a:pPr lvl="1"/>
            <a:r>
              <a:rPr lang="zh-CN" altLang="en-US" dirty="0"/>
              <a:t>交换机</a:t>
            </a:r>
            <a:r>
              <a:rPr lang="en-US" altLang="zh-CN" dirty="0"/>
              <a:t>SW2</a:t>
            </a:r>
            <a:r>
              <a:rPr lang="zh-CN" altLang="en-US" dirty="0"/>
              <a:t>使用</a:t>
            </a:r>
            <a:r>
              <a:rPr lang="en-US" altLang="zh-CN" dirty="0"/>
              <a:t>【display port </a:t>
            </a:r>
            <a:r>
              <a:rPr lang="en-US" altLang="zh-CN" dirty="0" err="1"/>
              <a:t>vlan</a:t>
            </a:r>
            <a:r>
              <a:rPr lang="en-US" altLang="zh-CN" dirty="0"/>
              <a:t> 】</a:t>
            </a:r>
            <a:r>
              <a:rPr lang="zh-CN" altLang="en-US" dirty="0"/>
              <a:t>命令查看</a:t>
            </a:r>
            <a:r>
              <a:rPr lang="en-US" altLang="zh-CN" dirty="0"/>
              <a:t>VLAN</a:t>
            </a:r>
            <a:r>
              <a:rPr lang="zh-CN" altLang="en-US" dirty="0"/>
              <a:t>配置信息；</a:t>
            </a:r>
          </a:p>
          <a:p>
            <a:pPr lvl="1"/>
            <a:r>
              <a:rPr lang="zh-CN" altLang="en-US" dirty="0"/>
              <a:t>交换机</a:t>
            </a:r>
            <a:r>
              <a:rPr lang="en-US" altLang="zh-CN" dirty="0"/>
              <a:t>SW3</a:t>
            </a:r>
            <a:r>
              <a:rPr lang="zh-CN" altLang="en-US" dirty="0"/>
              <a:t>使用</a:t>
            </a:r>
            <a:r>
              <a:rPr lang="en-US" altLang="zh-CN" dirty="0"/>
              <a:t>【display ipv6 routing-table】</a:t>
            </a:r>
            <a:r>
              <a:rPr lang="zh-CN" altLang="en-US" dirty="0"/>
              <a:t>命令查看</a:t>
            </a:r>
            <a:r>
              <a:rPr lang="en-US" altLang="zh-CN" dirty="0"/>
              <a:t>IPv6</a:t>
            </a:r>
            <a:r>
              <a:rPr lang="zh-CN" altLang="en-US" dirty="0"/>
              <a:t>路由信息；</a:t>
            </a:r>
          </a:p>
          <a:p>
            <a:pPr lvl="1"/>
            <a:r>
              <a:rPr lang="zh-CN" altLang="en-US" dirty="0"/>
              <a:t>路由器</a:t>
            </a:r>
            <a:r>
              <a:rPr lang="en-US" altLang="zh-CN" dirty="0"/>
              <a:t>R1</a:t>
            </a:r>
            <a:r>
              <a:rPr lang="zh-CN" altLang="en-US" dirty="0"/>
              <a:t>使用</a:t>
            </a:r>
            <a:r>
              <a:rPr lang="en-US" altLang="zh-CN" dirty="0"/>
              <a:t>【display ipv6 routing-table】</a:t>
            </a:r>
            <a:r>
              <a:rPr lang="zh-CN" altLang="en-US" dirty="0"/>
              <a:t>目录查看</a:t>
            </a:r>
            <a:r>
              <a:rPr lang="en-US" altLang="zh-CN" dirty="0"/>
              <a:t>IPv6</a:t>
            </a:r>
            <a:r>
              <a:rPr lang="zh-CN" altLang="en-US" dirty="0"/>
              <a:t>路由信息；</a:t>
            </a:r>
          </a:p>
          <a:p>
            <a:pPr lvl="1"/>
            <a:r>
              <a:rPr lang="zh-CN" altLang="en-US" dirty="0"/>
              <a:t>使用财务部</a:t>
            </a:r>
            <a:r>
              <a:rPr lang="en-US" altLang="zh-CN" dirty="0"/>
              <a:t>PC</a:t>
            </a:r>
            <a:r>
              <a:rPr lang="zh-CN" altLang="en-US" dirty="0"/>
              <a:t>进行</a:t>
            </a:r>
            <a:r>
              <a:rPr lang="en-US" altLang="zh-CN" dirty="0"/>
              <a:t>ping</a:t>
            </a:r>
            <a:r>
              <a:rPr lang="zh-CN" altLang="en-US" dirty="0"/>
              <a:t>测试，测试与行政部、销售部</a:t>
            </a:r>
            <a:r>
              <a:rPr lang="en-US" altLang="zh-CN" dirty="0"/>
              <a:t>PC</a:t>
            </a:r>
            <a:r>
              <a:rPr lang="zh-CN" altLang="en-US" dirty="0"/>
              <a:t>的连通性。</a:t>
            </a:r>
          </a:p>
          <a:p>
            <a:pPr lvl="1"/>
            <a:endParaRPr lang="zh-CN" altLang="zh-CN" dirty="0"/>
          </a:p>
        </p:txBody>
      </p:sp>
    </p:spTree>
    <p:extLst>
      <p:ext uri="{BB962C8B-B14F-4D97-AF65-F5344CB8AC3E}">
        <p14:creationId xmlns:p14="http://schemas.microsoft.com/office/powerpoint/2010/main" val="3998563540"/>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088558685"/>
      </p:ext>
    </p:extLst>
  </p:cSld>
  <p:clrMapOvr>
    <a:masterClrMapping/>
  </p:clrMapOvr>
  <p:timing>
    <p:tnLst>
      <p:par>
        <p:cTn id="1" dur="indefinite" restart="never" nodeType="tmRoot"/>
      </p:par>
    </p:tnLst>
  </p:timing>
</p:sld>
</file>

<file path=ppt/theme/theme1.xml><?xml version="1.0" encoding="utf-8"?>
<a:theme xmlns:a="http://schemas.openxmlformats.org/drawingml/2006/main" name="1_课程开发胶片模板">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方正+Huawei">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方正+Huawei">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976</TotalTime>
  <Words>6426</Words>
  <Application>Microsoft Office PowerPoint</Application>
  <PresentationFormat>宽屏</PresentationFormat>
  <Paragraphs>800</Paragraphs>
  <Slides>67</Slides>
  <Notes>19</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67</vt:i4>
      </vt:variant>
    </vt:vector>
  </HeadingPairs>
  <TitlesOfParts>
    <vt:vector size="76" baseType="lpstr">
      <vt:lpstr>方正兰亭黑简体</vt:lpstr>
      <vt:lpstr>宋体</vt:lpstr>
      <vt:lpstr>微软雅黑</vt:lpstr>
      <vt:lpstr>Arial</vt:lpstr>
      <vt:lpstr>Calibri</vt:lpstr>
      <vt:lpstr>Huawei Sans</vt:lpstr>
      <vt:lpstr>Times New Roman</vt:lpstr>
      <vt:lpstr>Wingdings</vt:lpstr>
      <vt:lpstr>1_课程开发胶片模板</vt:lpstr>
      <vt:lpstr>第7章 IPv6协议</vt:lpstr>
      <vt:lpstr>学习目标</vt:lpstr>
      <vt:lpstr>PowerPoint 演示文稿</vt:lpstr>
      <vt:lpstr>7.1.1 IPv4与IPv6</vt:lpstr>
      <vt:lpstr>7.1.1 IPv4与IPv6</vt:lpstr>
      <vt:lpstr>7.1.2 IPv6数据包封装</vt:lpstr>
      <vt:lpstr>7.1.2 IPv6数据包封装</vt:lpstr>
      <vt:lpstr>7.1.2 IPv6数据包封装</vt:lpstr>
      <vt:lpstr>7.1.2 IPv6数据包封装</vt:lpstr>
      <vt:lpstr>7.1.2 IPv6数据包封装</vt:lpstr>
      <vt:lpstr>7.1.3 IPv6地址表示方式</vt:lpstr>
      <vt:lpstr>7.1.3 IPv6地址表示方式</vt:lpstr>
      <vt:lpstr>7.1.3 IPv6地址表示方式</vt:lpstr>
      <vt:lpstr>7.1.3 IPv6地址表示方式</vt:lpstr>
      <vt:lpstr>7.1.4 IPv6地址配置</vt:lpstr>
      <vt:lpstr>7.1.4 IPv6地址配置</vt:lpstr>
      <vt:lpstr>7.1.4 IPv6地址配置</vt:lpstr>
      <vt:lpstr>7.1.4 IPv6地址配置</vt:lpstr>
      <vt:lpstr>7.1.4 IPv6地址配置</vt:lpstr>
      <vt:lpstr>阶段总结</vt:lpstr>
      <vt:lpstr>PowerPoint 演示文稿</vt:lpstr>
      <vt:lpstr>五、IPv6地址结构</vt:lpstr>
      <vt:lpstr>五、IPv6单播地址</vt:lpstr>
      <vt:lpstr>五、IPv6单播地址</vt:lpstr>
      <vt:lpstr>五、IPv6单播地址</vt:lpstr>
      <vt:lpstr>五、IPv6单播地址</vt:lpstr>
      <vt:lpstr>五、IPv6单播地址</vt:lpstr>
      <vt:lpstr>五、IPv6单播地址</vt:lpstr>
      <vt:lpstr>五、IPv6单播地址</vt:lpstr>
      <vt:lpstr>六、IPv6组播地址</vt:lpstr>
      <vt:lpstr>六、IPv6组播地址</vt:lpstr>
      <vt:lpstr>六、IPv6组播地址</vt:lpstr>
      <vt:lpstr>七、IPv6任播地址</vt:lpstr>
      <vt:lpstr>七、IPv6任播地址</vt:lpstr>
      <vt:lpstr>阶段总结</vt:lpstr>
      <vt:lpstr>PowerPoint 演示文稿</vt:lpstr>
      <vt:lpstr>八、IPv6静态路由的配置</vt:lpstr>
      <vt:lpstr>八、IPv6静态路由的配置</vt:lpstr>
      <vt:lpstr>八、IPv6静态路由的配置</vt:lpstr>
      <vt:lpstr>八、IPv6静态路由的配置</vt:lpstr>
      <vt:lpstr>八、IPv6静态路由的配置</vt:lpstr>
      <vt:lpstr>八、IPv6静态路由的配置</vt:lpstr>
      <vt:lpstr>八、IPv6静态路由的配置</vt:lpstr>
      <vt:lpstr>九、IPv6默认路由的配置</vt:lpstr>
      <vt:lpstr>九、IPv6默认路由的配置</vt:lpstr>
      <vt:lpstr>九、IPv6默认路由的配置</vt:lpstr>
      <vt:lpstr>九、IPv6默认路由的配置</vt:lpstr>
      <vt:lpstr>九、IPv6默认路由的配置</vt:lpstr>
      <vt:lpstr>九、IPv6默认路由的配置</vt:lpstr>
      <vt:lpstr>九、IPv6默认路由的配置</vt:lpstr>
      <vt:lpstr>九、IPv6默认路由的配置</vt:lpstr>
      <vt:lpstr>十、IPv6汇总路由的配置</vt:lpstr>
      <vt:lpstr>十、IPv6汇总路由的配置</vt:lpstr>
      <vt:lpstr>十、IPv6汇总路由的配置</vt:lpstr>
      <vt:lpstr>十、IPv6汇总路由的配置</vt:lpstr>
      <vt:lpstr>十、IPv6汇总路由的配置</vt:lpstr>
      <vt:lpstr>十、IPv6汇总路由的配置</vt:lpstr>
      <vt:lpstr>本章总结</vt:lpstr>
      <vt:lpstr>PowerPoint 演示文稿</vt:lpstr>
      <vt:lpstr>PowerPoint 演示文稿</vt:lpstr>
      <vt:lpstr>实践拓展</vt:lpstr>
      <vt:lpstr>实践拓展</vt:lpstr>
      <vt:lpstr>实践拓展</vt:lpstr>
      <vt:lpstr>实践拓展</vt:lpstr>
      <vt:lpstr>实践拓展</vt:lpstr>
      <vt:lpstr>实践拓展</vt:lpstr>
      <vt:lpstr>PowerPoint 演示文稿</vt:lpstr>
    </vt:vector>
  </TitlesOfParts>
  <Company>Huawei Technologies Co.,Ltd.</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fanyan (A)</dc:creator>
  <cp:lastModifiedBy>Yuanchanglong</cp:lastModifiedBy>
  <cp:revision>174</cp:revision>
  <dcterms:created xsi:type="dcterms:W3CDTF">2018-11-29T10:16:29Z</dcterms:created>
  <dcterms:modified xsi:type="dcterms:W3CDTF">2020-08-10T01:36:55Z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2015_ms_pID_725343">
    <vt:lpwstr>(3)nXnLwnlK/DYRfqRRuRomrSj1V1lBLhxGNjzJGYtuah6ANii8+IXKOKY9V2z7qKUbS9DZ9HwM
LbdIqCF1JEkWqee5zNPHPHBjTgbu/8K2/nTYLu5NHYZtvgN4p+wRWWQVlsZ+hzgF7X7P6pn1
nRlcbHjTW7G0b8Hey4rcGvx+0p0ppHq0l1V26vTT6H9Q6LkzTYKBCBIFdJ0woUJlGF+WM5QY
+pBPkKs4rkNy9UuzlI</vt:lpwstr>
  </property>
  <property fmtid="{D5CDD505-2E9C-101B-9397-08002B2CF9AE}" pid="3" name="_2015_ms_pID_7253431">
    <vt:lpwstr>fElGUvtxYGyDyYxBx3/UM0U5/XNT3Rizcd1q3NZavxzCWvTnW4RSDG
D0oM/3lq4vTx9iiVW9bXrYDMQoZCUNNxWZpPN6OqQ20+oHNFos37cbAi2PlKviepdQ+o5JoU
3wRYs/bpe6YWzpR41mxEa7/tbCYTddv5T1YoJAawT5hNA3Ap81v/L3HVhEd80EqCdXU5bVvJ
WD8ECadXJ44LEhAVeuDRBdfOeh5Kgl9wdfz7</vt:lpwstr>
  </property>
  <property fmtid="{D5CDD505-2E9C-101B-9397-08002B2CF9AE}" pid="4" name="_2015_ms_pID_7253432">
    <vt:lpwstr>baNEHpRhZDTrowmkklOCx38=</vt:lpwstr>
  </property>
  <property fmtid="{D5CDD505-2E9C-101B-9397-08002B2CF9AE}" pid="5" name="_readonly">
    <vt:lpwstr/>
  </property>
  <property fmtid="{D5CDD505-2E9C-101B-9397-08002B2CF9AE}" pid="6" name="_change">
    <vt:lpwstr/>
  </property>
  <property fmtid="{D5CDD505-2E9C-101B-9397-08002B2CF9AE}" pid="7" name="_full-control">
    <vt:lpwstr/>
  </property>
  <property fmtid="{D5CDD505-2E9C-101B-9397-08002B2CF9AE}" pid="8" name="sflag">
    <vt:lpwstr>1597018218</vt:lpwstr>
  </property>
</Properties>
</file>